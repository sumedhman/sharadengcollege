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4"/>
  </p:sldMasterIdLst>
  <p:notesMasterIdLst>
    <p:notesMasterId r:id="rId102"/>
  </p:notesMasterIdLst>
  <p:handoutMasterIdLst>
    <p:handoutMasterId r:id="rId103"/>
  </p:handoutMasterIdLst>
  <p:sldIdLst>
    <p:sldId id="448" r:id="rId5"/>
    <p:sldId id="449" r:id="rId6"/>
    <p:sldId id="450" r:id="rId7"/>
    <p:sldId id="451" r:id="rId8"/>
    <p:sldId id="422" r:id="rId9"/>
    <p:sldId id="423" r:id="rId10"/>
    <p:sldId id="424" r:id="rId11"/>
    <p:sldId id="418" r:id="rId12"/>
    <p:sldId id="419" r:id="rId13"/>
    <p:sldId id="420" r:id="rId14"/>
    <p:sldId id="421" r:id="rId15"/>
    <p:sldId id="452" r:id="rId16"/>
    <p:sldId id="411" r:id="rId17"/>
    <p:sldId id="425" r:id="rId18"/>
    <p:sldId id="409" r:id="rId19"/>
    <p:sldId id="410" r:id="rId20"/>
    <p:sldId id="412" r:id="rId21"/>
    <p:sldId id="413" r:id="rId22"/>
    <p:sldId id="428" r:id="rId23"/>
    <p:sldId id="414" r:id="rId24"/>
    <p:sldId id="415" r:id="rId25"/>
    <p:sldId id="426" r:id="rId26"/>
    <p:sldId id="427" r:id="rId27"/>
    <p:sldId id="416" r:id="rId28"/>
    <p:sldId id="455" r:id="rId29"/>
    <p:sldId id="429" r:id="rId30"/>
    <p:sldId id="430" r:id="rId31"/>
    <p:sldId id="431" r:id="rId32"/>
    <p:sldId id="433" r:id="rId33"/>
    <p:sldId id="434" r:id="rId34"/>
    <p:sldId id="435" r:id="rId35"/>
    <p:sldId id="436" r:id="rId36"/>
    <p:sldId id="437" r:id="rId37"/>
    <p:sldId id="438" r:id="rId38"/>
    <p:sldId id="439" r:id="rId39"/>
    <p:sldId id="440" r:id="rId40"/>
    <p:sldId id="441" r:id="rId41"/>
    <p:sldId id="442" r:id="rId42"/>
    <p:sldId id="443" r:id="rId43"/>
    <p:sldId id="444" r:id="rId44"/>
    <p:sldId id="445" r:id="rId45"/>
    <p:sldId id="446" r:id="rId46"/>
    <p:sldId id="447" r:id="rId47"/>
    <p:sldId id="459" r:id="rId48"/>
    <p:sldId id="461" r:id="rId49"/>
    <p:sldId id="463" r:id="rId50"/>
    <p:sldId id="464" r:id="rId51"/>
    <p:sldId id="465" r:id="rId52"/>
    <p:sldId id="466" r:id="rId53"/>
    <p:sldId id="467" r:id="rId54"/>
    <p:sldId id="468" r:id="rId55"/>
    <p:sldId id="469" r:id="rId56"/>
    <p:sldId id="470" r:id="rId57"/>
    <p:sldId id="471" r:id="rId58"/>
    <p:sldId id="472" r:id="rId59"/>
    <p:sldId id="473" r:id="rId60"/>
    <p:sldId id="474" r:id="rId61"/>
    <p:sldId id="475" r:id="rId62"/>
    <p:sldId id="476" r:id="rId63"/>
    <p:sldId id="477" r:id="rId64"/>
    <p:sldId id="478" r:id="rId65"/>
    <p:sldId id="479" r:id="rId66"/>
    <p:sldId id="480" r:id="rId67"/>
    <p:sldId id="481" r:id="rId68"/>
    <p:sldId id="483" r:id="rId69"/>
    <p:sldId id="484" r:id="rId70"/>
    <p:sldId id="485" r:id="rId71"/>
    <p:sldId id="486" r:id="rId72"/>
    <p:sldId id="487" r:id="rId73"/>
    <p:sldId id="488" r:id="rId74"/>
    <p:sldId id="489" r:id="rId75"/>
    <p:sldId id="490" r:id="rId76"/>
    <p:sldId id="491" r:id="rId77"/>
    <p:sldId id="492" r:id="rId78"/>
    <p:sldId id="493" r:id="rId79"/>
    <p:sldId id="494" r:id="rId80"/>
    <p:sldId id="495" r:id="rId81"/>
    <p:sldId id="496" r:id="rId82"/>
    <p:sldId id="497" r:id="rId83"/>
    <p:sldId id="498" r:id="rId84"/>
    <p:sldId id="501" r:id="rId85"/>
    <p:sldId id="502" r:id="rId86"/>
    <p:sldId id="503" r:id="rId87"/>
    <p:sldId id="504" r:id="rId88"/>
    <p:sldId id="505" r:id="rId89"/>
    <p:sldId id="506" r:id="rId90"/>
    <p:sldId id="507" r:id="rId91"/>
    <p:sldId id="508" r:id="rId92"/>
    <p:sldId id="509" r:id="rId93"/>
    <p:sldId id="510" r:id="rId94"/>
    <p:sldId id="511" r:id="rId95"/>
    <p:sldId id="512" r:id="rId96"/>
    <p:sldId id="513" r:id="rId97"/>
    <p:sldId id="515" r:id="rId98"/>
    <p:sldId id="518" r:id="rId99"/>
    <p:sldId id="517" r:id="rId100"/>
    <p:sldId id="520" r:id="rId101"/>
  </p:sldIdLst>
  <p:sldSz cx="9144000" cy="6858000" type="screen4x3"/>
  <p:notesSz cx="6858000" cy="9144000"/>
  <p:defaultTextStyle>
    <a:defPPr>
      <a:defRPr lang="en-US"/>
    </a:defPPr>
    <a:lvl1pPr algn="l" defTabSz="457200" rtl="0" fontAlgn="base">
      <a:spcBef>
        <a:spcPct val="0"/>
      </a:spcBef>
      <a:spcAft>
        <a:spcPct val="0"/>
      </a:spcAft>
      <a:defRPr kern="1200">
        <a:solidFill>
          <a:schemeClr val="tx1"/>
        </a:solidFill>
        <a:latin typeface="Arial" charset="0"/>
        <a:ea typeface="+mn-ea"/>
        <a:cs typeface="+mn-cs"/>
      </a:defRPr>
    </a:lvl1pPr>
    <a:lvl2pPr marL="457200" algn="l" defTabSz="457200" rtl="0" fontAlgn="base">
      <a:spcBef>
        <a:spcPct val="0"/>
      </a:spcBef>
      <a:spcAft>
        <a:spcPct val="0"/>
      </a:spcAft>
      <a:defRPr kern="1200">
        <a:solidFill>
          <a:schemeClr val="tx1"/>
        </a:solidFill>
        <a:latin typeface="Arial" charset="0"/>
        <a:ea typeface="+mn-ea"/>
        <a:cs typeface="+mn-cs"/>
      </a:defRPr>
    </a:lvl2pPr>
    <a:lvl3pPr marL="914400" algn="l" defTabSz="457200" rtl="0" fontAlgn="base">
      <a:spcBef>
        <a:spcPct val="0"/>
      </a:spcBef>
      <a:spcAft>
        <a:spcPct val="0"/>
      </a:spcAft>
      <a:defRPr kern="1200">
        <a:solidFill>
          <a:schemeClr val="tx1"/>
        </a:solidFill>
        <a:latin typeface="Arial" charset="0"/>
        <a:ea typeface="+mn-ea"/>
        <a:cs typeface="+mn-cs"/>
      </a:defRPr>
    </a:lvl3pPr>
    <a:lvl4pPr marL="1371600" algn="l" defTabSz="457200" rtl="0" fontAlgn="base">
      <a:spcBef>
        <a:spcPct val="0"/>
      </a:spcBef>
      <a:spcAft>
        <a:spcPct val="0"/>
      </a:spcAft>
      <a:defRPr kern="1200">
        <a:solidFill>
          <a:schemeClr val="tx1"/>
        </a:solidFill>
        <a:latin typeface="Arial" charset="0"/>
        <a:ea typeface="+mn-ea"/>
        <a:cs typeface="+mn-cs"/>
      </a:defRPr>
    </a:lvl4pPr>
    <a:lvl5pPr marL="1828800" algn="l" defTabSz="457200"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965A7"/>
    <a:srgbClr val="595959"/>
    <a:srgbClr val="D2D2D2"/>
    <a:srgbClr val="FECA22"/>
    <a:srgbClr val="97EBFF"/>
    <a:srgbClr val="FAA906"/>
    <a:srgbClr val="FFFFFF"/>
    <a:srgbClr val="61932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vertBarState="maximized">
    <p:restoredLeft sz="13049" autoAdjust="0"/>
    <p:restoredTop sz="93950" autoAdjust="0"/>
  </p:normalViewPr>
  <p:slideViewPr>
    <p:cSldViewPr snapToGrid="0">
      <p:cViewPr>
        <p:scale>
          <a:sx n="64" d="100"/>
          <a:sy n="64" d="100"/>
        </p:scale>
        <p:origin x="-1332" y="-210"/>
      </p:cViewPr>
      <p:guideLst>
        <p:guide orient="horz" pos="3940"/>
        <p:guide orient="horz" pos="495"/>
        <p:guide pos="5474"/>
        <p:guide pos="290"/>
        <p:guide pos="3259"/>
      </p:guideLst>
    </p:cSldViewPr>
  </p:slideViewPr>
  <p:notesTextViewPr>
    <p:cViewPr>
      <p:scale>
        <a:sx n="100" d="100"/>
        <a:sy n="100" d="100"/>
      </p:scale>
      <p:origin x="0" y="0"/>
    </p:cViewPr>
  </p:notesTextViewPr>
  <p:sorterViewPr>
    <p:cViewPr>
      <p:scale>
        <a:sx n="60" d="100"/>
        <a:sy n="60" d="100"/>
      </p:scale>
      <p:origin x="0" y="0"/>
    </p:cViewPr>
  </p:sorterViewPr>
  <p:notesViewPr>
    <p:cSldViewPr snapToGrid="0">
      <p:cViewPr>
        <p:scale>
          <a:sx n="82" d="100"/>
          <a:sy n="82" d="100"/>
        </p:scale>
        <p:origin x="-2274" y="648"/>
      </p:cViewPr>
      <p:guideLst>
        <p:guide orient="horz" pos="2880"/>
        <p:guide pos="2160"/>
      </p:guideLst>
    </p:cSldViewPr>
  </p:notesViewPr>
  <p:gridSpacing cx="36004" cy="36004"/>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slide" Target="slides/slide64.xml"/><Relationship Id="rId84" Type="http://schemas.openxmlformats.org/officeDocument/2006/relationships/slide" Target="slides/slide80.xml"/><Relationship Id="rId89" Type="http://schemas.openxmlformats.org/officeDocument/2006/relationships/slide" Target="slides/slide85.xml"/><Relationship Id="rId16" Type="http://schemas.openxmlformats.org/officeDocument/2006/relationships/slide" Target="slides/slide12.xml"/><Relationship Id="rId107" Type="http://schemas.openxmlformats.org/officeDocument/2006/relationships/tableStyles" Target="tableStyles.xml"/><Relationship Id="rId11" Type="http://schemas.openxmlformats.org/officeDocument/2006/relationships/slide" Target="slides/slide7.xml"/><Relationship Id="rId32" Type="http://schemas.openxmlformats.org/officeDocument/2006/relationships/slide" Target="slides/slide28.xml"/><Relationship Id="rId37" Type="http://schemas.openxmlformats.org/officeDocument/2006/relationships/slide" Target="slides/slide33.xml"/><Relationship Id="rId53" Type="http://schemas.openxmlformats.org/officeDocument/2006/relationships/slide" Target="slides/slide49.xml"/><Relationship Id="rId58" Type="http://schemas.openxmlformats.org/officeDocument/2006/relationships/slide" Target="slides/slide54.xml"/><Relationship Id="rId74" Type="http://schemas.openxmlformats.org/officeDocument/2006/relationships/slide" Target="slides/slide70.xml"/><Relationship Id="rId79" Type="http://schemas.openxmlformats.org/officeDocument/2006/relationships/slide" Target="slides/slide75.xml"/><Relationship Id="rId102" Type="http://schemas.openxmlformats.org/officeDocument/2006/relationships/notesMaster" Target="notesMasters/notesMaster1.xml"/><Relationship Id="rId5" Type="http://schemas.openxmlformats.org/officeDocument/2006/relationships/slide" Target="slides/slide1.xml"/><Relationship Id="rId90" Type="http://schemas.openxmlformats.org/officeDocument/2006/relationships/slide" Target="slides/slide86.xml"/><Relationship Id="rId95" Type="http://schemas.openxmlformats.org/officeDocument/2006/relationships/slide" Target="slides/slide91.xml"/><Relationship Id="rId22" Type="http://schemas.openxmlformats.org/officeDocument/2006/relationships/slide" Target="slides/slide18.xml"/><Relationship Id="rId27" Type="http://schemas.openxmlformats.org/officeDocument/2006/relationships/slide" Target="slides/slide23.xml"/><Relationship Id="rId43" Type="http://schemas.openxmlformats.org/officeDocument/2006/relationships/slide" Target="slides/slide39.xml"/><Relationship Id="rId48" Type="http://schemas.openxmlformats.org/officeDocument/2006/relationships/slide" Target="slides/slide44.xml"/><Relationship Id="rId64" Type="http://schemas.openxmlformats.org/officeDocument/2006/relationships/slide" Target="slides/slide60.xml"/><Relationship Id="rId69" Type="http://schemas.openxmlformats.org/officeDocument/2006/relationships/slide" Target="slides/slide65.xml"/><Relationship Id="rId80" Type="http://schemas.openxmlformats.org/officeDocument/2006/relationships/slide" Target="slides/slide76.xml"/><Relationship Id="rId85" Type="http://schemas.openxmlformats.org/officeDocument/2006/relationships/slide" Target="slides/slide81.xml"/><Relationship Id="rId12" Type="http://schemas.openxmlformats.org/officeDocument/2006/relationships/slide" Target="slides/slide8.xml"/><Relationship Id="rId17" Type="http://schemas.openxmlformats.org/officeDocument/2006/relationships/slide" Target="slides/slide13.xml"/><Relationship Id="rId33" Type="http://schemas.openxmlformats.org/officeDocument/2006/relationships/slide" Target="slides/slide29.xml"/><Relationship Id="rId38" Type="http://schemas.openxmlformats.org/officeDocument/2006/relationships/slide" Target="slides/slide34.xml"/><Relationship Id="rId59" Type="http://schemas.openxmlformats.org/officeDocument/2006/relationships/slide" Target="slides/slide55.xml"/><Relationship Id="rId103" Type="http://schemas.openxmlformats.org/officeDocument/2006/relationships/handoutMaster" Target="handoutMasters/handoutMaster1.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openxmlformats.org/officeDocument/2006/relationships/slide" Target="slides/slide66.xml"/><Relationship Id="rId75" Type="http://schemas.openxmlformats.org/officeDocument/2006/relationships/slide" Target="slides/slide71.xml"/><Relationship Id="rId83" Type="http://schemas.openxmlformats.org/officeDocument/2006/relationships/slide" Target="slides/slide79.xml"/><Relationship Id="rId88" Type="http://schemas.openxmlformats.org/officeDocument/2006/relationships/slide" Target="slides/slide84.xml"/><Relationship Id="rId91" Type="http://schemas.openxmlformats.org/officeDocument/2006/relationships/slide" Target="slides/slide87.xml"/><Relationship Id="rId96" Type="http://schemas.openxmlformats.org/officeDocument/2006/relationships/slide" Target="slides/slide92.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6" Type="http://schemas.openxmlformats.org/officeDocument/2006/relationships/theme" Target="theme/theme1.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73" Type="http://schemas.openxmlformats.org/officeDocument/2006/relationships/slide" Target="slides/slide69.xml"/><Relationship Id="rId78" Type="http://schemas.openxmlformats.org/officeDocument/2006/relationships/slide" Target="slides/slide74.xml"/><Relationship Id="rId81" Type="http://schemas.openxmlformats.org/officeDocument/2006/relationships/slide" Target="slides/slide77.xml"/><Relationship Id="rId86" Type="http://schemas.openxmlformats.org/officeDocument/2006/relationships/slide" Target="slides/slide82.xml"/><Relationship Id="rId94" Type="http://schemas.openxmlformats.org/officeDocument/2006/relationships/slide" Target="slides/slide90.xml"/><Relationship Id="rId99" Type="http://schemas.openxmlformats.org/officeDocument/2006/relationships/slide" Target="slides/slide95.xml"/><Relationship Id="rId101" Type="http://schemas.openxmlformats.org/officeDocument/2006/relationships/slide" Target="slides/slide97.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6" Type="http://schemas.openxmlformats.org/officeDocument/2006/relationships/slide" Target="slides/slide72.xml"/><Relationship Id="rId97" Type="http://schemas.openxmlformats.org/officeDocument/2006/relationships/slide" Target="slides/slide93.xml"/><Relationship Id="rId104" Type="http://schemas.openxmlformats.org/officeDocument/2006/relationships/presProps" Target="presProps.xml"/><Relationship Id="rId7" Type="http://schemas.openxmlformats.org/officeDocument/2006/relationships/slide" Target="slides/slide3.xml"/><Relationship Id="rId71" Type="http://schemas.openxmlformats.org/officeDocument/2006/relationships/slide" Target="slides/slide67.xml"/><Relationship Id="rId92" Type="http://schemas.openxmlformats.org/officeDocument/2006/relationships/slide" Target="slides/slide88.xml"/><Relationship Id="rId2" Type="http://schemas.openxmlformats.org/officeDocument/2006/relationships/customXml" Target="../customXml/item2.xml"/><Relationship Id="rId29" Type="http://schemas.openxmlformats.org/officeDocument/2006/relationships/slide" Target="slides/slide25.xml"/><Relationship Id="rId24" Type="http://schemas.openxmlformats.org/officeDocument/2006/relationships/slide" Target="slides/slide20.xml"/><Relationship Id="rId40" Type="http://schemas.openxmlformats.org/officeDocument/2006/relationships/slide" Target="slides/slide36.xml"/><Relationship Id="rId45" Type="http://schemas.openxmlformats.org/officeDocument/2006/relationships/slide" Target="slides/slide41.xml"/><Relationship Id="rId66" Type="http://schemas.openxmlformats.org/officeDocument/2006/relationships/slide" Target="slides/slide62.xml"/><Relationship Id="rId87" Type="http://schemas.openxmlformats.org/officeDocument/2006/relationships/slide" Target="slides/slide83.xml"/><Relationship Id="rId61" Type="http://schemas.openxmlformats.org/officeDocument/2006/relationships/slide" Target="slides/slide57.xml"/><Relationship Id="rId82" Type="http://schemas.openxmlformats.org/officeDocument/2006/relationships/slide" Target="slides/slide78.xml"/><Relationship Id="rId19" Type="http://schemas.openxmlformats.org/officeDocument/2006/relationships/slide" Target="slides/slide15.xml"/><Relationship Id="rId14" Type="http://schemas.openxmlformats.org/officeDocument/2006/relationships/slide" Target="slides/slide10.xml"/><Relationship Id="rId30" Type="http://schemas.openxmlformats.org/officeDocument/2006/relationships/slide" Target="slides/slide26.xml"/><Relationship Id="rId35" Type="http://schemas.openxmlformats.org/officeDocument/2006/relationships/slide" Target="slides/slide31.xml"/><Relationship Id="rId56" Type="http://schemas.openxmlformats.org/officeDocument/2006/relationships/slide" Target="slides/slide52.xml"/><Relationship Id="rId77" Type="http://schemas.openxmlformats.org/officeDocument/2006/relationships/slide" Target="slides/slide73.xml"/><Relationship Id="rId100" Type="http://schemas.openxmlformats.org/officeDocument/2006/relationships/slide" Target="slides/slide96.xml"/><Relationship Id="rId105" Type="http://schemas.openxmlformats.org/officeDocument/2006/relationships/viewProps" Target="viewProps.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slide" Target="slides/slide68.xml"/><Relationship Id="rId93" Type="http://schemas.openxmlformats.org/officeDocument/2006/relationships/slide" Target="slides/slide89.xml"/><Relationship Id="rId98" Type="http://schemas.openxmlformats.org/officeDocument/2006/relationships/slide" Target="slides/slide94.xml"/><Relationship Id="rId3" Type="http://schemas.openxmlformats.org/officeDocument/2006/relationships/customXml" Target="../customXml/item3.xml"/><Relationship Id="rId25" Type="http://schemas.openxmlformats.org/officeDocument/2006/relationships/slide" Target="slides/slide21.xml"/><Relationship Id="rId46" Type="http://schemas.openxmlformats.org/officeDocument/2006/relationships/slide" Target="slides/slide42.xml"/><Relationship Id="rId67" Type="http://schemas.openxmlformats.org/officeDocument/2006/relationships/slide" Target="slides/slide63.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fontAlgn="auto">
              <a:spcBef>
                <a:spcPts val="0"/>
              </a:spcBef>
              <a:spcAft>
                <a:spcPts val="0"/>
              </a:spcAft>
              <a:defRPr sz="1200">
                <a:latin typeface="+mn-lt"/>
              </a:defRPr>
            </a:lvl1pPr>
          </a:lstStyle>
          <a:p>
            <a:pPr>
              <a:defRPr/>
            </a:pPr>
            <a:fld id="{BA8168CF-6B4E-4E53-9CD8-EDE0D5508C73}" type="slidenum">
              <a:rPr lang="en-US"/>
              <a:pPr>
                <a:defRPr/>
              </a:pPr>
              <a:t>‹#›</a:t>
            </a:fld>
            <a:endParaRPr lang="en-US"/>
          </a:p>
        </p:txBody>
      </p:sp>
    </p:spTree>
    <p:extLst>
      <p:ext uri="{BB962C8B-B14F-4D97-AF65-F5344CB8AC3E}">
        <p14:creationId xmlns:p14="http://schemas.microsoft.com/office/powerpoint/2010/main" val="3927069140"/>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wrap="square" lIns="91440" tIns="45720" rIns="91440" bIns="45720" numCol="1" anchor="t" anchorCtr="0" compatLnSpc="1">
            <a:prstTxWarp prst="textNoShape">
              <a:avLst/>
            </a:prstTxWarp>
          </a:bodyPr>
          <a:lstStyle>
            <a:lvl1pPr>
              <a:defRPr sz="1200">
                <a:latin typeface="Calibri" pitchFamily="34" charset="0"/>
              </a:defRPr>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fontAlgn="auto">
              <a:spcBef>
                <a:spcPts val="0"/>
              </a:spcBef>
              <a:spcAft>
                <a:spcPts val="0"/>
              </a:spcAft>
              <a:defRPr sz="1200">
                <a:latin typeface="+mn-lt"/>
              </a:defRPr>
            </a:lvl1pPr>
          </a:lstStyle>
          <a:p>
            <a:pPr>
              <a:defRPr/>
            </a:pPr>
            <a:fld id="{27174C87-4994-4C76-A83F-AC99BC4534FB}" type="datetimeFigureOut">
              <a:rPr lang="en-US"/>
              <a:pPr>
                <a:defRPr/>
              </a:pPr>
              <a:t>11/25/2018</a:t>
            </a:fld>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a:p>
        </p:txBody>
      </p:sp>
      <p:sp>
        <p:nvSpPr>
          <p:cNvPr id="6" name="Footer Placeholder 5"/>
          <p:cNvSpPr>
            <a:spLocks noGrp="1"/>
          </p:cNvSpPr>
          <p:nvPr>
            <p:ph type="ftr" sz="quarter" idx="4"/>
          </p:nvPr>
        </p:nvSpPr>
        <p:spPr>
          <a:xfrm>
            <a:off x="0" y="8685213"/>
            <a:ext cx="2971800" cy="457200"/>
          </a:xfrm>
          <a:prstGeom prst="rect">
            <a:avLst/>
          </a:prstGeom>
        </p:spPr>
        <p:txBody>
          <a:bodyPr vert="horz" wrap="square" lIns="91440" tIns="45720" rIns="91440" bIns="45720" numCol="1" anchor="b" anchorCtr="0" compatLnSpc="1">
            <a:prstTxWarp prst="textNoShape">
              <a:avLst/>
            </a:prstTxWarp>
          </a:bodyPr>
          <a:lstStyle>
            <a:lvl1pPr>
              <a:defRPr sz="1200">
                <a:latin typeface="Calibri" pitchFamily="34" charset="0"/>
              </a:defRPr>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fontAlgn="auto">
              <a:spcBef>
                <a:spcPts val="0"/>
              </a:spcBef>
              <a:spcAft>
                <a:spcPts val="0"/>
              </a:spcAft>
              <a:defRPr sz="1200">
                <a:latin typeface="+mn-lt"/>
              </a:defRPr>
            </a:lvl1pPr>
          </a:lstStyle>
          <a:p>
            <a:pPr>
              <a:defRPr/>
            </a:pPr>
            <a:fld id="{B36BE00D-63B0-427F-B774-D80C241033DA}" type="slidenum">
              <a:rPr lang="en-US"/>
              <a:pPr>
                <a:defRPr/>
              </a:pPr>
              <a:t>‹#›</a:t>
            </a:fld>
            <a:endParaRPr lang="en-US"/>
          </a:p>
        </p:txBody>
      </p:sp>
    </p:spTree>
    <p:extLst>
      <p:ext uri="{BB962C8B-B14F-4D97-AF65-F5344CB8AC3E}">
        <p14:creationId xmlns:p14="http://schemas.microsoft.com/office/powerpoint/2010/main" val="3029745432"/>
      </p:ext>
    </p:extLst>
  </p:cSld>
  <p:clrMap bg1="lt1" tx1="dk1" bg2="lt2" tx2="dk2" accent1="accent1" accent2="accent2" accent3="accent3" accent4="accent4" accent5="accent5" accent6="accent6" hlink="hlink" folHlink="folHlink"/>
  <p:hf hdr="0" ftr="0" dt="0"/>
  <p:notesStyle>
    <a:lvl1pPr algn="l" defTabSz="457200" rtl="0" eaLnBrk="0" fontAlgn="base" hangingPunct="0">
      <a:spcBef>
        <a:spcPct val="30000"/>
      </a:spcBef>
      <a:spcAft>
        <a:spcPct val="0"/>
      </a:spcAft>
      <a:defRPr sz="1200" kern="1200">
        <a:solidFill>
          <a:schemeClr val="tx1"/>
        </a:solidFill>
        <a:latin typeface="+mn-lt"/>
        <a:ea typeface="+mn-ea"/>
        <a:cs typeface="+mn-cs"/>
      </a:defRPr>
    </a:lvl1pPr>
    <a:lvl2pPr marL="457200" algn="l" defTabSz="457200" rtl="0" eaLnBrk="0" fontAlgn="base" hangingPunct="0">
      <a:spcBef>
        <a:spcPct val="30000"/>
      </a:spcBef>
      <a:spcAft>
        <a:spcPct val="0"/>
      </a:spcAft>
      <a:defRPr sz="1200" kern="1200">
        <a:solidFill>
          <a:schemeClr val="tx1"/>
        </a:solidFill>
        <a:latin typeface="+mn-lt"/>
        <a:ea typeface="+mn-ea"/>
        <a:cs typeface="+mn-cs"/>
      </a:defRPr>
    </a:lvl2pPr>
    <a:lvl3pPr marL="914400" algn="l" defTabSz="457200" rtl="0" eaLnBrk="0" fontAlgn="base" hangingPunct="0">
      <a:spcBef>
        <a:spcPct val="30000"/>
      </a:spcBef>
      <a:spcAft>
        <a:spcPct val="0"/>
      </a:spcAft>
      <a:defRPr sz="1200" kern="1200">
        <a:solidFill>
          <a:schemeClr val="tx1"/>
        </a:solidFill>
        <a:latin typeface="+mn-lt"/>
        <a:ea typeface="+mn-ea"/>
        <a:cs typeface="+mn-cs"/>
      </a:defRPr>
    </a:lvl3pPr>
    <a:lvl4pPr marL="1371600" algn="l" defTabSz="457200" rtl="0" eaLnBrk="0" fontAlgn="base" hangingPunct="0">
      <a:spcBef>
        <a:spcPct val="30000"/>
      </a:spcBef>
      <a:spcAft>
        <a:spcPct val="0"/>
      </a:spcAft>
      <a:defRPr sz="1200" kern="1200">
        <a:solidFill>
          <a:schemeClr val="tx1"/>
        </a:solidFill>
        <a:latin typeface="+mn-lt"/>
        <a:ea typeface="+mn-ea"/>
        <a:cs typeface="+mn-cs"/>
      </a:defRPr>
    </a:lvl4pPr>
    <a:lvl5pPr marL="1828800" algn="l" defTabSz="457200" rtl="0" eaLnBrk="0" fontAlgn="base" hangingPunct="0">
      <a:spcBef>
        <a:spcPct val="30000"/>
      </a:spcBef>
      <a:spcAft>
        <a:spcPct val="0"/>
      </a:spcAft>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3" Type="http://schemas.openxmlformats.org/officeDocument/2006/relationships/hyperlink" Target="http://ant.apache.org/manual/Types/fileset.html" TargetMode="External"/><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7" name="Slide Image Placeholder 1"/>
          <p:cNvSpPr>
            <a:spLocks noGrp="1" noRot="1" noChangeAspect="1" noTextEdit="1"/>
          </p:cNvSpPr>
          <p:nvPr>
            <p:ph type="sldImg"/>
          </p:nvPr>
        </p:nvSpPr>
        <p:spPr bwMode="auto">
          <a:xfrm>
            <a:off x="1143000" y="685800"/>
            <a:ext cx="4572000" cy="3429000"/>
          </a:xfrm>
          <a:prstGeom prst="rect">
            <a:avLst/>
          </a:prstGeom>
          <a:noFill/>
          <a:ln>
            <a:solidFill>
              <a:srgbClr val="000000"/>
            </a:solidFill>
            <a:miter lim="800000"/>
            <a:headEnd/>
            <a:tailEnd/>
          </a:ln>
        </p:spPr>
      </p:sp>
      <p:sp>
        <p:nvSpPr>
          <p:cNvPr id="34818"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dirty="0" smtClean="0"/>
          </a:p>
        </p:txBody>
      </p:sp>
      <p:sp>
        <p:nvSpPr>
          <p:cNvPr id="34820" name="Slide Number Placeholder 4"/>
          <p:cNvSpPr txBox="1">
            <a:spLocks noGrp="1"/>
          </p:cNvSpPr>
          <p:nvPr/>
        </p:nvSpPr>
        <p:spPr bwMode="auto">
          <a:xfrm>
            <a:off x="3884613" y="8685213"/>
            <a:ext cx="2971800" cy="457200"/>
          </a:xfrm>
          <a:prstGeom prst="rect">
            <a:avLst/>
          </a:prstGeom>
          <a:noFill/>
          <a:ln>
            <a:miter lim="800000"/>
            <a:headEnd/>
            <a:tailEnd/>
          </a:ln>
        </p:spPr>
        <p:txBody>
          <a:bodyPr anchor="b"/>
          <a:lstStyle/>
          <a:p>
            <a:pPr algn="r">
              <a:defRPr/>
            </a:pPr>
            <a:fld id="{E18C3F08-0E36-41B0-84C9-E668CE40B0CB}" type="slidenum">
              <a:rPr lang="en-US" sz="1200">
                <a:latin typeface="+mn-lt"/>
              </a:rPr>
              <a:pPr algn="r">
                <a:defRPr/>
              </a:pPr>
              <a:t>1</a:t>
            </a:fld>
            <a:endParaRPr lang="en-US" sz="1200">
              <a:latin typeface="+mn-lt"/>
            </a:endParaRPr>
          </a:p>
        </p:txBody>
      </p:sp>
      <p:sp>
        <p:nvSpPr>
          <p:cNvPr id="2" name="Slide Number Placeholder 1"/>
          <p:cNvSpPr>
            <a:spLocks noGrp="1"/>
          </p:cNvSpPr>
          <p:nvPr>
            <p:ph type="sldNum" sz="quarter" idx="10"/>
          </p:nvPr>
        </p:nvSpPr>
        <p:spPr/>
        <p:txBody>
          <a:bodyPr/>
          <a:lstStyle/>
          <a:p>
            <a:pPr>
              <a:defRPr/>
            </a:pPr>
            <a:fld id="{B36BE00D-63B0-427F-B774-D80C241033DA}" type="slidenum">
              <a:rPr lang="en-US" smtClean="0"/>
              <a:pPr>
                <a:defRPr/>
              </a:pPr>
              <a:t>1</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Slide Image Placeholder 1"/>
          <p:cNvSpPr>
            <a:spLocks noGrp="1" noRot="1" noChangeAspect="1" noTextEdit="1"/>
          </p:cNvSpPr>
          <p:nvPr>
            <p:ph type="sldImg"/>
          </p:nvPr>
        </p:nvSpPr>
        <p:spPr bwMode="auto">
          <a:xfrm>
            <a:off x="1143000" y="685800"/>
            <a:ext cx="4572000" cy="3429000"/>
          </a:xfrm>
          <a:prstGeom prst="rect">
            <a:avLst/>
          </a:prstGeom>
          <a:noFill/>
          <a:ln>
            <a:solidFill>
              <a:srgbClr val="000000"/>
            </a:solidFill>
            <a:miter lim="800000"/>
            <a:headEnd/>
            <a:tailEnd/>
          </a:ln>
        </p:spPr>
      </p:sp>
      <p:sp>
        <p:nvSpPr>
          <p:cNvPr id="36866"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dirty="0" smtClean="0"/>
          </a:p>
        </p:txBody>
      </p:sp>
      <p:sp>
        <p:nvSpPr>
          <p:cNvPr id="2" name="Slide Number Placeholder 1"/>
          <p:cNvSpPr>
            <a:spLocks noGrp="1"/>
          </p:cNvSpPr>
          <p:nvPr>
            <p:ph type="sldNum" sz="quarter" idx="10"/>
          </p:nvPr>
        </p:nvSpPr>
        <p:spPr/>
        <p:txBody>
          <a:bodyPr/>
          <a:lstStyle/>
          <a:p>
            <a:pPr>
              <a:defRPr/>
            </a:pPr>
            <a:fld id="{B36BE00D-63B0-427F-B774-D80C241033DA}" type="slidenum">
              <a:rPr lang="en-US" smtClean="0"/>
              <a:pPr>
                <a:defRPr/>
              </a:pPr>
              <a:t>2</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3" name="Slide Image Placeholder 1"/>
          <p:cNvSpPr>
            <a:spLocks noGrp="1" noRot="1" noChangeAspect="1" noTextEdit="1"/>
          </p:cNvSpPr>
          <p:nvPr>
            <p:ph type="sldImg"/>
          </p:nvPr>
        </p:nvSpPr>
        <p:spPr bwMode="auto">
          <a:xfrm>
            <a:off x="1143000" y="685800"/>
            <a:ext cx="4572000" cy="3429000"/>
          </a:xfrm>
          <a:prstGeom prst="rect">
            <a:avLst/>
          </a:prstGeom>
          <a:noFill/>
          <a:ln>
            <a:solidFill>
              <a:srgbClr val="000000"/>
            </a:solidFill>
            <a:miter lim="800000"/>
            <a:headEnd/>
            <a:tailEnd/>
          </a:ln>
        </p:spPr>
      </p:sp>
      <p:sp>
        <p:nvSpPr>
          <p:cNvPr id="38914"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smtClean="0"/>
          </a:p>
        </p:txBody>
      </p:sp>
      <p:sp>
        <p:nvSpPr>
          <p:cNvPr id="2" name="Slide Number Placeholder 1"/>
          <p:cNvSpPr>
            <a:spLocks noGrp="1"/>
          </p:cNvSpPr>
          <p:nvPr>
            <p:ph type="sldNum" sz="quarter" idx="10"/>
          </p:nvPr>
        </p:nvSpPr>
        <p:spPr/>
        <p:txBody>
          <a:bodyPr/>
          <a:lstStyle/>
          <a:p>
            <a:pPr>
              <a:defRPr/>
            </a:pPr>
            <a:fld id="{B36BE00D-63B0-427F-B774-D80C241033DA}" type="slidenum">
              <a:rPr lang="en-US" smtClean="0"/>
              <a:pPr>
                <a:defRPr/>
              </a:pPr>
              <a:t>3</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1" name="Slide Image Placeholder 1"/>
          <p:cNvSpPr>
            <a:spLocks noGrp="1" noRot="1" noChangeAspect="1" noTextEdit="1"/>
          </p:cNvSpPr>
          <p:nvPr>
            <p:ph type="sldImg"/>
          </p:nvPr>
        </p:nvSpPr>
        <p:spPr bwMode="auto">
          <a:xfrm>
            <a:off x="1143000" y="685800"/>
            <a:ext cx="4572000" cy="3429000"/>
          </a:xfrm>
          <a:prstGeom prst="rect">
            <a:avLst/>
          </a:prstGeom>
          <a:noFill/>
          <a:ln>
            <a:solidFill>
              <a:srgbClr val="000000"/>
            </a:solidFill>
            <a:miter lim="800000"/>
            <a:headEnd/>
            <a:tailEnd/>
          </a:ln>
        </p:spPr>
      </p:sp>
      <p:sp>
        <p:nvSpPr>
          <p:cNvPr id="40962"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smtClean="0"/>
          </a:p>
        </p:txBody>
      </p:sp>
      <p:sp>
        <p:nvSpPr>
          <p:cNvPr id="2" name="Slide Number Placeholder 1"/>
          <p:cNvSpPr>
            <a:spLocks noGrp="1"/>
          </p:cNvSpPr>
          <p:nvPr>
            <p:ph type="sldNum" sz="quarter" idx="10"/>
          </p:nvPr>
        </p:nvSpPr>
        <p:spPr/>
        <p:txBody>
          <a:bodyPr/>
          <a:lstStyle/>
          <a:p>
            <a:pPr>
              <a:defRPr/>
            </a:pPr>
            <a:fld id="{B36BE00D-63B0-427F-B774-D80C241033DA}" type="slidenum">
              <a:rPr lang="en-US" smtClean="0"/>
              <a:pPr>
                <a:defRPr/>
              </a:pPr>
              <a:t>4</a:t>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p:cNvSpPr>
            <a:spLocks noGrp="1" noRot="1" noChangeAspect="1" noChangeArrowheads="1" noTextEdit="1"/>
          </p:cNvSpPr>
          <p:nvPr>
            <p:ph type="sldImg"/>
          </p:nvPr>
        </p:nvSpPr>
        <p:spPr bwMode="auto">
          <a:xfrm>
            <a:off x="1143000" y="685800"/>
            <a:ext cx="4572000" cy="3429000"/>
          </a:xfrm>
          <a:prstGeom prst="rect">
            <a:avLst/>
          </a:prstGeom>
          <a:noFill/>
          <a:ln>
            <a:solidFill>
              <a:srgbClr val="000000"/>
            </a:solidFill>
            <a:miter lim="800000"/>
            <a:headEnd/>
            <a:tailEnd/>
          </a:ln>
        </p:spPr>
      </p:sp>
      <p:sp>
        <p:nvSpPr>
          <p:cNvPr id="43011"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GB" b="1" smtClean="0"/>
          </a:p>
        </p:txBody>
      </p:sp>
      <p:sp>
        <p:nvSpPr>
          <p:cNvPr id="2" name="Slide Number Placeholder 1"/>
          <p:cNvSpPr>
            <a:spLocks noGrp="1"/>
          </p:cNvSpPr>
          <p:nvPr>
            <p:ph type="sldNum" sz="quarter" idx="10"/>
          </p:nvPr>
        </p:nvSpPr>
        <p:spPr/>
        <p:txBody>
          <a:bodyPr/>
          <a:lstStyle/>
          <a:p>
            <a:pPr>
              <a:defRPr/>
            </a:pPr>
            <a:fld id="{B36BE00D-63B0-427F-B774-D80C241033DA}" type="slidenum">
              <a:rPr lang="en-US" smtClean="0"/>
              <a:pPr>
                <a:defRPr/>
              </a:pPr>
              <a:t>5</a:t>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p:cNvSpPr>
            <a:spLocks noGrp="1" noRot="1" noChangeAspect="1" noChangeArrowheads="1" noTextEdit="1"/>
          </p:cNvSpPr>
          <p:nvPr>
            <p:ph type="sldImg"/>
          </p:nvPr>
        </p:nvSpPr>
        <p:spPr bwMode="auto">
          <a:xfrm>
            <a:off x="1143000" y="685800"/>
            <a:ext cx="4572000" cy="3429000"/>
          </a:xfrm>
          <a:prstGeom prst="rect">
            <a:avLst/>
          </a:prstGeom>
          <a:noFill/>
          <a:ln>
            <a:solidFill>
              <a:srgbClr val="000000"/>
            </a:solidFill>
            <a:miter lim="800000"/>
            <a:headEnd/>
            <a:tailEnd/>
          </a:ln>
        </p:spPr>
      </p:sp>
      <p:sp>
        <p:nvSpPr>
          <p:cNvPr id="45059"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GB" b="1" smtClean="0"/>
          </a:p>
        </p:txBody>
      </p:sp>
      <p:sp>
        <p:nvSpPr>
          <p:cNvPr id="2" name="Slide Number Placeholder 1"/>
          <p:cNvSpPr>
            <a:spLocks noGrp="1"/>
          </p:cNvSpPr>
          <p:nvPr>
            <p:ph type="sldNum" sz="quarter" idx="10"/>
          </p:nvPr>
        </p:nvSpPr>
        <p:spPr/>
        <p:txBody>
          <a:bodyPr/>
          <a:lstStyle/>
          <a:p>
            <a:pPr>
              <a:defRPr/>
            </a:pPr>
            <a:fld id="{B36BE00D-63B0-427F-B774-D80C241033DA}" type="slidenum">
              <a:rPr lang="en-US" smtClean="0"/>
              <a:pPr>
                <a:defRPr/>
              </a:pPr>
              <a:t>6</a:t>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p:cNvSpPr>
            <a:spLocks noGrp="1" noRot="1" noChangeAspect="1" noChangeArrowheads="1" noTextEdit="1"/>
          </p:cNvSpPr>
          <p:nvPr>
            <p:ph type="sldImg"/>
          </p:nvPr>
        </p:nvSpPr>
        <p:spPr bwMode="auto">
          <a:xfrm>
            <a:off x="1143000" y="685800"/>
            <a:ext cx="4572000" cy="3429000"/>
          </a:xfrm>
          <a:prstGeom prst="rect">
            <a:avLst/>
          </a:prstGeom>
          <a:noFill/>
          <a:ln>
            <a:solidFill>
              <a:srgbClr val="000000"/>
            </a:solidFill>
            <a:miter lim="800000"/>
            <a:headEnd/>
            <a:tailEnd/>
          </a:ln>
        </p:spPr>
      </p:sp>
      <p:sp>
        <p:nvSpPr>
          <p:cNvPr id="47107"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GB" b="1" smtClean="0"/>
          </a:p>
        </p:txBody>
      </p:sp>
      <p:sp>
        <p:nvSpPr>
          <p:cNvPr id="2" name="Slide Number Placeholder 1"/>
          <p:cNvSpPr>
            <a:spLocks noGrp="1"/>
          </p:cNvSpPr>
          <p:nvPr>
            <p:ph type="sldNum" sz="quarter" idx="10"/>
          </p:nvPr>
        </p:nvSpPr>
        <p:spPr/>
        <p:txBody>
          <a:bodyPr/>
          <a:lstStyle/>
          <a:p>
            <a:pPr>
              <a:defRPr/>
            </a:pPr>
            <a:fld id="{B36BE00D-63B0-427F-B774-D80C241033DA}" type="slidenum">
              <a:rPr lang="en-US" smtClean="0"/>
              <a:pPr>
                <a:defRPr/>
              </a:pPr>
              <a:t>7</a:t>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p:cNvSpPr>
            <a:spLocks noGrp="1" noRot="1" noChangeAspect="1" noChangeArrowheads="1" noTextEdit="1"/>
          </p:cNvSpPr>
          <p:nvPr>
            <p:ph type="sldImg"/>
          </p:nvPr>
        </p:nvSpPr>
        <p:spPr bwMode="auto">
          <a:xfrm>
            <a:off x="1143000" y="685800"/>
            <a:ext cx="4572000" cy="3429000"/>
          </a:xfrm>
          <a:prstGeom prst="rect">
            <a:avLst/>
          </a:prstGeom>
          <a:noFill/>
          <a:ln>
            <a:solidFill>
              <a:srgbClr val="000000"/>
            </a:solidFill>
            <a:miter lim="800000"/>
            <a:headEnd/>
            <a:tailEnd/>
          </a:ln>
        </p:spPr>
      </p:sp>
      <p:sp>
        <p:nvSpPr>
          <p:cNvPr id="49155"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GB" b="1" smtClean="0"/>
          </a:p>
        </p:txBody>
      </p:sp>
      <p:sp>
        <p:nvSpPr>
          <p:cNvPr id="2" name="Slide Number Placeholder 1"/>
          <p:cNvSpPr>
            <a:spLocks noGrp="1"/>
          </p:cNvSpPr>
          <p:nvPr>
            <p:ph type="sldNum" sz="quarter" idx="10"/>
          </p:nvPr>
        </p:nvSpPr>
        <p:spPr/>
        <p:txBody>
          <a:bodyPr/>
          <a:lstStyle/>
          <a:p>
            <a:pPr>
              <a:defRPr/>
            </a:pPr>
            <a:fld id="{B36BE00D-63B0-427F-B774-D80C241033DA}" type="slidenum">
              <a:rPr lang="en-US" smtClean="0"/>
              <a:pPr>
                <a:defRPr/>
              </a:pPr>
              <a:t>8</a:t>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p:cNvSpPr>
            <a:spLocks noGrp="1" noRot="1" noChangeAspect="1" noChangeArrowheads="1" noTextEdit="1"/>
          </p:cNvSpPr>
          <p:nvPr>
            <p:ph type="sldImg"/>
          </p:nvPr>
        </p:nvSpPr>
        <p:spPr bwMode="auto">
          <a:xfrm>
            <a:off x="1143000" y="685800"/>
            <a:ext cx="4572000" cy="3429000"/>
          </a:xfrm>
          <a:prstGeom prst="rect">
            <a:avLst/>
          </a:prstGeom>
          <a:noFill/>
          <a:ln>
            <a:solidFill>
              <a:srgbClr val="000000"/>
            </a:solidFill>
            <a:miter lim="800000"/>
            <a:headEnd/>
            <a:tailEnd/>
          </a:ln>
        </p:spPr>
      </p:sp>
      <p:sp>
        <p:nvSpPr>
          <p:cNvPr id="51203"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GB" b="1" smtClean="0"/>
          </a:p>
        </p:txBody>
      </p:sp>
      <p:sp>
        <p:nvSpPr>
          <p:cNvPr id="2" name="Slide Number Placeholder 1"/>
          <p:cNvSpPr>
            <a:spLocks noGrp="1"/>
          </p:cNvSpPr>
          <p:nvPr>
            <p:ph type="sldNum" sz="quarter" idx="10"/>
          </p:nvPr>
        </p:nvSpPr>
        <p:spPr/>
        <p:txBody>
          <a:bodyPr/>
          <a:lstStyle/>
          <a:p>
            <a:pPr>
              <a:defRPr/>
            </a:pPr>
            <a:fld id="{B36BE00D-63B0-427F-B774-D80C241033DA}" type="slidenum">
              <a:rPr lang="en-US" smtClean="0"/>
              <a:pPr>
                <a:defRPr/>
              </a:pPr>
              <a:t>9</a:t>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
          <p:cNvSpPr>
            <a:spLocks noGrp="1" noRot="1" noChangeAspect="1" noChangeArrowheads="1" noTextEdit="1"/>
          </p:cNvSpPr>
          <p:nvPr>
            <p:ph type="sldImg"/>
          </p:nvPr>
        </p:nvSpPr>
        <p:spPr bwMode="auto">
          <a:xfrm>
            <a:off x="1143000" y="685800"/>
            <a:ext cx="4572000" cy="3429000"/>
          </a:xfrm>
          <a:prstGeom prst="rect">
            <a:avLst/>
          </a:prstGeom>
          <a:noFill/>
          <a:ln>
            <a:solidFill>
              <a:srgbClr val="000000"/>
            </a:solidFill>
            <a:miter lim="800000"/>
            <a:headEnd/>
            <a:tailEnd/>
          </a:ln>
        </p:spPr>
      </p:sp>
      <p:sp>
        <p:nvSpPr>
          <p:cNvPr id="53251"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GB" b="1" smtClean="0"/>
          </a:p>
        </p:txBody>
      </p:sp>
      <p:sp>
        <p:nvSpPr>
          <p:cNvPr id="2" name="Slide Number Placeholder 1"/>
          <p:cNvSpPr>
            <a:spLocks noGrp="1"/>
          </p:cNvSpPr>
          <p:nvPr>
            <p:ph type="sldNum" sz="quarter" idx="10"/>
          </p:nvPr>
        </p:nvSpPr>
        <p:spPr/>
        <p:txBody>
          <a:bodyPr/>
          <a:lstStyle/>
          <a:p>
            <a:pPr>
              <a:defRPr/>
            </a:pPr>
            <a:fld id="{B36BE00D-63B0-427F-B774-D80C241033DA}" type="slidenum">
              <a:rPr lang="en-US" smtClean="0"/>
              <a:pPr>
                <a:defRPr/>
              </a:pPr>
              <a:t>10</a:t>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p:cNvSpPr>
            <a:spLocks noGrp="1" noRot="1" noChangeAspect="1" noChangeArrowheads="1" noTextEdit="1"/>
          </p:cNvSpPr>
          <p:nvPr>
            <p:ph type="sldImg"/>
          </p:nvPr>
        </p:nvSpPr>
        <p:spPr bwMode="auto">
          <a:xfrm>
            <a:off x="1143000" y="685800"/>
            <a:ext cx="4572000" cy="3429000"/>
          </a:xfrm>
          <a:prstGeom prst="rect">
            <a:avLst/>
          </a:prstGeom>
          <a:noFill/>
          <a:ln>
            <a:solidFill>
              <a:srgbClr val="000000"/>
            </a:solidFill>
            <a:miter lim="800000"/>
            <a:headEnd/>
            <a:tailEnd/>
          </a:ln>
        </p:spPr>
      </p:sp>
      <p:sp>
        <p:nvSpPr>
          <p:cNvPr id="55299"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GB" b="1" smtClean="0"/>
          </a:p>
        </p:txBody>
      </p:sp>
      <p:sp>
        <p:nvSpPr>
          <p:cNvPr id="2" name="Slide Number Placeholder 1"/>
          <p:cNvSpPr>
            <a:spLocks noGrp="1"/>
          </p:cNvSpPr>
          <p:nvPr>
            <p:ph type="sldNum" sz="quarter" idx="10"/>
          </p:nvPr>
        </p:nvSpPr>
        <p:spPr/>
        <p:txBody>
          <a:bodyPr/>
          <a:lstStyle/>
          <a:p>
            <a:pPr>
              <a:defRPr/>
            </a:pPr>
            <a:fld id="{B36BE00D-63B0-427F-B774-D80C241033DA}" type="slidenum">
              <a:rPr lang="en-US" smtClean="0"/>
              <a:pPr>
                <a:defRPr/>
              </a:pPr>
              <a:t>11</a:t>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5" name="Slide Image Placeholder 1"/>
          <p:cNvSpPr>
            <a:spLocks noGrp="1" noRot="1" noChangeAspect="1" noTextEdit="1"/>
          </p:cNvSpPr>
          <p:nvPr>
            <p:ph type="sldImg"/>
          </p:nvPr>
        </p:nvSpPr>
        <p:spPr bwMode="auto">
          <a:xfrm>
            <a:off x="1143000" y="685800"/>
            <a:ext cx="4572000" cy="3429000"/>
          </a:xfrm>
          <a:prstGeom prst="rect">
            <a:avLst/>
          </a:prstGeom>
          <a:noFill/>
          <a:ln>
            <a:solidFill>
              <a:srgbClr val="000000"/>
            </a:solidFill>
            <a:miter lim="800000"/>
            <a:headEnd/>
            <a:tailEnd/>
          </a:ln>
        </p:spPr>
      </p:sp>
      <p:sp>
        <p:nvSpPr>
          <p:cNvPr id="57346"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smtClean="0"/>
          </a:p>
        </p:txBody>
      </p:sp>
      <p:sp>
        <p:nvSpPr>
          <p:cNvPr id="2" name="Slide Number Placeholder 1"/>
          <p:cNvSpPr>
            <a:spLocks noGrp="1"/>
          </p:cNvSpPr>
          <p:nvPr>
            <p:ph type="sldNum" sz="quarter" idx="10"/>
          </p:nvPr>
        </p:nvSpPr>
        <p:spPr/>
        <p:txBody>
          <a:bodyPr/>
          <a:lstStyle/>
          <a:p>
            <a:pPr>
              <a:defRPr/>
            </a:pPr>
            <a:fld id="{B36BE00D-63B0-427F-B774-D80C241033DA}" type="slidenum">
              <a:rPr lang="en-US" smtClean="0"/>
              <a:pPr>
                <a:defRPr/>
              </a:pPr>
              <a:t>12</a:t>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2"/>
          <p:cNvSpPr>
            <a:spLocks noGrp="1" noRot="1" noChangeAspect="1" noChangeArrowheads="1" noTextEdit="1"/>
          </p:cNvSpPr>
          <p:nvPr>
            <p:ph type="sldImg"/>
          </p:nvPr>
        </p:nvSpPr>
        <p:spPr bwMode="auto">
          <a:xfrm>
            <a:off x="1143000" y="685800"/>
            <a:ext cx="4572000" cy="3429000"/>
          </a:xfrm>
          <a:prstGeom prst="rect">
            <a:avLst/>
          </a:prstGeom>
          <a:noFill/>
          <a:ln>
            <a:solidFill>
              <a:srgbClr val="000000"/>
            </a:solidFill>
            <a:miter lim="800000"/>
            <a:headEnd/>
            <a:tailEnd/>
          </a:ln>
        </p:spPr>
      </p:sp>
      <p:sp>
        <p:nvSpPr>
          <p:cNvPr id="59395"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GB" b="1" smtClean="0"/>
          </a:p>
        </p:txBody>
      </p:sp>
      <p:sp>
        <p:nvSpPr>
          <p:cNvPr id="2" name="Slide Number Placeholder 1"/>
          <p:cNvSpPr>
            <a:spLocks noGrp="1"/>
          </p:cNvSpPr>
          <p:nvPr>
            <p:ph type="sldNum" sz="quarter" idx="10"/>
          </p:nvPr>
        </p:nvSpPr>
        <p:spPr/>
        <p:txBody>
          <a:bodyPr/>
          <a:lstStyle/>
          <a:p>
            <a:pPr>
              <a:defRPr/>
            </a:pPr>
            <a:fld id="{B36BE00D-63B0-427F-B774-D80C241033DA}" type="slidenum">
              <a:rPr lang="en-US" smtClean="0"/>
              <a:pPr>
                <a:defRPr/>
              </a:pPr>
              <a:t>13</a:t>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2"/>
          <p:cNvSpPr>
            <a:spLocks noGrp="1" noRot="1" noChangeAspect="1" noChangeArrowheads="1" noTextEdit="1"/>
          </p:cNvSpPr>
          <p:nvPr>
            <p:ph type="sldImg"/>
          </p:nvPr>
        </p:nvSpPr>
        <p:spPr bwMode="auto">
          <a:xfrm>
            <a:off x="1143000" y="685800"/>
            <a:ext cx="4572000" cy="3429000"/>
          </a:xfrm>
          <a:prstGeom prst="rect">
            <a:avLst/>
          </a:prstGeom>
          <a:noFill/>
          <a:ln>
            <a:solidFill>
              <a:srgbClr val="000000"/>
            </a:solidFill>
            <a:miter lim="800000"/>
            <a:headEnd/>
            <a:tailEnd/>
          </a:ln>
        </p:spPr>
      </p:sp>
      <p:sp>
        <p:nvSpPr>
          <p:cNvPr id="61443"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GB" b="1" smtClean="0"/>
          </a:p>
        </p:txBody>
      </p:sp>
      <p:sp>
        <p:nvSpPr>
          <p:cNvPr id="2" name="Slide Number Placeholder 1"/>
          <p:cNvSpPr>
            <a:spLocks noGrp="1"/>
          </p:cNvSpPr>
          <p:nvPr>
            <p:ph type="sldNum" sz="quarter" idx="10"/>
          </p:nvPr>
        </p:nvSpPr>
        <p:spPr/>
        <p:txBody>
          <a:bodyPr/>
          <a:lstStyle/>
          <a:p>
            <a:pPr>
              <a:defRPr/>
            </a:pPr>
            <a:fld id="{B36BE00D-63B0-427F-B774-D80C241033DA}" type="slidenum">
              <a:rPr lang="en-US" smtClean="0"/>
              <a:pPr>
                <a:defRPr/>
              </a:pPr>
              <a:t>14</a:t>
            </a:fld>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2"/>
          <p:cNvSpPr>
            <a:spLocks noGrp="1" noRot="1" noChangeAspect="1" noChangeArrowheads="1" noTextEdit="1"/>
          </p:cNvSpPr>
          <p:nvPr>
            <p:ph type="sldImg"/>
          </p:nvPr>
        </p:nvSpPr>
        <p:spPr bwMode="auto">
          <a:xfrm>
            <a:off x="1143000" y="685800"/>
            <a:ext cx="4572000" cy="3429000"/>
          </a:xfrm>
          <a:prstGeom prst="rect">
            <a:avLst/>
          </a:prstGeom>
          <a:noFill/>
          <a:ln>
            <a:solidFill>
              <a:srgbClr val="000000"/>
            </a:solidFill>
            <a:miter lim="800000"/>
            <a:headEnd/>
            <a:tailEnd/>
          </a:ln>
        </p:spPr>
      </p:sp>
      <p:sp>
        <p:nvSpPr>
          <p:cNvPr id="63491"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eaLnBrk="1" hangingPunct="1">
              <a:spcBef>
                <a:spcPct val="0"/>
              </a:spcBef>
              <a:buFontTx/>
              <a:buChar char="•"/>
            </a:pPr>
            <a:endParaRPr lang="en-GB" smtClean="0"/>
          </a:p>
        </p:txBody>
      </p:sp>
      <p:sp>
        <p:nvSpPr>
          <p:cNvPr id="2" name="Slide Number Placeholder 1"/>
          <p:cNvSpPr>
            <a:spLocks noGrp="1"/>
          </p:cNvSpPr>
          <p:nvPr>
            <p:ph type="sldNum" sz="quarter" idx="10"/>
          </p:nvPr>
        </p:nvSpPr>
        <p:spPr/>
        <p:txBody>
          <a:bodyPr/>
          <a:lstStyle/>
          <a:p>
            <a:pPr>
              <a:defRPr/>
            </a:pPr>
            <a:fld id="{B36BE00D-63B0-427F-B774-D80C241033DA}" type="slidenum">
              <a:rPr lang="en-US" smtClean="0"/>
              <a:pPr>
                <a:defRPr/>
              </a:pPr>
              <a:t>15</a:t>
            </a:fld>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2"/>
          <p:cNvSpPr>
            <a:spLocks noGrp="1" noRot="1" noChangeAspect="1" noChangeArrowheads="1" noTextEdit="1"/>
          </p:cNvSpPr>
          <p:nvPr>
            <p:ph type="sldImg"/>
          </p:nvPr>
        </p:nvSpPr>
        <p:spPr bwMode="auto">
          <a:xfrm>
            <a:off x="1143000" y="685800"/>
            <a:ext cx="4572000" cy="3429000"/>
          </a:xfrm>
          <a:prstGeom prst="rect">
            <a:avLst/>
          </a:prstGeom>
          <a:noFill/>
          <a:ln>
            <a:solidFill>
              <a:srgbClr val="000000"/>
            </a:solidFill>
            <a:miter lim="800000"/>
            <a:headEnd/>
            <a:tailEnd/>
          </a:ln>
        </p:spPr>
      </p:sp>
      <p:sp>
        <p:nvSpPr>
          <p:cNvPr id="65539"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GB" b="1" smtClean="0"/>
          </a:p>
        </p:txBody>
      </p:sp>
      <p:sp>
        <p:nvSpPr>
          <p:cNvPr id="2" name="Slide Number Placeholder 1"/>
          <p:cNvSpPr>
            <a:spLocks noGrp="1"/>
          </p:cNvSpPr>
          <p:nvPr>
            <p:ph type="sldNum" sz="quarter" idx="10"/>
          </p:nvPr>
        </p:nvSpPr>
        <p:spPr/>
        <p:txBody>
          <a:bodyPr/>
          <a:lstStyle/>
          <a:p>
            <a:pPr>
              <a:defRPr/>
            </a:pPr>
            <a:fld id="{B36BE00D-63B0-427F-B774-D80C241033DA}" type="slidenum">
              <a:rPr lang="en-US" smtClean="0"/>
              <a:pPr>
                <a:defRPr/>
              </a:pPr>
              <a:t>16</a:t>
            </a:fld>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2"/>
          <p:cNvSpPr>
            <a:spLocks noGrp="1" noRot="1" noChangeAspect="1" noChangeArrowheads="1" noTextEdit="1"/>
          </p:cNvSpPr>
          <p:nvPr>
            <p:ph type="sldImg"/>
          </p:nvPr>
        </p:nvSpPr>
        <p:spPr bwMode="auto">
          <a:xfrm>
            <a:off x="1143000" y="685800"/>
            <a:ext cx="4572000" cy="3429000"/>
          </a:xfrm>
          <a:prstGeom prst="rect">
            <a:avLst/>
          </a:prstGeom>
          <a:noFill/>
          <a:ln>
            <a:solidFill>
              <a:srgbClr val="000000"/>
            </a:solidFill>
            <a:miter lim="800000"/>
            <a:headEnd/>
            <a:tailEnd/>
          </a:ln>
        </p:spPr>
      </p:sp>
      <p:sp>
        <p:nvSpPr>
          <p:cNvPr id="67587"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GB" b="1" smtClean="0"/>
          </a:p>
        </p:txBody>
      </p:sp>
      <p:sp>
        <p:nvSpPr>
          <p:cNvPr id="2" name="Slide Number Placeholder 1"/>
          <p:cNvSpPr>
            <a:spLocks noGrp="1"/>
          </p:cNvSpPr>
          <p:nvPr>
            <p:ph type="sldNum" sz="quarter" idx="10"/>
          </p:nvPr>
        </p:nvSpPr>
        <p:spPr/>
        <p:txBody>
          <a:bodyPr/>
          <a:lstStyle/>
          <a:p>
            <a:pPr>
              <a:defRPr/>
            </a:pPr>
            <a:fld id="{B36BE00D-63B0-427F-B774-D80C241033DA}" type="slidenum">
              <a:rPr lang="en-US" smtClean="0"/>
              <a:pPr>
                <a:defRPr/>
              </a:pPr>
              <a:t>17</a:t>
            </a:fld>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2"/>
          <p:cNvSpPr>
            <a:spLocks noGrp="1" noRot="1" noChangeAspect="1" noChangeArrowheads="1" noTextEdit="1"/>
          </p:cNvSpPr>
          <p:nvPr>
            <p:ph type="sldImg"/>
          </p:nvPr>
        </p:nvSpPr>
        <p:spPr bwMode="auto">
          <a:xfrm>
            <a:off x="1143000" y="685800"/>
            <a:ext cx="4572000" cy="3429000"/>
          </a:xfrm>
          <a:prstGeom prst="rect">
            <a:avLst/>
          </a:prstGeom>
          <a:noFill/>
          <a:ln>
            <a:solidFill>
              <a:srgbClr val="000000"/>
            </a:solidFill>
            <a:miter lim="800000"/>
            <a:headEnd/>
            <a:tailEnd/>
          </a:ln>
        </p:spPr>
      </p:sp>
      <p:sp>
        <p:nvSpPr>
          <p:cNvPr id="69635"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GB" b="1" smtClean="0"/>
          </a:p>
        </p:txBody>
      </p:sp>
      <p:sp>
        <p:nvSpPr>
          <p:cNvPr id="2" name="Slide Number Placeholder 1"/>
          <p:cNvSpPr>
            <a:spLocks noGrp="1"/>
          </p:cNvSpPr>
          <p:nvPr>
            <p:ph type="sldNum" sz="quarter" idx="10"/>
          </p:nvPr>
        </p:nvSpPr>
        <p:spPr/>
        <p:txBody>
          <a:bodyPr/>
          <a:lstStyle/>
          <a:p>
            <a:pPr>
              <a:defRPr/>
            </a:pPr>
            <a:fld id="{B36BE00D-63B0-427F-B774-D80C241033DA}" type="slidenum">
              <a:rPr lang="en-US" smtClean="0"/>
              <a:pPr>
                <a:defRPr/>
              </a:pPr>
              <a:t>18</a:t>
            </a:fld>
            <a:endParaRPr 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2"/>
          <p:cNvSpPr>
            <a:spLocks noGrp="1" noRot="1" noChangeAspect="1" noChangeArrowheads="1" noTextEdit="1"/>
          </p:cNvSpPr>
          <p:nvPr>
            <p:ph type="sldImg"/>
          </p:nvPr>
        </p:nvSpPr>
        <p:spPr bwMode="auto">
          <a:xfrm>
            <a:off x="1143000" y="685800"/>
            <a:ext cx="4572000" cy="3429000"/>
          </a:xfrm>
          <a:prstGeom prst="rect">
            <a:avLst/>
          </a:prstGeom>
          <a:noFill/>
          <a:ln>
            <a:solidFill>
              <a:srgbClr val="000000"/>
            </a:solidFill>
            <a:miter lim="800000"/>
            <a:headEnd/>
            <a:tailEnd/>
          </a:ln>
        </p:spPr>
      </p:sp>
      <p:sp>
        <p:nvSpPr>
          <p:cNvPr id="71683"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GB" b="1" smtClean="0"/>
          </a:p>
        </p:txBody>
      </p:sp>
      <p:sp>
        <p:nvSpPr>
          <p:cNvPr id="2" name="Slide Number Placeholder 1"/>
          <p:cNvSpPr>
            <a:spLocks noGrp="1"/>
          </p:cNvSpPr>
          <p:nvPr>
            <p:ph type="sldNum" sz="quarter" idx="10"/>
          </p:nvPr>
        </p:nvSpPr>
        <p:spPr/>
        <p:txBody>
          <a:bodyPr/>
          <a:lstStyle/>
          <a:p>
            <a:pPr>
              <a:defRPr/>
            </a:pPr>
            <a:fld id="{B36BE00D-63B0-427F-B774-D80C241033DA}" type="slidenum">
              <a:rPr lang="en-US" smtClean="0"/>
              <a:pPr>
                <a:defRPr/>
              </a:pPr>
              <a:t>19</a:t>
            </a:fld>
            <a:endParaRPr 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2"/>
          <p:cNvSpPr>
            <a:spLocks noGrp="1" noRot="1" noChangeAspect="1" noChangeArrowheads="1" noTextEdit="1"/>
          </p:cNvSpPr>
          <p:nvPr>
            <p:ph type="sldImg"/>
          </p:nvPr>
        </p:nvSpPr>
        <p:spPr bwMode="auto">
          <a:xfrm>
            <a:off x="1143000" y="685800"/>
            <a:ext cx="4572000" cy="3429000"/>
          </a:xfrm>
          <a:prstGeom prst="rect">
            <a:avLst/>
          </a:prstGeom>
          <a:noFill/>
          <a:ln>
            <a:solidFill>
              <a:srgbClr val="000000"/>
            </a:solidFill>
            <a:miter lim="800000"/>
            <a:headEnd/>
            <a:tailEnd/>
          </a:ln>
        </p:spPr>
      </p:sp>
      <p:sp>
        <p:nvSpPr>
          <p:cNvPr id="73731"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GB" b="1" smtClean="0"/>
          </a:p>
        </p:txBody>
      </p:sp>
      <p:sp>
        <p:nvSpPr>
          <p:cNvPr id="2" name="Slide Number Placeholder 1"/>
          <p:cNvSpPr>
            <a:spLocks noGrp="1"/>
          </p:cNvSpPr>
          <p:nvPr>
            <p:ph type="sldNum" sz="quarter" idx="10"/>
          </p:nvPr>
        </p:nvSpPr>
        <p:spPr/>
        <p:txBody>
          <a:bodyPr/>
          <a:lstStyle/>
          <a:p>
            <a:pPr>
              <a:defRPr/>
            </a:pPr>
            <a:fld id="{B36BE00D-63B0-427F-B774-D80C241033DA}" type="slidenum">
              <a:rPr lang="en-US" smtClean="0"/>
              <a:pPr>
                <a:defRPr/>
              </a:pPr>
              <a:t>20</a:t>
            </a:fld>
            <a:endParaRPr 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2"/>
          <p:cNvSpPr>
            <a:spLocks noGrp="1" noRot="1" noChangeAspect="1" noChangeArrowheads="1" noTextEdit="1"/>
          </p:cNvSpPr>
          <p:nvPr>
            <p:ph type="sldImg"/>
          </p:nvPr>
        </p:nvSpPr>
        <p:spPr bwMode="auto">
          <a:xfrm>
            <a:off x="1143000" y="685800"/>
            <a:ext cx="4572000" cy="3429000"/>
          </a:xfrm>
          <a:prstGeom prst="rect">
            <a:avLst/>
          </a:prstGeom>
          <a:noFill/>
          <a:ln>
            <a:solidFill>
              <a:srgbClr val="000000"/>
            </a:solidFill>
            <a:miter lim="800000"/>
            <a:headEnd/>
            <a:tailEnd/>
          </a:ln>
        </p:spPr>
      </p:sp>
      <p:sp>
        <p:nvSpPr>
          <p:cNvPr id="75779"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GB" b="1" smtClean="0"/>
          </a:p>
        </p:txBody>
      </p:sp>
      <p:sp>
        <p:nvSpPr>
          <p:cNvPr id="2" name="Slide Number Placeholder 1"/>
          <p:cNvSpPr>
            <a:spLocks noGrp="1"/>
          </p:cNvSpPr>
          <p:nvPr>
            <p:ph type="sldNum" sz="quarter" idx="10"/>
          </p:nvPr>
        </p:nvSpPr>
        <p:spPr/>
        <p:txBody>
          <a:bodyPr/>
          <a:lstStyle/>
          <a:p>
            <a:pPr>
              <a:defRPr/>
            </a:pPr>
            <a:fld id="{B36BE00D-63B0-427F-B774-D80C241033DA}" type="slidenum">
              <a:rPr lang="en-US" smtClean="0"/>
              <a:pPr>
                <a:defRPr/>
              </a:pPr>
              <a:t>21</a:t>
            </a:fld>
            <a:endParaRPr 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2"/>
          <p:cNvSpPr>
            <a:spLocks noGrp="1" noRot="1" noChangeAspect="1" noChangeArrowheads="1" noTextEdit="1"/>
          </p:cNvSpPr>
          <p:nvPr>
            <p:ph type="sldImg"/>
          </p:nvPr>
        </p:nvSpPr>
        <p:spPr bwMode="auto">
          <a:xfrm>
            <a:off x="1143000" y="685800"/>
            <a:ext cx="4572000" cy="3429000"/>
          </a:xfrm>
          <a:prstGeom prst="rect">
            <a:avLst/>
          </a:prstGeom>
          <a:noFill/>
          <a:ln>
            <a:solidFill>
              <a:srgbClr val="000000"/>
            </a:solidFill>
            <a:miter lim="800000"/>
            <a:headEnd/>
            <a:tailEnd/>
          </a:ln>
        </p:spPr>
      </p:sp>
      <p:sp>
        <p:nvSpPr>
          <p:cNvPr id="77827"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algn="just" eaLnBrk="1" hangingPunct="1">
              <a:spcBef>
                <a:spcPct val="0"/>
              </a:spcBef>
            </a:pPr>
            <a:r>
              <a:rPr lang="en-US" b="1" dirty="0" smtClean="0"/>
              <a:t>In the middle you have the open Editor for a Java source file. </a:t>
            </a:r>
          </a:p>
          <a:p>
            <a:pPr algn="just" eaLnBrk="1" hangingPunct="1">
              <a:spcBef>
                <a:spcPct val="0"/>
              </a:spcBef>
            </a:pPr>
            <a:endParaRPr lang="en-US" b="1" dirty="0" smtClean="0"/>
          </a:p>
          <a:p>
            <a:pPr algn="just" eaLnBrk="1" hangingPunct="1">
              <a:spcBef>
                <a:spcPct val="0"/>
              </a:spcBef>
            </a:pPr>
            <a:r>
              <a:rPr lang="en-US" b="1" dirty="0" smtClean="0"/>
              <a:t>To the right and below the editor area you find more Views which were considered useful by the developer of the perspective. </a:t>
            </a:r>
          </a:p>
          <a:p>
            <a:pPr algn="just" eaLnBrk="1" hangingPunct="1">
              <a:spcBef>
                <a:spcPct val="0"/>
              </a:spcBef>
            </a:pPr>
            <a:endParaRPr lang="en-US" b="1" dirty="0" smtClean="0"/>
          </a:p>
          <a:p>
            <a:pPr algn="just" eaLnBrk="1" hangingPunct="1">
              <a:spcBef>
                <a:spcPct val="0"/>
              </a:spcBef>
            </a:pPr>
            <a:endParaRPr lang="en-US" b="1" dirty="0" smtClean="0"/>
          </a:p>
          <a:p>
            <a:pPr algn="just" eaLnBrk="1" hangingPunct="1">
              <a:spcBef>
                <a:spcPct val="0"/>
              </a:spcBef>
            </a:pPr>
            <a:r>
              <a:rPr lang="en-US" b="1" dirty="0" smtClean="0"/>
              <a:t>For example the "Console" view shows the output of </a:t>
            </a:r>
            <a:r>
              <a:rPr lang="en-US" b="1" dirty="0" err="1" smtClean="0"/>
              <a:t>System.out</a:t>
            </a:r>
            <a:r>
              <a:rPr lang="en-US" b="1" dirty="0" smtClean="0"/>
              <a:t> statements in your code. </a:t>
            </a:r>
            <a:endParaRPr lang="en-GB" b="1" dirty="0" smtClean="0"/>
          </a:p>
        </p:txBody>
      </p:sp>
      <p:sp>
        <p:nvSpPr>
          <p:cNvPr id="2" name="Slide Number Placeholder 1"/>
          <p:cNvSpPr>
            <a:spLocks noGrp="1"/>
          </p:cNvSpPr>
          <p:nvPr>
            <p:ph type="sldNum" sz="quarter" idx="10"/>
          </p:nvPr>
        </p:nvSpPr>
        <p:spPr/>
        <p:txBody>
          <a:bodyPr/>
          <a:lstStyle/>
          <a:p>
            <a:pPr>
              <a:defRPr/>
            </a:pPr>
            <a:fld id="{B36BE00D-63B0-427F-B774-D80C241033DA}" type="slidenum">
              <a:rPr lang="en-US" smtClean="0"/>
              <a:pPr>
                <a:defRPr/>
              </a:pPr>
              <a:t>22</a:t>
            </a:fld>
            <a:endParaRPr 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2"/>
          <p:cNvSpPr>
            <a:spLocks noGrp="1" noRot="1" noChangeAspect="1" noChangeArrowheads="1" noTextEdit="1"/>
          </p:cNvSpPr>
          <p:nvPr>
            <p:ph type="sldImg"/>
          </p:nvPr>
        </p:nvSpPr>
        <p:spPr bwMode="auto">
          <a:xfrm>
            <a:off x="1143000" y="685800"/>
            <a:ext cx="4572000" cy="3429000"/>
          </a:xfrm>
          <a:prstGeom prst="rect">
            <a:avLst/>
          </a:prstGeom>
          <a:noFill/>
          <a:ln>
            <a:solidFill>
              <a:srgbClr val="000000"/>
            </a:solidFill>
            <a:miter lim="800000"/>
            <a:headEnd/>
            <a:tailEnd/>
          </a:ln>
        </p:spPr>
      </p:sp>
      <p:sp>
        <p:nvSpPr>
          <p:cNvPr id="79875"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GB" b="1" smtClean="0"/>
          </a:p>
        </p:txBody>
      </p:sp>
      <p:sp>
        <p:nvSpPr>
          <p:cNvPr id="2" name="Slide Number Placeholder 1"/>
          <p:cNvSpPr>
            <a:spLocks noGrp="1"/>
          </p:cNvSpPr>
          <p:nvPr>
            <p:ph type="sldNum" sz="quarter" idx="10"/>
          </p:nvPr>
        </p:nvSpPr>
        <p:spPr/>
        <p:txBody>
          <a:bodyPr/>
          <a:lstStyle/>
          <a:p>
            <a:pPr>
              <a:defRPr/>
            </a:pPr>
            <a:fld id="{B36BE00D-63B0-427F-B774-D80C241033DA}" type="slidenum">
              <a:rPr lang="en-US" smtClean="0"/>
              <a:pPr>
                <a:defRPr/>
              </a:pPr>
              <a:t>23</a:t>
            </a:fld>
            <a:endParaRPr 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2"/>
          <p:cNvSpPr>
            <a:spLocks noGrp="1" noRot="1" noChangeAspect="1" noChangeArrowheads="1" noTextEdit="1"/>
          </p:cNvSpPr>
          <p:nvPr>
            <p:ph type="sldImg"/>
          </p:nvPr>
        </p:nvSpPr>
        <p:spPr bwMode="auto">
          <a:xfrm>
            <a:off x="1143000" y="685800"/>
            <a:ext cx="4572000" cy="3429000"/>
          </a:xfrm>
          <a:prstGeom prst="rect">
            <a:avLst/>
          </a:prstGeom>
          <a:noFill/>
          <a:ln>
            <a:solidFill>
              <a:srgbClr val="000000"/>
            </a:solidFill>
            <a:miter lim="800000"/>
            <a:headEnd/>
            <a:tailEnd/>
          </a:ln>
        </p:spPr>
      </p:sp>
      <p:sp>
        <p:nvSpPr>
          <p:cNvPr id="81923"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GB" b="1" smtClean="0"/>
          </a:p>
        </p:txBody>
      </p:sp>
      <p:sp>
        <p:nvSpPr>
          <p:cNvPr id="2" name="Slide Number Placeholder 1"/>
          <p:cNvSpPr>
            <a:spLocks noGrp="1"/>
          </p:cNvSpPr>
          <p:nvPr>
            <p:ph type="sldNum" sz="quarter" idx="10"/>
          </p:nvPr>
        </p:nvSpPr>
        <p:spPr/>
        <p:txBody>
          <a:bodyPr/>
          <a:lstStyle/>
          <a:p>
            <a:pPr>
              <a:defRPr/>
            </a:pPr>
            <a:fld id="{B36BE00D-63B0-427F-B774-D80C241033DA}" type="slidenum">
              <a:rPr lang="en-US" smtClean="0"/>
              <a:pPr>
                <a:defRPr/>
              </a:pPr>
              <a:t>24</a:t>
            </a:fld>
            <a:endParaRPr 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69" name="Slide Image Placeholder 1"/>
          <p:cNvSpPr>
            <a:spLocks noGrp="1" noRot="1" noChangeAspect="1" noTextEdit="1"/>
          </p:cNvSpPr>
          <p:nvPr>
            <p:ph type="sldImg"/>
          </p:nvPr>
        </p:nvSpPr>
        <p:spPr bwMode="auto">
          <a:xfrm>
            <a:off x="1143000" y="685800"/>
            <a:ext cx="4572000" cy="3429000"/>
          </a:xfrm>
          <a:prstGeom prst="rect">
            <a:avLst/>
          </a:prstGeom>
          <a:noFill/>
          <a:ln>
            <a:solidFill>
              <a:srgbClr val="000000"/>
            </a:solidFill>
            <a:miter lim="800000"/>
            <a:headEnd/>
            <a:tailEnd/>
          </a:ln>
        </p:spPr>
      </p:sp>
      <p:sp>
        <p:nvSpPr>
          <p:cNvPr id="83970"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smtClean="0"/>
          </a:p>
        </p:txBody>
      </p:sp>
      <p:sp>
        <p:nvSpPr>
          <p:cNvPr id="2" name="Slide Number Placeholder 1"/>
          <p:cNvSpPr>
            <a:spLocks noGrp="1"/>
          </p:cNvSpPr>
          <p:nvPr>
            <p:ph type="sldNum" sz="quarter" idx="10"/>
          </p:nvPr>
        </p:nvSpPr>
        <p:spPr/>
        <p:txBody>
          <a:bodyPr/>
          <a:lstStyle/>
          <a:p>
            <a:pPr>
              <a:defRPr/>
            </a:pPr>
            <a:fld id="{B36BE00D-63B0-427F-B774-D80C241033DA}" type="slidenum">
              <a:rPr lang="en-US" smtClean="0"/>
              <a:pPr>
                <a:defRPr/>
              </a:pPr>
              <a:t>25</a:t>
            </a:fld>
            <a:endParaRPr 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2"/>
          <p:cNvSpPr>
            <a:spLocks noGrp="1" noRot="1" noChangeAspect="1" noChangeArrowheads="1" noTextEdit="1"/>
          </p:cNvSpPr>
          <p:nvPr>
            <p:ph type="sldImg"/>
          </p:nvPr>
        </p:nvSpPr>
        <p:spPr bwMode="auto">
          <a:xfrm>
            <a:off x="1143000" y="685800"/>
            <a:ext cx="4572000" cy="3429000"/>
          </a:xfrm>
          <a:prstGeom prst="rect">
            <a:avLst/>
          </a:prstGeom>
          <a:noFill/>
          <a:ln>
            <a:solidFill>
              <a:srgbClr val="000000"/>
            </a:solidFill>
            <a:miter lim="800000"/>
            <a:headEnd/>
            <a:tailEnd/>
          </a:ln>
        </p:spPr>
      </p:sp>
      <p:sp>
        <p:nvSpPr>
          <p:cNvPr id="86019"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GB" b="1" smtClean="0"/>
          </a:p>
        </p:txBody>
      </p:sp>
      <p:sp>
        <p:nvSpPr>
          <p:cNvPr id="2" name="Slide Number Placeholder 1"/>
          <p:cNvSpPr>
            <a:spLocks noGrp="1"/>
          </p:cNvSpPr>
          <p:nvPr>
            <p:ph type="sldNum" sz="quarter" idx="10"/>
          </p:nvPr>
        </p:nvSpPr>
        <p:spPr/>
        <p:txBody>
          <a:bodyPr/>
          <a:lstStyle/>
          <a:p>
            <a:pPr>
              <a:defRPr/>
            </a:pPr>
            <a:fld id="{B36BE00D-63B0-427F-B774-D80C241033DA}" type="slidenum">
              <a:rPr lang="en-US" smtClean="0"/>
              <a:pPr>
                <a:defRPr/>
              </a:pPr>
              <a:t>26</a:t>
            </a:fld>
            <a:endParaRPr 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2"/>
          <p:cNvSpPr>
            <a:spLocks noGrp="1" noRot="1" noChangeAspect="1" noChangeArrowheads="1" noTextEdit="1"/>
          </p:cNvSpPr>
          <p:nvPr>
            <p:ph type="sldImg"/>
          </p:nvPr>
        </p:nvSpPr>
        <p:spPr bwMode="auto">
          <a:xfrm>
            <a:off x="1143000" y="685800"/>
            <a:ext cx="4572000" cy="3429000"/>
          </a:xfrm>
          <a:prstGeom prst="rect">
            <a:avLst/>
          </a:prstGeom>
          <a:noFill/>
          <a:ln>
            <a:solidFill>
              <a:srgbClr val="000000"/>
            </a:solidFill>
            <a:miter lim="800000"/>
            <a:headEnd/>
            <a:tailEnd/>
          </a:ln>
        </p:spPr>
      </p:sp>
      <p:sp>
        <p:nvSpPr>
          <p:cNvPr id="88067"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GB" b="1" smtClean="0"/>
          </a:p>
        </p:txBody>
      </p:sp>
      <p:sp>
        <p:nvSpPr>
          <p:cNvPr id="2" name="Slide Number Placeholder 1"/>
          <p:cNvSpPr>
            <a:spLocks noGrp="1"/>
          </p:cNvSpPr>
          <p:nvPr>
            <p:ph type="sldNum" sz="quarter" idx="10"/>
          </p:nvPr>
        </p:nvSpPr>
        <p:spPr/>
        <p:txBody>
          <a:bodyPr/>
          <a:lstStyle/>
          <a:p>
            <a:pPr>
              <a:defRPr/>
            </a:pPr>
            <a:fld id="{B36BE00D-63B0-427F-B774-D80C241033DA}" type="slidenum">
              <a:rPr lang="en-US" smtClean="0"/>
              <a:pPr>
                <a:defRPr/>
              </a:pPr>
              <a:t>27</a:t>
            </a:fld>
            <a:endParaRPr 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2"/>
          <p:cNvSpPr>
            <a:spLocks noGrp="1" noRot="1" noChangeAspect="1" noChangeArrowheads="1" noTextEdit="1"/>
          </p:cNvSpPr>
          <p:nvPr>
            <p:ph type="sldImg"/>
          </p:nvPr>
        </p:nvSpPr>
        <p:spPr bwMode="auto">
          <a:xfrm>
            <a:off x="1143000" y="685800"/>
            <a:ext cx="4572000" cy="3429000"/>
          </a:xfrm>
          <a:prstGeom prst="rect">
            <a:avLst/>
          </a:prstGeom>
          <a:noFill/>
          <a:ln>
            <a:solidFill>
              <a:srgbClr val="000000"/>
            </a:solidFill>
            <a:miter lim="800000"/>
            <a:headEnd/>
            <a:tailEnd/>
          </a:ln>
        </p:spPr>
      </p:sp>
      <p:sp>
        <p:nvSpPr>
          <p:cNvPr id="90115"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GB" b="1" smtClean="0"/>
          </a:p>
        </p:txBody>
      </p:sp>
      <p:sp>
        <p:nvSpPr>
          <p:cNvPr id="2" name="Slide Number Placeholder 1"/>
          <p:cNvSpPr>
            <a:spLocks noGrp="1"/>
          </p:cNvSpPr>
          <p:nvPr>
            <p:ph type="sldNum" sz="quarter" idx="10"/>
          </p:nvPr>
        </p:nvSpPr>
        <p:spPr/>
        <p:txBody>
          <a:bodyPr/>
          <a:lstStyle/>
          <a:p>
            <a:pPr>
              <a:defRPr/>
            </a:pPr>
            <a:fld id="{B36BE00D-63B0-427F-B774-D80C241033DA}" type="slidenum">
              <a:rPr lang="en-US" smtClean="0"/>
              <a:pPr>
                <a:defRPr/>
              </a:pPr>
              <a:t>28</a:t>
            </a:fld>
            <a:endParaRPr 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2"/>
          <p:cNvSpPr>
            <a:spLocks noGrp="1" noRot="1" noChangeAspect="1" noChangeArrowheads="1" noTextEdit="1"/>
          </p:cNvSpPr>
          <p:nvPr>
            <p:ph type="sldImg"/>
          </p:nvPr>
        </p:nvSpPr>
        <p:spPr bwMode="auto">
          <a:xfrm>
            <a:off x="1143000" y="685800"/>
            <a:ext cx="4572000" cy="3429000"/>
          </a:xfrm>
          <a:prstGeom prst="rect">
            <a:avLst/>
          </a:prstGeom>
          <a:noFill/>
          <a:ln>
            <a:solidFill>
              <a:srgbClr val="000000"/>
            </a:solidFill>
            <a:miter lim="800000"/>
            <a:headEnd/>
            <a:tailEnd/>
          </a:ln>
        </p:spPr>
      </p:sp>
      <p:sp>
        <p:nvSpPr>
          <p:cNvPr id="92163"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GB" b="1" smtClean="0"/>
          </a:p>
        </p:txBody>
      </p:sp>
      <p:sp>
        <p:nvSpPr>
          <p:cNvPr id="2" name="Slide Number Placeholder 1"/>
          <p:cNvSpPr>
            <a:spLocks noGrp="1"/>
          </p:cNvSpPr>
          <p:nvPr>
            <p:ph type="sldNum" sz="quarter" idx="10"/>
          </p:nvPr>
        </p:nvSpPr>
        <p:spPr/>
        <p:txBody>
          <a:bodyPr/>
          <a:lstStyle/>
          <a:p>
            <a:pPr>
              <a:defRPr/>
            </a:pPr>
            <a:fld id="{B36BE00D-63B0-427F-B774-D80C241033DA}" type="slidenum">
              <a:rPr lang="en-US" smtClean="0"/>
              <a:pPr>
                <a:defRPr/>
              </a:pPr>
              <a:t>29</a:t>
            </a:fld>
            <a:endParaRPr 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2"/>
          <p:cNvSpPr>
            <a:spLocks noGrp="1" noRot="1" noChangeAspect="1" noChangeArrowheads="1" noTextEdit="1"/>
          </p:cNvSpPr>
          <p:nvPr>
            <p:ph type="sldImg"/>
          </p:nvPr>
        </p:nvSpPr>
        <p:spPr bwMode="auto">
          <a:xfrm>
            <a:off x="1143000" y="685800"/>
            <a:ext cx="4572000" cy="3429000"/>
          </a:xfrm>
          <a:prstGeom prst="rect">
            <a:avLst/>
          </a:prstGeom>
          <a:noFill/>
          <a:ln>
            <a:solidFill>
              <a:srgbClr val="000000"/>
            </a:solidFill>
            <a:miter lim="800000"/>
            <a:headEnd/>
            <a:tailEnd/>
          </a:ln>
        </p:spPr>
      </p:sp>
      <p:sp>
        <p:nvSpPr>
          <p:cNvPr id="94211"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GB" b="1" smtClean="0"/>
          </a:p>
        </p:txBody>
      </p:sp>
      <p:sp>
        <p:nvSpPr>
          <p:cNvPr id="2" name="Slide Number Placeholder 1"/>
          <p:cNvSpPr>
            <a:spLocks noGrp="1"/>
          </p:cNvSpPr>
          <p:nvPr>
            <p:ph type="sldNum" sz="quarter" idx="10"/>
          </p:nvPr>
        </p:nvSpPr>
        <p:spPr/>
        <p:txBody>
          <a:bodyPr/>
          <a:lstStyle/>
          <a:p>
            <a:pPr>
              <a:defRPr/>
            </a:pPr>
            <a:fld id="{B36BE00D-63B0-427F-B774-D80C241033DA}" type="slidenum">
              <a:rPr lang="en-US" smtClean="0"/>
              <a:pPr>
                <a:defRPr/>
              </a:pPr>
              <a:t>30</a:t>
            </a:fld>
            <a:endParaRPr 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Rectangle 2"/>
          <p:cNvSpPr>
            <a:spLocks noGrp="1" noRot="1" noChangeAspect="1" noChangeArrowheads="1" noTextEdit="1"/>
          </p:cNvSpPr>
          <p:nvPr>
            <p:ph type="sldImg"/>
          </p:nvPr>
        </p:nvSpPr>
        <p:spPr bwMode="auto">
          <a:xfrm>
            <a:off x="1143000" y="685800"/>
            <a:ext cx="4572000" cy="3429000"/>
          </a:xfrm>
          <a:prstGeom prst="rect">
            <a:avLst/>
          </a:prstGeom>
          <a:noFill/>
          <a:ln>
            <a:solidFill>
              <a:srgbClr val="000000"/>
            </a:solidFill>
            <a:miter lim="800000"/>
            <a:headEnd/>
            <a:tailEnd/>
          </a:ln>
        </p:spPr>
      </p:sp>
      <p:sp>
        <p:nvSpPr>
          <p:cNvPr id="96259"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GB" b="1" smtClean="0"/>
          </a:p>
        </p:txBody>
      </p:sp>
      <p:sp>
        <p:nvSpPr>
          <p:cNvPr id="2" name="Slide Number Placeholder 1"/>
          <p:cNvSpPr>
            <a:spLocks noGrp="1"/>
          </p:cNvSpPr>
          <p:nvPr>
            <p:ph type="sldNum" sz="quarter" idx="10"/>
          </p:nvPr>
        </p:nvSpPr>
        <p:spPr/>
        <p:txBody>
          <a:bodyPr/>
          <a:lstStyle/>
          <a:p>
            <a:pPr>
              <a:defRPr/>
            </a:pPr>
            <a:fld id="{B36BE00D-63B0-427F-B774-D80C241033DA}" type="slidenum">
              <a:rPr lang="en-US" smtClean="0"/>
              <a:pPr>
                <a:defRPr/>
              </a:pPr>
              <a:t>31</a:t>
            </a:fld>
            <a:endParaRPr 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Rectangle 2"/>
          <p:cNvSpPr>
            <a:spLocks noGrp="1" noRot="1" noChangeAspect="1" noChangeArrowheads="1" noTextEdit="1"/>
          </p:cNvSpPr>
          <p:nvPr>
            <p:ph type="sldImg"/>
          </p:nvPr>
        </p:nvSpPr>
        <p:spPr bwMode="auto">
          <a:xfrm>
            <a:off x="1143000" y="685800"/>
            <a:ext cx="4572000" cy="3429000"/>
          </a:xfrm>
          <a:prstGeom prst="rect">
            <a:avLst/>
          </a:prstGeom>
          <a:noFill/>
          <a:ln>
            <a:solidFill>
              <a:srgbClr val="000000"/>
            </a:solidFill>
            <a:miter lim="800000"/>
            <a:headEnd/>
            <a:tailEnd/>
          </a:ln>
        </p:spPr>
      </p:sp>
      <p:sp>
        <p:nvSpPr>
          <p:cNvPr id="98307"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GB" b="1" smtClean="0"/>
          </a:p>
        </p:txBody>
      </p:sp>
      <p:sp>
        <p:nvSpPr>
          <p:cNvPr id="2" name="Slide Number Placeholder 1"/>
          <p:cNvSpPr>
            <a:spLocks noGrp="1"/>
          </p:cNvSpPr>
          <p:nvPr>
            <p:ph type="sldNum" sz="quarter" idx="10"/>
          </p:nvPr>
        </p:nvSpPr>
        <p:spPr/>
        <p:txBody>
          <a:bodyPr/>
          <a:lstStyle/>
          <a:p>
            <a:pPr>
              <a:defRPr/>
            </a:pPr>
            <a:fld id="{B36BE00D-63B0-427F-B774-D80C241033DA}" type="slidenum">
              <a:rPr lang="en-US" smtClean="0"/>
              <a:pPr>
                <a:defRPr/>
              </a:pPr>
              <a:t>32</a:t>
            </a:fld>
            <a:endParaRPr 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Rectangle 2"/>
          <p:cNvSpPr>
            <a:spLocks noGrp="1" noRot="1" noChangeAspect="1" noChangeArrowheads="1" noTextEdit="1"/>
          </p:cNvSpPr>
          <p:nvPr>
            <p:ph type="sldImg"/>
          </p:nvPr>
        </p:nvSpPr>
        <p:spPr bwMode="auto">
          <a:xfrm>
            <a:off x="1143000" y="685800"/>
            <a:ext cx="4572000" cy="3429000"/>
          </a:xfrm>
          <a:prstGeom prst="rect">
            <a:avLst/>
          </a:prstGeom>
          <a:noFill/>
          <a:ln>
            <a:solidFill>
              <a:srgbClr val="000000"/>
            </a:solidFill>
            <a:miter lim="800000"/>
            <a:headEnd/>
            <a:tailEnd/>
          </a:ln>
        </p:spPr>
      </p:sp>
      <p:sp>
        <p:nvSpPr>
          <p:cNvPr id="100355"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GB" b="1" smtClean="0"/>
          </a:p>
        </p:txBody>
      </p:sp>
      <p:sp>
        <p:nvSpPr>
          <p:cNvPr id="2" name="Slide Number Placeholder 1"/>
          <p:cNvSpPr>
            <a:spLocks noGrp="1"/>
          </p:cNvSpPr>
          <p:nvPr>
            <p:ph type="sldNum" sz="quarter" idx="10"/>
          </p:nvPr>
        </p:nvSpPr>
        <p:spPr/>
        <p:txBody>
          <a:bodyPr/>
          <a:lstStyle/>
          <a:p>
            <a:pPr>
              <a:defRPr/>
            </a:pPr>
            <a:fld id="{B36BE00D-63B0-427F-B774-D80C241033DA}" type="slidenum">
              <a:rPr lang="en-US" smtClean="0"/>
              <a:pPr>
                <a:defRPr/>
              </a:pPr>
              <a:t>33</a:t>
            </a:fld>
            <a:endParaRPr 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Rectangle 2"/>
          <p:cNvSpPr>
            <a:spLocks noGrp="1" noRot="1" noChangeAspect="1" noChangeArrowheads="1" noTextEdit="1"/>
          </p:cNvSpPr>
          <p:nvPr>
            <p:ph type="sldImg"/>
          </p:nvPr>
        </p:nvSpPr>
        <p:spPr bwMode="auto">
          <a:xfrm>
            <a:off x="1143000" y="685800"/>
            <a:ext cx="4572000" cy="3429000"/>
          </a:xfrm>
          <a:prstGeom prst="rect">
            <a:avLst/>
          </a:prstGeom>
          <a:noFill/>
          <a:ln>
            <a:solidFill>
              <a:srgbClr val="000000"/>
            </a:solidFill>
            <a:miter lim="800000"/>
            <a:headEnd/>
            <a:tailEnd/>
          </a:ln>
        </p:spPr>
      </p:sp>
      <p:sp>
        <p:nvSpPr>
          <p:cNvPr id="102403"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GB" b="1" smtClean="0"/>
          </a:p>
        </p:txBody>
      </p:sp>
      <p:sp>
        <p:nvSpPr>
          <p:cNvPr id="2" name="Slide Number Placeholder 1"/>
          <p:cNvSpPr>
            <a:spLocks noGrp="1"/>
          </p:cNvSpPr>
          <p:nvPr>
            <p:ph type="sldNum" sz="quarter" idx="10"/>
          </p:nvPr>
        </p:nvSpPr>
        <p:spPr/>
        <p:txBody>
          <a:bodyPr/>
          <a:lstStyle/>
          <a:p>
            <a:pPr>
              <a:defRPr/>
            </a:pPr>
            <a:fld id="{B36BE00D-63B0-427F-B774-D80C241033DA}" type="slidenum">
              <a:rPr lang="en-US" smtClean="0"/>
              <a:pPr>
                <a:defRPr/>
              </a:pPr>
              <a:t>34</a:t>
            </a:fld>
            <a:endParaRPr 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Rectangle 2"/>
          <p:cNvSpPr>
            <a:spLocks noGrp="1" noRot="1" noChangeAspect="1" noChangeArrowheads="1" noTextEdit="1"/>
          </p:cNvSpPr>
          <p:nvPr>
            <p:ph type="sldImg"/>
          </p:nvPr>
        </p:nvSpPr>
        <p:spPr bwMode="auto">
          <a:xfrm>
            <a:off x="1143000" y="685800"/>
            <a:ext cx="4572000" cy="3429000"/>
          </a:xfrm>
          <a:prstGeom prst="rect">
            <a:avLst/>
          </a:prstGeom>
          <a:noFill/>
          <a:ln>
            <a:solidFill>
              <a:srgbClr val="000000"/>
            </a:solidFill>
            <a:miter lim="800000"/>
            <a:headEnd/>
            <a:tailEnd/>
          </a:ln>
        </p:spPr>
      </p:sp>
      <p:sp>
        <p:nvSpPr>
          <p:cNvPr id="104451"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GB" b="1" smtClean="0"/>
          </a:p>
        </p:txBody>
      </p:sp>
      <p:sp>
        <p:nvSpPr>
          <p:cNvPr id="2" name="Slide Number Placeholder 1"/>
          <p:cNvSpPr>
            <a:spLocks noGrp="1"/>
          </p:cNvSpPr>
          <p:nvPr>
            <p:ph type="sldNum" sz="quarter" idx="10"/>
          </p:nvPr>
        </p:nvSpPr>
        <p:spPr/>
        <p:txBody>
          <a:bodyPr/>
          <a:lstStyle/>
          <a:p>
            <a:pPr>
              <a:defRPr/>
            </a:pPr>
            <a:fld id="{B36BE00D-63B0-427F-B774-D80C241033DA}" type="slidenum">
              <a:rPr lang="en-US" smtClean="0"/>
              <a:pPr>
                <a:defRPr/>
              </a:pPr>
              <a:t>35</a:t>
            </a:fld>
            <a:endParaRPr 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Rectangle 2"/>
          <p:cNvSpPr>
            <a:spLocks noGrp="1" noRot="1" noChangeAspect="1" noChangeArrowheads="1" noTextEdit="1"/>
          </p:cNvSpPr>
          <p:nvPr>
            <p:ph type="sldImg"/>
          </p:nvPr>
        </p:nvSpPr>
        <p:spPr bwMode="auto">
          <a:xfrm>
            <a:off x="1143000" y="685800"/>
            <a:ext cx="4572000" cy="3429000"/>
          </a:xfrm>
          <a:prstGeom prst="rect">
            <a:avLst/>
          </a:prstGeom>
          <a:noFill/>
          <a:ln>
            <a:solidFill>
              <a:srgbClr val="000000"/>
            </a:solidFill>
            <a:miter lim="800000"/>
            <a:headEnd/>
            <a:tailEnd/>
          </a:ln>
        </p:spPr>
      </p:sp>
      <p:sp>
        <p:nvSpPr>
          <p:cNvPr id="106499"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GB" b="1" smtClean="0"/>
          </a:p>
        </p:txBody>
      </p:sp>
      <p:sp>
        <p:nvSpPr>
          <p:cNvPr id="2" name="Slide Number Placeholder 1"/>
          <p:cNvSpPr>
            <a:spLocks noGrp="1"/>
          </p:cNvSpPr>
          <p:nvPr>
            <p:ph type="sldNum" sz="quarter" idx="10"/>
          </p:nvPr>
        </p:nvSpPr>
        <p:spPr/>
        <p:txBody>
          <a:bodyPr/>
          <a:lstStyle/>
          <a:p>
            <a:pPr>
              <a:defRPr/>
            </a:pPr>
            <a:fld id="{B36BE00D-63B0-427F-B774-D80C241033DA}" type="slidenum">
              <a:rPr lang="en-US" smtClean="0"/>
              <a:pPr>
                <a:defRPr/>
              </a:pPr>
              <a:t>36</a:t>
            </a:fld>
            <a:endParaRPr 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Rectangle 2"/>
          <p:cNvSpPr>
            <a:spLocks noGrp="1" noRot="1" noChangeAspect="1" noChangeArrowheads="1" noTextEdit="1"/>
          </p:cNvSpPr>
          <p:nvPr>
            <p:ph type="sldImg"/>
          </p:nvPr>
        </p:nvSpPr>
        <p:spPr bwMode="auto">
          <a:xfrm>
            <a:off x="1143000" y="685800"/>
            <a:ext cx="4572000" cy="3429000"/>
          </a:xfrm>
          <a:prstGeom prst="rect">
            <a:avLst/>
          </a:prstGeom>
          <a:noFill/>
          <a:ln>
            <a:solidFill>
              <a:srgbClr val="000000"/>
            </a:solidFill>
            <a:miter lim="800000"/>
            <a:headEnd/>
            <a:tailEnd/>
          </a:ln>
        </p:spPr>
      </p:sp>
      <p:sp>
        <p:nvSpPr>
          <p:cNvPr id="108547"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GB" b="1" smtClean="0"/>
          </a:p>
        </p:txBody>
      </p:sp>
      <p:sp>
        <p:nvSpPr>
          <p:cNvPr id="2" name="Slide Number Placeholder 1"/>
          <p:cNvSpPr>
            <a:spLocks noGrp="1"/>
          </p:cNvSpPr>
          <p:nvPr>
            <p:ph type="sldNum" sz="quarter" idx="10"/>
          </p:nvPr>
        </p:nvSpPr>
        <p:spPr/>
        <p:txBody>
          <a:bodyPr/>
          <a:lstStyle/>
          <a:p>
            <a:pPr>
              <a:defRPr/>
            </a:pPr>
            <a:fld id="{B36BE00D-63B0-427F-B774-D80C241033DA}" type="slidenum">
              <a:rPr lang="en-US" smtClean="0"/>
              <a:pPr>
                <a:defRPr/>
              </a:pPr>
              <a:t>37</a:t>
            </a:fld>
            <a:endParaRPr lang="en-US"/>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Rectangle 2"/>
          <p:cNvSpPr>
            <a:spLocks noGrp="1" noRot="1" noChangeAspect="1" noChangeArrowheads="1" noTextEdit="1"/>
          </p:cNvSpPr>
          <p:nvPr>
            <p:ph type="sldImg"/>
          </p:nvPr>
        </p:nvSpPr>
        <p:spPr bwMode="auto">
          <a:xfrm>
            <a:off x="1143000" y="685800"/>
            <a:ext cx="4572000" cy="3429000"/>
          </a:xfrm>
          <a:prstGeom prst="rect">
            <a:avLst/>
          </a:prstGeom>
          <a:noFill/>
          <a:ln>
            <a:solidFill>
              <a:srgbClr val="000000"/>
            </a:solidFill>
            <a:miter lim="800000"/>
            <a:headEnd/>
            <a:tailEnd/>
          </a:ln>
        </p:spPr>
      </p:sp>
      <p:sp>
        <p:nvSpPr>
          <p:cNvPr id="110595"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GB" b="1" smtClean="0"/>
          </a:p>
        </p:txBody>
      </p:sp>
      <p:sp>
        <p:nvSpPr>
          <p:cNvPr id="2" name="Slide Number Placeholder 1"/>
          <p:cNvSpPr>
            <a:spLocks noGrp="1"/>
          </p:cNvSpPr>
          <p:nvPr>
            <p:ph type="sldNum" sz="quarter" idx="10"/>
          </p:nvPr>
        </p:nvSpPr>
        <p:spPr/>
        <p:txBody>
          <a:bodyPr/>
          <a:lstStyle/>
          <a:p>
            <a:pPr>
              <a:defRPr/>
            </a:pPr>
            <a:fld id="{B36BE00D-63B0-427F-B774-D80C241033DA}" type="slidenum">
              <a:rPr lang="en-US" smtClean="0"/>
              <a:pPr>
                <a:defRPr/>
              </a:pPr>
              <a:t>38</a:t>
            </a:fld>
            <a:endParaRPr lang="en-US"/>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2"/>
          <p:cNvSpPr>
            <a:spLocks noGrp="1" noRot="1" noChangeAspect="1" noChangeArrowheads="1" noTextEdit="1"/>
          </p:cNvSpPr>
          <p:nvPr>
            <p:ph type="sldImg"/>
          </p:nvPr>
        </p:nvSpPr>
        <p:spPr bwMode="auto">
          <a:xfrm>
            <a:off x="1143000" y="685800"/>
            <a:ext cx="4572000" cy="3429000"/>
          </a:xfrm>
          <a:prstGeom prst="rect">
            <a:avLst/>
          </a:prstGeom>
          <a:noFill/>
          <a:ln>
            <a:solidFill>
              <a:srgbClr val="000000"/>
            </a:solidFill>
            <a:miter lim="800000"/>
            <a:headEnd/>
            <a:tailEnd/>
          </a:ln>
        </p:spPr>
      </p:sp>
      <p:sp>
        <p:nvSpPr>
          <p:cNvPr id="112643"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GB" b="1" smtClean="0"/>
          </a:p>
        </p:txBody>
      </p:sp>
      <p:sp>
        <p:nvSpPr>
          <p:cNvPr id="2" name="Slide Number Placeholder 1"/>
          <p:cNvSpPr>
            <a:spLocks noGrp="1"/>
          </p:cNvSpPr>
          <p:nvPr>
            <p:ph type="sldNum" sz="quarter" idx="10"/>
          </p:nvPr>
        </p:nvSpPr>
        <p:spPr/>
        <p:txBody>
          <a:bodyPr/>
          <a:lstStyle/>
          <a:p>
            <a:pPr>
              <a:defRPr/>
            </a:pPr>
            <a:fld id="{B36BE00D-63B0-427F-B774-D80C241033DA}" type="slidenum">
              <a:rPr lang="en-US" smtClean="0"/>
              <a:pPr>
                <a:defRPr/>
              </a:pPr>
              <a:t>39</a:t>
            </a:fld>
            <a:endParaRPr lang="en-US"/>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Rectangle 2"/>
          <p:cNvSpPr>
            <a:spLocks noGrp="1" noRot="1" noChangeAspect="1" noChangeArrowheads="1" noTextEdit="1"/>
          </p:cNvSpPr>
          <p:nvPr>
            <p:ph type="sldImg"/>
          </p:nvPr>
        </p:nvSpPr>
        <p:spPr bwMode="auto">
          <a:xfrm>
            <a:off x="1143000" y="685800"/>
            <a:ext cx="4572000" cy="3429000"/>
          </a:xfrm>
          <a:prstGeom prst="rect">
            <a:avLst/>
          </a:prstGeom>
          <a:noFill/>
          <a:ln>
            <a:solidFill>
              <a:srgbClr val="000000"/>
            </a:solidFill>
            <a:miter lim="800000"/>
            <a:headEnd/>
            <a:tailEnd/>
          </a:ln>
        </p:spPr>
      </p:sp>
      <p:sp>
        <p:nvSpPr>
          <p:cNvPr id="114691"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GB" b="1" smtClean="0"/>
          </a:p>
        </p:txBody>
      </p:sp>
      <p:sp>
        <p:nvSpPr>
          <p:cNvPr id="2" name="Slide Number Placeholder 1"/>
          <p:cNvSpPr>
            <a:spLocks noGrp="1"/>
          </p:cNvSpPr>
          <p:nvPr>
            <p:ph type="sldNum" sz="quarter" idx="10"/>
          </p:nvPr>
        </p:nvSpPr>
        <p:spPr/>
        <p:txBody>
          <a:bodyPr/>
          <a:lstStyle/>
          <a:p>
            <a:pPr>
              <a:defRPr/>
            </a:pPr>
            <a:fld id="{B36BE00D-63B0-427F-B774-D80C241033DA}" type="slidenum">
              <a:rPr lang="en-US" smtClean="0"/>
              <a:pPr>
                <a:defRPr/>
              </a:pPr>
              <a:t>40</a:t>
            </a:fld>
            <a:endParaRPr lang="en-US"/>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Rectangle 2"/>
          <p:cNvSpPr>
            <a:spLocks noGrp="1" noRot="1" noChangeAspect="1" noChangeArrowheads="1" noTextEdit="1"/>
          </p:cNvSpPr>
          <p:nvPr>
            <p:ph type="sldImg"/>
          </p:nvPr>
        </p:nvSpPr>
        <p:spPr bwMode="auto">
          <a:xfrm>
            <a:off x="1143000" y="685800"/>
            <a:ext cx="4572000" cy="3429000"/>
          </a:xfrm>
          <a:prstGeom prst="rect">
            <a:avLst/>
          </a:prstGeom>
          <a:noFill/>
          <a:ln>
            <a:solidFill>
              <a:srgbClr val="000000"/>
            </a:solidFill>
            <a:miter lim="800000"/>
            <a:headEnd/>
            <a:tailEnd/>
          </a:ln>
        </p:spPr>
      </p:sp>
      <p:sp>
        <p:nvSpPr>
          <p:cNvPr id="116739"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GB" b="1" smtClean="0"/>
          </a:p>
        </p:txBody>
      </p:sp>
      <p:sp>
        <p:nvSpPr>
          <p:cNvPr id="2" name="Slide Number Placeholder 1"/>
          <p:cNvSpPr>
            <a:spLocks noGrp="1"/>
          </p:cNvSpPr>
          <p:nvPr>
            <p:ph type="sldNum" sz="quarter" idx="10"/>
          </p:nvPr>
        </p:nvSpPr>
        <p:spPr/>
        <p:txBody>
          <a:bodyPr/>
          <a:lstStyle/>
          <a:p>
            <a:pPr>
              <a:defRPr/>
            </a:pPr>
            <a:fld id="{B36BE00D-63B0-427F-B774-D80C241033DA}" type="slidenum">
              <a:rPr lang="en-US" smtClean="0"/>
              <a:pPr>
                <a:defRPr/>
              </a:pPr>
              <a:t>41</a:t>
            </a:fld>
            <a:endParaRPr lang="en-US"/>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Rectangle 2"/>
          <p:cNvSpPr>
            <a:spLocks noGrp="1" noRot="1" noChangeAspect="1" noChangeArrowheads="1" noTextEdit="1"/>
          </p:cNvSpPr>
          <p:nvPr>
            <p:ph type="sldImg"/>
          </p:nvPr>
        </p:nvSpPr>
        <p:spPr bwMode="auto">
          <a:xfrm>
            <a:off x="1143000" y="685800"/>
            <a:ext cx="4572000" cy="3429000"/>
          </a:xfrm>
          <a:prstGeom prst="rect">
            <a:avLst/>
          </a:prstGeom>
          <a:noFill/>
          <a:ln>
            <a:solidFill>
              <a:srgbClr val="000000"/>
            </a:solidFill>
            <a:miter lim="800000"/>
            <a:headEnd/>
            <a:tailEnd/>
          </a:ln>
        </p:spPr>
      </p:sp>
      <p:sp>
        <p:nvSpPr>
          <p:cNvPr id="118787"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GB" b="1" smtClean="0"/>
          </a:p>
        </p:txBody>
      </p:sp>
      <p:sp>
        <p:nvSpPr>
          <p:cNvPr id="2" name="Slide Number Placeholder 1"/>
          <p:cNvSpPr>
            <a:spLocks noGrp="1"/>
          </p:cNvSpPr>
          <p:nvPr>
            <p:ph type="sldNum" sz="quarter" idx="10"/>
          </p:nvPr>
        </p:nvSpPr>
        <p:spPr/>
        <p:txBody>
          <a:bodyPr/>
          <a:lstStyle/>
          <a:p>
            <a:pPr>
              <a:defRPr/>
            </a:pPr>
            <a:fld id="{B36BE00D-63B0-427F-B774-D80C241033DA}" type="slidenum">
              <a:rPr lang="en-US" smtClean="0"/>
              <a:pPr>
                <a:defRPr/>
              </a:pPr>
              <a:t>42</a:t>
            </a:fld>
            <a:endParaRPr lang="en-US"/>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4" name="Rectangle 2"/>
          <p:cNvSpPr>
            <a:spLocks noGrp="1" noRot="1" noChangeAspect="1" noChangeArrowheads="1" noTextEdit="1"/>
          </p:cNvSpPr>
          <p:nvPr>
            <p:ph type="sldImg"/>
          </p:nvPr>
        </p:nvSpPr>
        <p:spPr bwMode="auto">
          <a:xfrm>
            <a:off x="1143000" y="685800"/>
            <a:ext cx="4572000" cy="3429000"/>
          </a:xfrm>
          <a:prstGeom prst="rect">
            <a:avLst/>
          </a:prstGeom>
          <a:noFill/>
          <a:ln>
            <a:solidFill>
              <a:srgbClr val="000000"/>
            </a:solidFill>
            <a:miter lim="800000"/>
            <a:headEnd/>
            <a:tailEnd/>
          </a:ln>
        </p:spPr>
      </p:sp>
      <p:sp>
        <p:nvSpPr>
          <p:cNvPr id="120835"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GB" b="1" smtClean="0"/>
          </a:p>
        </p:txBody>
      </p:sp>
      <p:sp>
        <p:nvSpPr>
          <p:cNvPr id="2" name="Slide Number Placeholder 1"/>
          <p:cNvSpPr>
            <a:spLocks noGrp="1"/>
          </p:cNvSpPr>
          <p:nvPr>
            <p:ph type="sldNum" sz="quarter" idx="10"/>
          </p:nvPr>
        </p:nvSpPr>
        <p:spPr/>
        <p:txBody>
          <a:bodyPr/>
          <a:lstStyle/>
          <a:p>
            <a:pPr>
              <a:defRPr/>
            </a:pPr>
            <a:fld id="{B36BE00D-63B0-427F-B774-D80C241033DA}" type="slidenum">
              <a:rPr lang="en-US" smtClean="0"/>
              <a:pPr>
                <a:defRPr/>
              </a:pPr>
              <a:t>43</a:t>
            </a:fld>
            <a:endParaRPr lang="en-US"/>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1" name="Rectangle 2"/>
          <p:cNvSpPr>
            <a:spLocks noGrp="1" noRot="1" noChangeAspect="1" noChangeArrowheads="1" noTextEdit="1"/>
          </p:cNvSpPr>
          <p:nvPr>
            <p:ph type="sldImg"/>
          </p:nvPr>
        </p:nvSpPr>
        <p:spPr bwMode="auto">
          <a:xfrm>
            <a:off x="1143000" y="685800"/>
            <a:ext cx="4572000" cy="3429000"/>
          </a:xfrm>
          <a:prstGeom prst="rect">
            <a:avLst/>
          </a:prstGeom>
          <a:noFill/>
          <a:ln>
            <a:miter lim="800000"/>
            <a:headEnd/>
            <a:tailEnd/>
          </a:ln>
        </p:spPr>
      </p:sp>
      <p:sp>
        <p:nvSpPr>
          <p:cNvPr id="122882"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smtClean="0"/>
          </a:p>
        </p:txBody>
      </p:sp>
      <p:sp>
        <p:nvSpPr>
          <p:cNvPr id="2" name="Slide Number Placeholder 1"/>
          <p:cNvSpPr>
            <a:spLocks noGrp="1"/>
          </p:cNvSpPr>
          <p:nvPr>
            <p:ph type="sldNum" sz="quarter" idx="10"/>
          </p:nvPr>
        </p:nvSpPr>
        <p:spPr/>
        <p:txBody>
          <a:bodyPr/>
          <a:lstStyle/>
          <a:p>
            <a:pPr>
              <a:defRPr/>
            </a:pPr>
            <a:fld id="{B36BE00D-63B0-427F-B774-D80C241033DA}" type="slidenum">
              <a:rPr lang="en-US" smtClean="0"/>
              <a:pPr>
                <a:defRPr/>
              </a:pPr>
              <a:t>44</a:t>
            </a:fld>
            <a:endParaRPr lang="en-US"/>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29" name="Slide Image Placeholder 1"/>
          <p:cNvSpPr>
            <a:spLocks noGrp="1" noRot="1" noChangeAspect="1"/>
          </p:cNvSpPr>
          <p:nvPr>
            <p:ph type="sldImg"/>
          </p:nvPr>
        </p:nvSpPr>
        <p:spPr bwMode="auto">
          <a:xfrm>
            <a:off x="1143000" y="685800"/>
            <a:ext cx="4572000" cy="3429000"/>
          </a:xfrm>
          <a:prstGeom prst="rect">
            <a:avLst/>
          </a:prstGeom>
          <a:noFill/>
          <a:ln w="12700">
            <a:solidFill>
              <a:srgbClr val="000000"/>
            </a:solidFill>
            <a:miter lim="800000"/>
            <a:headEnd/>
            <a:tailEnd/>
          </a:ln>
        </p:spPr>
      </p:sp>
      <p:sp>
        <p:nvSpPr>
          <p:cNvPr id="124930"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smtClean="0"/>
          </a:p>
        </p:txBody>
      </p:sp>
      <p:sp>
        <p:nvSpPr>
          <p:cNvPr id="2" name="Slide Number Placeholder 1"/>
          <p:cNvSpPr>
            <a:spLocks noGrp="1"/>
          </p:cNvSpPr>
          <p:nvPr>
            <p:ph type="sldNum" sz="quarter" idx="10"/>
          </p:nvPr>
        </p:nvSpPr>
        <p:spPr/>
        <p:txBody>
          <a:bodyPr/>
          <a:lstStyle/>
          <a:p>
            <a:pPr>
              <a:defRPr/>
            </a:pPr>
            <a:fld id="{B36BE00D-63B0-427F-B774-D80C241033DA}" type="slidenum">
              <a:rPr lang="en-US" smtClean="0"/>
              <a:pPr>
                <a:defRPr/>
              </a:pPr>
              <a:t>45</a:t>
            </a:fld>
            <a:endParaRPr lang="en-US"/>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7" name="Slide Image Placeholder 1"/>
          <p:cNvSpPr>
            <a:spLocks noGrp="1" noRot="1" noChangeAspect="1"/>
          </p:cNvSpPr>
          <p:nvPr>
            <p:ph type="sldImg"/>
          </p:nvPr>
        </p:nvSpPr>
        <p:spPr bwMode="auto">
          <a:xfrm>
            <a:off x="1143000" y="685800"/>
            <a:ext cx="4572000" cy="3429000"/>
          </a:xfrm>
          <a:prstGeom prst="rect">
            <a:avLst/>
          </a:prstGeom>
          <a:noFill/>
          <a:ln w="12700">
            <a:solidFill>
              <a:srgbClr val="000000"/>
            </a:solidFill>
            <a:miter lim="800000"/>
            <a:headEnd/>
            <a:tailEnd/>
          </a:ln>
        </p:spPr>
      </p:sp>
      <p:sp>
        <p:nvSpPr>
          <p:cNvPr id="126978"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IN" smtClean="0"/>
          </a:p>
        </p:txBody>
      </p:sp>
      <p:sp>
        <p:nvSpPr>
          <p:cNvPr id="2" name="Slide Number Placeholder 1"/>
          <p:cNvSpPr>
            <a:spLocks noGrp="1"/>
          </p:cNvSpPr>
          <p:nvPr>
            <p:ph type="sldNum" sz="quarter" idx="10"/>
          </p:nvPr>
        </p:nvSpPr>
        <p:spPr/>
        <p:txBody>
          <a:bodyPr/>
          <a:lstStyle/>
          <a:p>
            <a:pPr>
              <a:defRPr/>
            </a:pPr>
            <a:fld id="{B36BE00D-63B0-427F-B774-D80C241033DA}" type="slidenum">
              <a:rPr lang="en-US" smtClean="0"/>
              <a:pPr>
                <a:defRPr/>
              </a:pPr>
              <a:t>46</a:t>
            </a:fld>
            <a:endParaRPr lang="en-US"/>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5" name="Slide Image Placeholder 1"/>
          <p:cNvSpPr>
            <a:spLocks noGrp="1" noRot="1" noChangeAspect="1" noTextEdit="1"/>
          </p:cNvSpPr>
          <p:nvPr>
            <p:ph type="sldImg"/>
          </p:nvPr>
        </p:nvSpPr>
        <p:spPr bwMode="auto">
          <a:xfrm>
            <a:off x="1143000" y="685800"/>
            <a:ext cx="4572000" cy="3429000"/>
          </a:xfrm>
          <a:prstGeom prst="rect">
            <a:avLst/>
          </a:prstGeom>
          <a:noFill/>
          <a:ln w="12700">
            <a:solidFill>
              <a:srgbClr val="000000"/>
            </a:solidFill>
            <a:miter lim="800000"/>
            <a:headEnd/>
            <a:tailEnd/>
          </a:ln>
        </p:spPr>
      </p:sp>
      <p:sp>
        <p:nvSpPr>
          <p:cNvPr id="129026" name="Notes Placeholder 2"/>
          <p:cNvSpPr>
            <a:spLocks noGrp="1"/>
          </p:cNvSpPr>
          <p:nvPr>
            <p:ph type="body" idx="1"/>
          </p:nvPr>
        </p:nvSpPr>
        <p:spPr bwMode="auto">
          <a:noFill/>
        </p:spPr>
        <p:txBody>
          <a:bodyPr wrap="square" numCol="1" anchor="t" anchorCtr="0" compatLnSpc="1">
            <a:prstTxWarp prst="textNoShape">
              <a:avLst/>
            </a:prstTxWarp>
          </a:bodyPr>
          <a:lstStyle/>
          <a:p>
            <a:pPr algn="just" eaLnBrk="1" hangingPunct="1">
              <a:spcBef>
                <a:spcPct val="0"/>
              </a:spcBef>
            </a:pPr>
            <a:r>
              <a:rPr lang="en-US" dirty="0" smtClean="0"/>
              <a:t>Organizing Complex Projects</a:t>
            </a:r>
          </a:p>
          <a:p>
            <a:pPr algn="just" eaLnBrk="1" hangingPunct="1">
              <a:spcBef>
                <a:spcPct val="0"/>
              </a:spcBef>
            </a:pPr>
            <a:r>
              <a:rPr lang="en-US" dirty="0" smtClean="0"/>
              <a:t>To see why a build tool is necessary in most, if not all, projects, consider a typical project. You begin by writing your code, in whatever language is appropriate, and then you compile it as you proceed. As the project expands, this becomes a much more difficult job, especially if your code depends on many outside libraries. If this is the case, you may find yourself with large search paths for each compilation.</a:t>
            </a:r>
          </a:p>
          <a:p>
            <a:pPr algn="just" eaLnBrk="1" hangingPunct="1">
              <a:spcBef>
                <a:spcPct val="0"/>
              </a:spcBef>
            </a:pPr>
            <a:endParaRPr lang="en-US" dirty="0" smtClean="0"/>
          </a:p>
          <a:p>
            <a:pPr algn="just" eaLnBrk="1" hangingPunct="1">
              <a:spcBef>
                <a:spcPct val="0"/>
              </a:spcBef>
            </a:pPr>
            <a:r>
              <a:rPr lang="en-US" dirty="0" smtClean="0"/>
              <a:t>Compiling Simple Projects</a:t>
            </a:r>
          </a:p>
          <a:p>
            <a:pPr algn="just" eaLnBrk="1" hangingPunct="1">
              <a:spcBef>
                <a:spcPct val="0"/>
              </a:spcBef>
            </a:pPr>
            <a:r>
              <a:rPr lang="en-US" dirty="0" smtClean="0"/>
              <a:t>The next logical step is to record the location of the code and any outside libraries and use this information in some kind of script. For example, a Java project may have the following </a:t>
            </a:r>
            <a:r>
              <a:rPr lang="en-US" dirty="0" err="1" smtClean="0"/>
              <a:t>javac</a:t>
            </a:r>
            <a:r>
              <a:rPr lang="en-US" dirty="0" smtClean="0"/>
              <a:t> command:</a:t>
            </a:r>
          </a:p>
          <a:p>
            <a:pPr algn="just" eaLnBrk="1" hangingPunct="1">
              <a:spcBef>
                <a:spcPct val="0"/>
              </a:spcBef>
            </a:pPr>
            <a:endParaRPr lang="en-US" dirty="0" smtClean="0"/>
          </a:p>
          <a:p>
            <a:pPr algn="just" eaLnBrk="1" hangingPunct="1">
              <a:spcBef>
                <a:spcPct val="0"/>
              </a:spcBef>
            </a:pPr>
            <a:endParaRPr lang="en-US" dirty="0" smtClean="0"/>
          </a:p>
          <a:p>
            <a:pPr algn="just" eaLnBrk="1" hangingPunct="1">
              <a:spcBef>
                <a:spcPct val="0"/>
              </a:spcBef>
            </a:pPr>
            <a:r>
              <a:rPr lang="en-US" dirty="0" err="1" smtClean="0"/>
              <a:t>javac</a:t>
            </a:r>
            <a:r>
              <a:rPr lang="en-US" dirty="0" smtClean="0"/>
              <a:t> -</a:t>
            </a:r>
            <a:r>
              <a:rPr lang="en-US" dirty="0" err="1" smtClean="0"/>
              <a:t>classpath</a:t>
            </a:r>
            <a:r>
              <a:rPr lang="en-US" dirty="0" smtClean="0"/>
              <a:t> ./dist/antBook.jar;%CATALINA_HOME%\common\lib\</a:t>
            </a:r>
          </a:p>
          <a:p>
            <a:pPr algn="just" eaLnBrk="1" hangingPunct="1">
              <a:spcBef>
                <a:spcPct val="0"/>
              </a:spcBef>
            </a:pPr>
            <a:r>
              <a:rPr lang="en-US" dirty="0" smtClean="0"/>
              <a:t>mysql-connector-java-3.0.11-stable-bin.jar;</a:t>
            </a:r>
          </a:p>
          <a:p>
            <a:pPr algn="just" eaLnBrk="1" hangingPunct="1">
              <a:spcBef>
                <a:spcPct val="0"/>
              </a:spcBef>
            </a:pPr>
            <a:r>
              <a:rPr lang="en-US" dirty="0" smtClean="0"/>
              <a:t>%CATALINA_HOME%\common\lib\servlet-api.jar;</a:t>
            </a:r>
          </a:p>
          <a:p>
            <a:pPr algn="just" eaLnBrk="1" hangingPunct="1">
              <a:spcBef>
                <a:spcPct val="0"/>
              </a:spcBef>
            </a:pPr>
            <a:r>
              <a:rPr lang="en-US" dirty="0" smtClean="0"/>
              <a:t>%CATALINA_HOME%\common\lib\jsp-api.jar org\</a:t>
            </a:r>
            <a:r>
              <a:rPr lang="en-US" dirty="0" err="1" smtClean="0"/>
              <a:t>mwrm</a:t>
            </a:r>
            <a:r>
              <a:rPr lang="en-US" dirty="0" smtClean="0"/>
              <a:t>\plants\client\*.java</a:t>
            </a:r>
          </a:p>
        </p:txBody>
      </p:sp>
      <p:sp>
        <p:nvSpPr>
          <p:cNvPr id="2" name="Slide Number Placeholder 1"/>
          <p:cNvSpPr>
            <a:spLocks noGrp="1"/>
          </p:cNvSpPr>
          <p:nvPr>
            <p:ph type="sldNum" sz="quarter" idx="10"/>
          </p:nvPr>
        </p:nvSpPr>
        <p:spPr/>
        <p:txBody>
          <a:bodyPr/>
          <a:lstStyle/>
          <a:p>
            <a:pPr>
              <a:defRPr/>
            </a:pPr>
            <a:fld id="{B36BE00D-63B0-427F-B774-D80C241033DA}" type="slidenum">
              <a:rPr lang="en-US" smtClean="0"/>
              <a:pPr>
                <a:defRPr/>
              </a:pPr>
              <a:t>47</a:t>
            </a:fld>
            <a:endParaRPr lang="en-US"/>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3" name="Rectangle 3"/>
          <p:cNvSpPr>
            <a:spLocks noGrp="1"/>
          </p:cNvSpPr>
          <p:nvPr>
            <p:ph type="body" idx="1"/>
          </p:nvPr>
        </p:nvSpPr>
        <p:spPr bwMode="auto">
          <a:xfrm>
            <a:off x="685800" y="457200"/>
            <a:ext cx="5486400" cy="8001000"/>
          </a:xfrm>
          <a:noFill/>
        </p:spPr>
        <p:txBody>
          <a:bodyPr wrap="square" numCol="1" anchor="t" anchorCtr="0" compatLnSpc="1">
            <a:prstTxWarp prst="textNoShape">
              <a:avLst/>
            </a:prstTxWarp>
          </a:bodyPr>
          <a:lstStyle/>
          <a:p>
            <a:pPr algn="just" eaLnBrk="1" hangingPunct="1">
              <a:lnSpc>
                <a:spcPct val="90000"/>
              </a:lnSpc>
              <a:spcBef>
                <a:spcPct val="0"/>
              </a:spcBef>
            </a:pPr>
            <a:r>
              <a:rPr lang="en-US" sz="1000" smtClean="0"/>
              <a:t>While this is not as complicated as some compilations, it is complex enough that you run the risk of omitting or misspelling some of the JAR files in the classpath.</a:t>
            </a:r>
          </a:p>
          <a:p>
            <a:pPr algn="just" eaLnBrk="1" hangingPunct="1">
              <a:lnSpc>
                <a:spcPct val="90000"/>
              </a:lnSpc>
              <a:spcBef>
                <a:spcPct val="0"/>
              </a:spcBef>
            </a:pPr>
            <a:endParaRPr lang="en-US" sz="1000" smtClean="0"/>
          </a:p>
          <a:p>
            <a:pPr algn="just" eaLnBrk="1" hangingPunct="1">
              <a:lnSpc>
                <a:spcPct val="90000"/>
              </a:lnSpc>
              <a:spcBef>
                <a:spcPct val="0"/>
              </a:spcBef>
            </a:pPr>
            <a:r>
              <a:rPr lang="en-US" sz="1000" smtClean="0"/>
              <a:t> Note  I am assuming a blank CLASSPATH variable here because that is, in general, good practice, though adding the JAR files to the classpath would solve this problem in this instance. This kind of fix is pretty unwieldy because either you have to specify the CLASSPATH variable every session, which replicates the problems described, or you have to modify the existing variable when you introduce or change a library, which means you have to start a new command-line session to reflect the update.</a:t>
            </a:r>
          </a:p>
          <a:p>
            <a:pPr algn="just" eaLnBrk="1" hangingPunct="1">
              <a:lnSpc>
                <a:spcPct val="90000"/>
              </a:lnSpc>
              <a:spcBef>
                <a:spcPct val="0"/>
              </a:spcBef>
            </a:pPr>
            <a:r>
              <a:rPr lang="en-US" sz="1000" smtClean="0"/>
              <a:t> </a:t>
            </a:r>
          </a:p>
          <a:p>
            <a:pPr algn="just" eaLnBrk="1" hangingPunct="1">
              <a:lnSpc>
                <a:spcPct val="90000"/>
              </a:lnSpc>
              <a:spcBef>
                <a:spcPct val="0"/>
              </a:spcBef>
            </a:pPr>
            <a:endParaRPr lang="en-US" sz="1000" smtClean="0"/>
          </a:p>
          <a:p>
            <a:pPr algn="just" eaLnBrk="1" hangingPunct="1">
              <a:lnSpc>
                <a:spcPct val="90000"/>
              </a:lnSpc>
              <a:spcBef>
                <a:spcPct val="0"/>
              </a:spcBef>
            </a:pPr>
            <a:r>
              <a:rPr lang="en-US" sz="1000" smtClean="0"/>
              <a:t>The simplest solution is to include the javac command in a script, such as a Windows batch file, a Unix shell script, or a Perl script, and run the script from the command line. This allows you to specify the correct libraries at each invocation of the javac command.</a:t>
            </a:r>
          </a:p>
          <a:p>
            <a:pPr algn="just" eaLnBrk="1" hangingPunct="1">
              <a:lnSpc>
                <a:spcPct val="90000"/>
              </a:lnSpc>
              <a:spcBef>
                <a:spcPct val="0"/>
              </a:spcBef>
            </a:pPr>
            <a:endParaRPr lang="en-US" sz="1000" smtClean="0"/>
          </a:p>
          <a:p>
            <a:pPr algn="just" eaLnBrk="1" hangingPunct="1">
              <a:lnSpc>
                <a:spcPct val="90000"/>
              </a:lnSpc>
              <a:spcBef>
                <a:spcPct val="0"/>
              </a:spcBef>
            </a:pPr>
            <a:r>
              <a:rPr lang="en-US" sz="1000" smtClean="0"/>
              <a:t>Now you have a script that you can use to compile a single class in the project. You can of course generalize the command to compile a whole package at once. If you have more than one package, then you can add more javac commands as needed, as is the case with commands to package the project. This can quickly build up into a large script that you can reuse for each compilation of the project. You can include any command from your operating system in the script, which can make it a powerful tool when working with a project with multiple packages and libraries.</a:t>
            </a:r>
          </a:p>
          <a:p>
            <a:pPr algn="just" eaLnBrk="1" hangingPunct="1">
              <a:lnSpc>
                <a:spcPct val="90000"/>
              </a:lnSpc>
              <a:spcBef>
                <a:spcPct val="0"/>
              </a:spcBef>
            </a:pPr>
            <a:endParaRPr lang="en-US" sz="1000" smtClean="0"/>
          </a:p>
          <a:p>
            <a:pPr algn="just" eaLnBrk="1" hangingPunct="1">
              <a:lnSpc>
                <a:spcPct val="90000"/>
              </a:lnSpc>
              <a:spcBef>
                <a:spcPct val="0"/>
              </a:spcBef>
            </a:pPr>
            <a:r>
              <a:rPr lang="en-US" sz="1000" smtClean="0"/>
              <a:t>Compiling Larger Projects</a:t>
            </a:r>
          </a:p>
          <a:p>
            <a:pPr algn="just" eaLnBrk="1" hangingPunct="1">
              <a:lnSpc>
                <a:spcPct val="90000"/>
              </a:lnSpc>
              <a:spcBef>
                <a:spcPct val="0"/>
              </a:spcBef>
            </a:pPr>
            <a:r>
              <a:rPr lang="en-US" sz="1000" smtClean="0"/>
              <a:t>The previous situation is no bad place to be if you are working on a small- to medium-sized project by yourself. You have control over the directory structure and the script, and build times are quick because of the project's size. A point will come in most projects, however, where one of these factors makes a script unworkable.</a:t>
            </a:r>
          </a:p>
          <a:p>
            <a:pPr algn="just" eaLnBrk="1" hangingPunct="1">
              <a:lnSpc>
                <a:spcPct val="90000"/>
              </a:lnSpc>
              <a:spcBef>
                <a:spcPct val="0"/>
              </a:spcBef>
            </a:pPr>
            <a:endParaRPr lang="en-US" sz="1000" smtClean="0"/>
          </a:p>
          <a:p>
            <a:pPr algn="just" eaLnBrk="1" hangingPunct="1">
              <a:lnSpc>
                <a:spcPct val="90000"/>
              </a:lnSpc>
              <a:spcBef>
                <a:spcPct val="0"/>
              </a:spcBef>
            </a:pPr>
            <a:r>
              <a:rPr lang="en-US" sz="1000" smtClean="0"/>
              <a:t>Using a Common Format</a:t>
            </a:r>
          </a:p>
          <a:p>
            <a:pPr algn="just" eaLnBrk="1" hangingPunct="1">
              <a:lnSpc>
                <a:spcPct val="90000"/>
              </a:lnSpc>
              <a:spcBef>
                <a:spcPct val="0"/>
              </a:spcBef>
            </a:pPr>
            <a:r>
              <a:rPr lang="en-US" sz="1000" smtClean="0"/>
              <a:t>You will undoubtedly have written your automation script in the scripting language of your choice, which may not be the language other people working on the project are using. While this may not be a consideration in some projects, it is amazing how often a small project that scratches a personal itch becomes a major project that scratches a lot of itches. Ant, of course, is one such example, as are Perl and any number of open-source projects. Therefore, you should always assume that someone other than you will want to compile your project at some point.</a:t>
            </a:r>
          </a:p>
          <a:p>
            <a:pPr algn="just" eaLnBrk="1" hangingPunct="1">
              <a:lnSpc>
                <a:spcPct val="90000"/>
              </a:lnSpc>
              <a:spcBef>
                <a:spcPct val="0"/>
              </a:spcBef>
            </a:pPr>
            <a:endParaRPr lang="en-US" sz="1000" smtClean="0"/>
          </a:p>
          <a:p>
            <a:pPr algn="just" eaLnBrk="1" hangingPunct="1">
              <a:lnSpc>
                <a:spcPct val="90000"/>
              </a:lnSpc>
              <a:spcBef>
                <a:spcPct val="0"/>
              </a:spcBef>
            </a:pPr>
            <a:r>
              <a:rPr lang="en-US" sz="1000" smtClean="0"/>
              <a:t>If everyone is using a different technique for automating their section of the project, this makes it difficult to centralize the compiling and packaging process. Ideally, the lead developer runs a single script that performs all the required tasks before a project is ready to distribute to users or clients.</a:t>
            </a:r>
          </a:p>
          <a:p>
            <a:pPr algn="just" eaLnBrk="1" hangingPunct="1">
              <a:lnSpc>
                <a:spcPct val="90000"/>
              </a:lnSpc>
              <a:spcBef>
                <a:spcPct val="0"/>
              </a:spcBef>
            </a:pPr>
            <a:endParaRPr lang="en-US" sz="1000" smtClean="0"/>
          </a:p>
          <a:p>
            <a:pPr algn="just" eaLnBrk="1" hangingPunct="1">
              <a:lnSpc>
                <a:spcPct val="90000"/>
              </a:lnSpc>
              <a:spcBef>
                <a:spcPct val="0"/>
              </a:spcBef>
            </a:pPr>
            <a:r>
              <a:rPr lang="en-US" sz="1000" smtClean="0"/>
              <a:t>The project leader may even want to distribute the application as part of this process. If this is the case, the script should employ some automated testing to ensure that the project team releases a working application. The script is getting larger and larger as the project increases in complexity.</a:t>
            </a:r>
          </a:p>
          <a:p>
            <a:pPr algn="just" eaLnBrk="1" hangingPunct="1">
              <a:lnSpc>
                <a:spcPct val="90000"/>
              </a:lnSpc>
              <a:spcBef>
                <a:spcPct val="0"/>
              </a:spcBef>
            </a:pPr>
            <a:endParaRPr lang="en-US" sz="1000" smtClean="0"/>
          </a:p>
          <a:p>
            <a:pPr algn="just" eaLnBrk="1" hangingPunct="1">
              <a:lnSpc>
                <a:spcPct val="90000"/>
              </a:lnSpc>
              <a:spcBef>
                <a:spcPct val="0"/>
              </a:spcBef>
            </a:pPr>
            <a:r>
              <a:rPr lang="en-US" sz="1000" smtClean="0"/>
              <a:t>As you can appreciate, the larger and more serious a project becomes, the larger the need for an automated process becomes. In many stages of the process, human error can lead to delays or unusable code. Testing is absolutely necessary before a project is released to its users. Leaving the testing to a developer when the pressure is on, a deadline is looming, and a product has to ship will inevitably lead to problems. A common format for the script becomes more necessary to integrate all the stages of development.</a:t>
            </a:r>
          </a:p>
          <a:p>
            <a:pPr algn="just" eaLnBrk="1" hangingPunct="1">
              <a:lnSpc>
                <a:spcPct val="90000"/>
              </a:lnSpc>
              <a:spcBef>
                <a:spcPct val="0"/>
              </a:spcBef>
            </a:pPr>
            <a:endParaRPr lang="en-US" sz="1000" smtClean="0"/>
          </a:p>
        </p:txBody>
      </p:sp>
      <p:sp>
        <p:nvSpPr>
          <p:cNvPr id="2" name="Slide Number Placeholder 1"/>
          <p:cNvSpPr>
            <a:spLocks noGrp="1"/>
          </p:cNvSpPr>
          <p:nvPr>
            <p:ph type="sldNum" sz="quarter" idx="10"/>
          </p:nvPr>
        </p:nvSpPr>
        <p:spPr/>
        <p:txBody>
          <a:bodyPr/>
          <a:lstStyle/>
          <a:p>
            <a:pPr>
              <a:defRPr/>
            </a:pPr>
            <a:fld id="{B36BE00D-63B0-427F-B774-D80C241033DA}" type="slidenum">
              <a:rPr lang="en-US" smtClean="0"/>
              <a:pPr>
                <a:defRPr/>
              </a:pPr>
              <a:t>48</a:t>
            </a:fld>
            <a:endParaRPr lang="en-US"/>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21" name="Rectangle 3"/>
          <p:cNvSpPr>
            <a:spLocks noGrp="1"/>
          </p:cNvSpPr>
          <p:nvPr>
            <p:ph type="body" idx="1"/>
          </p:nvPr>
        </p:nvSpPr>
        <p:spPr bwMode="auto">
          <a:xfrm>
            <a:off x="685800" y="419100"/>
            <a:ext cx="5486400" cy="8039100"/>
          </a:xfrm>
          <a:noFill/>
        </p:spPr>
        <p:txBody>
          <a:bodyPr wrap="square" numCol="1" anchor="t" anchorCtr="0" compatLnSpc="1">
            <a:prstTxWarp prst="textNoShape">
              <a:avLst/>
            </a:prstTxWarp>
          </a:bodyPr>
          <a:lstStyle/>
          <a:p>
            <a:pPr algn="just" eaLnBrk="1" hangingPunct="1">
              <a:spcBef>
                <a:spcPct val="0"/>
              </a:spcBef>
            </a:pPr>
            <a:r>
              <a:rPr lang="en-US" dirty="0" smtClean="0"/>
              <a:t>Compiling Only New and Changed Files</a:t>
            </a:r>
          </a:p>
          <a:p>
            <a:pPr algn="just" eaLnBrk="1" hangingPunct="1">
              <a:spcBef>
                <a:spcPct val="0"/>
              </a:spcBef>
            </a:pPr>
            <a:r>
              <a:rPr lang="en-US" dirty="0" smtClean="0"/>
              <a:t>Large projects have, by definition, a large number of classes, each of which may have dependencies on a number of outside libraries. As a project grows, the compilation time inevitably grows with it, eventually to the stage where a complex Java application can take up to an hour and an operating system, such as Windows 2000, can take eight hours on the most powerful hardware money can buy.</a:t>
            </a:r>
          </a:p>
          <a:p>
            <a:pPr algn="just" eaLnBrk="1" hangingPunct="1">
              <a:spcBef>
                <a:spcPct val="0"/>
              </a:spcBef>
            </a:pPr>
            <a:endParaRPr lang="en-US" dirty="0" smtClean="0"/>
          </a:p>
          <a:p>
            <a:pPr algn="just" eaLnBrk="1" hangingPunct="1">
              <a:spcBef>
                <a:spcPct val="0"/>
              </a:spcBef>
            </a:pPr>
            <a:r>
              <a:rPr lang="en-US" dirty="0" smtClean="0"/>
              <a:t>With this in mind, consider what happens when you change the application in some way, for example, by making a bug fix or adding functionality. The changes are unlikely to warrant a recompilation of the entire project, though this is unavoidable when using a script. It is possible to work around this to a certain extent by breaking the compilation into logical, named chunks within the script and calling only the chunk with the changed code.</a:t>
            </a:r>
          </a:p>
          <a:p>
            <a:pPr algn="just" eaLnBrk="1" hangingPunct="1">
              <a:spcBef>
                <a:spcPct val="0"/>
              </a:spcBef>
            </a:pPr>
            <a:endParaRPr lang="en-US" dirty="0" smtClean="0"/>
          </a:p>
          <a:p>
            <a:pPr algn="just" eaLnBrk="1" hangingPunct="1">
              <a:spcBef>
                <a:spcPct val="0"/>
              </a:spcBef>
            </a:pPr>
            <a:r>
              <a:rPr lang="en-US" dirty="0" smtClean="0"/>
              <a:t>Problems will still exist if the chunk itself is large or if a large number of chunks contain changed code. This also assumes the person building the project knows which pieces of the application have changed, which is again a problem in a large application written by a number of people where the number of changes could be large.</a:t>
            </a:r>
          </a:p>
          <a:p>
            <a:pPr algn="just" eaLnBrk="1" hangingPunct="1">
              <a:spcBef>
                <a:spcPct val="0"/>
              </a:spcBef>
            </a:pPr>
            <a:endParaRPr lang="en-US" dirty="0" smtClean="0"/>
          </a:p>
          <a:p>
            <a:pPr algn="just" eaLnBrk="1" hangingPunct="1">
              <a:spcBef>
                <a:spcPct val="0"/>
              </a:spcBef>
            </a:pPr>
            <a:r>
              <a:rPr lang="en-US" dirty="0" smtClean="0"/>
              <a:t>Controlling the Project</a:t>
            </a:r>
          </a:p>
          <a:p>
            <a:pPr algn="just" eaLnBrk="1" hangingPunct="1">
              <a:spcBef>
                <a:spcPct val="0"/>
              </a:spcBef>
            </a:pPr>
            <a:r>
              <a:rPr lang="en-US" dirty="0" smtClean="0"/>
              <a:t>On a small project, you have control of the script and the structure of the project, so you have a good overview of where everything is in the directory hierarchy. This allows you to change the directory structure to suit your development style and the type of scripting you are using.</a:t>
            </a:r>
          </a:p>
          <a:p>
            <a:pPr algn="just" eaLnBrk="1" hangingPunct="1">
              <a:spcBef>
                <a:spcPct val="0"/>
              </a:spcBef>
            </a:pPr>
            <a:endParaRPr lang="en-US" dirty="0" smtClean="0"/>
          </a:p>
          <a:p>
            <a:pPr algn="just" eaLnBrk="1" hangingPunct="1">
              <a:spcBef>
                <a:spcPct val="0"/>
              </a:spcBef>
            </a:pPr>
            <a:r>
              <a:rPr lang="en-US" dirty="0" smtClean="0"/>
              <a:t>On larger projects, you will not necessarily have this control, so keeping the script up-to-date and usable becomes increasingly difficult. Large scripts used by many people can easily degenerate into a mess of </a:t>
            </a:r>
            <a:r>
              <a:rPr lang="en-US" dirty="0" err="1" smtClean="0"/>
              <a:t>unmaintainable</a:t>
            </a:r>
            <a:r>
              <a:rPr lang="en-US" dirty="0" smtClean="0"/>
              <a:t> gibberish.</a:t>
            </a:r>
          </a:p>
          <a:p>
            <a:pPr algn="just" eaLnBrk="1" hangingPunct="1">
              <a:spcBef>
                <a:spcPct val="0"/>
              </a:spcBef>
            </a:pPr>
            <a:endParaRPr lang="en-US" dirty="0" smtClean="0"/>
          </a:p>
          <a:p>
            <a:pPr algn="just" eaLnBrk="1" hangingPunct="1">
              <a:spcBef>
                <a:spcPct val="0"/>
              </a:spcBef>
            </a:pPr>
            <a:r>
              <a:rPr lang="en-US" dirty="0" smtClean="0"/>
              <a:t>Reflecting on the Project's Life Cycle</a:t>
            </a:r>
          </a:p>
          <a:p>
            <a:pPr algn="just" eaLnBrk="1" hangingPunct="1">
              <a:spcBef>
                <a:spcPct val="0"/>
              </a:spcBef>
            </a:pPr>
            <a:endParaRPr lang="en-US" dirty="0" smtClean="0"/>
          </a:p>
          <a:p>
            <a:pPr algn="just" eaLnBrk="1" hangingPunct="1">
              <a:spcBef>
                <a:spcPct val="0"/>
              </a:spcBef>
            </a:pPr>
            <a:r>
              <a:rPr lang="en-US" dirty="0" smtClean="0"/>
              <a:t>Obtain the source code from the archive or repository.</a:t>
            </a:r>
          </a:p>
          <a:p>
            <a:pPr algn="just" eaLnBrk="1" hangingPunct="1">
              <a:spcBef>
                <a:spcPct val="0"/>
              </a:spcBef>
            </a:pPr>
            <a:endParaRPr lang="en-US" dirty="0" smtClean="0"/>
          </a:p>
        </p:txBody>
      </p:sp>
      <p:sp>
        <p:nvSpPr>
          <p:cNvPr id="2" name="Slide Number Placeholder 1"/>
          <p:cNvSpPr>
            <a:spLocks noGrp="1"/>
          </p:cNvSpPr>
          <p:nvPr>
            <p:ph type="sldNum" sz="quarter" idx="10"/>
          </p:nvPr>
        </p:nvSpPr>
        <p:spPr/>
        <p:txBody>
          <a:bodyPr/>
          <a:lstStyle/>
          <a:p>
            <a:pPr>
              <a:defRPr/>
            </a:pPr>
            <a:fld id="{B36BE00D-63B0-427F-B774-D80C241033DA}" type="slidenum">
              <a:rPr lang="en-US" smtClean="0"/>
              <a:pPr>
                <a:defRPr/>
              </a:pPr>
              <a:t>49</a:t>
            </a:fld>
            <a:endParaRPr lang="en-US"/>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69" name="Rectangle 3"/>
          <p:cNvSpPr>
            <a:spLocks noGrp="1"/>
          </p:cNvSpPr>
          <p:nvPr>
            <p:ph type="body" idx="1"/>
          </p:nvPr>
        </p:nvSpPr>
        <p:spPr bwMode="auto">
          <a:xfrm>
            <a:off x="685800" y="342900"/>
            <a:ext cx="5486400" cy="8115300"/>
          </a:xfrm>
          <a:noFill/>
        </p:spPr>
        <p:txBody>
          <a:bodyPr wrap="square" numCol="1" anchor="t" anchorCtr="0" compatLnSpc="1">
            <a:prstTxWarp prst="textNoShape">
              <a:avLst/>
            </a:prstTxWarp>
          </a:bodyPr>
          <a:lstStyle/>
          <a:p>
            <a:pPr algn="just" eaLnBrk="1" hangingPunct="1">
              <a:lnSpc>
                <a:spcPct val="80000"/>
              </a:lnSpc>
              <a:spcBef>
                <a:spcPct val="0"/>
              </a:spcBef>
            </a:pPr>
            <a:r>
              <a:rPr lang="en-US" sz="1100" dirty="0" smtClean="0"/>
              <a:t>Create a directory structure to hold the source code and the resultant binaries. This typically includes a temporary or scratch directory where you carry out the intermediate stages. You may also want to move any outside libraries into this directory structure for ease of access. </a:t>
            </a:r>
          </a:p>
          <a:p>
            <a:pPr algn="just" eaLnBrk="1" hangingPunct="1">
              <a:lnSpc>
                <a:spcPct val="80000"/>
              </a:lnSpc>
              <a:spcBef>
                <a:spcPct val="0"/>
              </a:spcBef>
            </a:pPr>
            <a:endParaRPr lang="en-US" sz="1100" dirty="0" smtClean="0"/>
          </a:p>
          <a:p>
            <a:pPr algn="just" eaLnBrk="1" hangingPunct="1">
              <a:lnSpc>
                <a:spcPct val="80000"/>
              </a:lnSpc>
              <a:spcBef>
                <a:spcPct val="0"/>
              </a:spcBef>
            </a:pPr>
            <a:r>
              <a:rPr lang="en-US" sz="1100" dirty="0" smtClean="0"/>
              <a:t>Configure the script to suit your environment. This is necessary here because someone else has written the source code. Their directory hierarchy may not be the same as yours. </a:t>
            </a:r>
          </a:p>
          <a:p>
            <a:pPr algn="just" eaLnBrk="1" hangingPunct="1">
              <a:lnSpc>
                <a:spcPct val="80000"/>
              </a:lnSpc>
              <a:spcBef>
                <a:spcPct val="0"/>
              </a:spcBef>
            </a:pPr>
            <a:r>
              <a:rPr lang="en-US" sz="1100" dirty="0" smtClean="0"/>
              <a:t>For instance, third-party libraries could be in different places on each system (</a:t>
            </a:r>
            <a:r>
              <a:rPr lang="en-US" sz="1100" dirty="0" err="1" smtClean="0"/>
              <a:t>usr</a:t>
            </a:r>
            <a:r>
              <a:rPr lang="en-US" sz="1100" dirty="0" smtClean="0"/>
              <a:t>/local/java/tomcat5/common/lib/servlet-api.jar versus </a:t>
            </a:r>
            <a:r>
              <a:rPr lang="en-US" sz="1100" dirty="0" err="1" smtClean="0"/>
              <a:t>usr</a:t>
            </a:r>
            <a:r>
              <a:rPr lang="en-US" sz="1100" dirty="0" smtClean="0"/>
              <a:t>/local/java/jakarta-tomcat-5.5.9/common/lib/servlet-api.jar, for example). In fact, someone else might not have been working on the same operating system. You should make sure any paths are correct and that the script references any outside resources properly. </a:t>
            </a:r>
          </a:p>
          <a:p>
            <a:pPr algn="just" eaLnBrk="1" hangingPunct="1">
              <a:lnSpc>
                <a:spcPct val="80000"/>
              </a:lnSpc>
              <a:spcBef>
                <a:spcPct val="0"/>
              </a:spcBef>
            </a:pPr>
            <a:r>
              <a:rPr lang="en-US" sz="1100" dirty="0" smtClean="0"/>
              <a:t>As described, this may be more difficult if the script is in a format with which you are not familiar. You may even find that the script will not run on your operating system because it was written in an incompatible scripting language, so you will have to convert it to one your operating system understands.</a:t>
            </a:r>
          </a:p>
          <a:p>
            <a:pPr algn="just" eaLnBrk="1" hangingPunct="1">
              <a:lnSpc>
                <a:spcPct val="80000"/>
              </a:lnSpc>
              <a:spcBef>
                <a:spcPct val="0"/>
              </a:spcBef>
            </a:pPr>
            <a:r>
              <a:rPr lang="en-US" sz="1100" dirty="0" smtClean="0"/>
              <a:t>Compile the source code with your configured script.</a:t>
            </a:r>
          </a:p>
          <a:p>
            <a:pPr algn="just" eaLnBrk="1" hangingPunct="1">
              <a:lnSpc>
                <a:spcPct val="80000"/>
              </a:lnSpc>
              <a:spcBef>
                <a:spcPct val="0"/>
              </a:spcBef>
            </a:pPr>
            <a:endParaRPr lang="en-US" sz="1100" dirty="0" smtClean="0"/>
          </a:p>
          <a:p>
            <a:pPr algn="just" eaLnBrk="1" hangingPunct="1">
              <a:lnSpc>
                <a:spcPct val="80000"/>
              </a:lnSpc>
              <a:spcBef>
                <a:spcPct val="0"/>
              </a:spcBef>
            </a:pPr>
            <a:r>
              <a:rPr lang="en-US" sz="1100" dirty="0" smtClean="0"/>
              <a:t>Package the binary files into libraries for the users. You can distribute the example application as a JAR file for command-line access or a WAR file for use on a </a:t>
            </a:r>
            <a:r>
              <a:rPr lang="en-US" sz="1100" dirty="0" err="1" smtClean="0"/>
              <a:t>servlet</a:t>
            </a:r>
            <a:r>
              <a:rPr lang="en-US" sz="1100" dirty="0" smtClean="0"/>
              <a:t> container. </a:t>
            </a:r>
          </a:p>
          <a:p>
            <a:pPr algn="just" eaLnBrk="1" hangingPunct="1">
              <a:lnSpc>
                <a:spcPct val="80000"/>
              </a:lnSpc>
              <a:spcBef>
                <a:spcPct val="0"/>
              </a:spcBef>
            </a:pPr>
            <a:r>
              <a:rPr lang="en-US" sz="1100" dirty="0" smtClean="0"/>
              <a:t>In this step, you may be adding image and configuration files to the distribution. If your application requires outside libraries to run, you may also be adding them to the package. </a:t>
            </a:r>
          </a:p>
          <a:p>
            <a:pPr algn="just" eaLnBrk="1" hangingPunct="1">
              <a:lnSpc>
                <a:spcPct val="80000"/>
              </a:lnSpc>
              <a:spcBef>
                <a:spcPct val="0"/>
              </a:spcBef>
            </a:pPr>
            <a:r>
              <a:rPr lang="en-US" sz="1100" dirty="0" smtClean="0"/>
              <a:t>The web application version of the example application can include the third-party libraries mentioned previously so that it is a discrete package. Alternatively, you can let the administrator of the </a:t>
            </a:r>
            <a:r>
              <a:rPr lang="en-US" sz="1100" dirty="0" err="1" smtClean="0"/>
              <a:t>servlet</a:t>
            </a:r>
            <a:r>
              <a:rPr lang="en-US" sz="1100" dirty="0" smtClean="0"/>
              <a:t> container place the third-party libraries in an appropriate location.</a:t>
            </a:r>
          </a:p>
          <a:p>
            <a:pPr algn="just" eaLnBrk="1" hangingPunct="1">
              <a:lnSpc>
                <a:spcPct val="80000"/>
              </a:lnSpc>
              <a:spcBef>
                <a:spcPct val="0"/>
              </a:spcBef>
            </a:pPr>
            <a:endParaRPr lang="en-US" sz="1100" dirty="0" smtClean="0"/>
          </a:p>
          <a:p>
            <a:pPr algn="just" eaLnBrk="1" hangingPunct="1">
              <a:lnSpc>
                <a:spcPct val="80000"/>
              </a:lnSpc>
              <a:spcBef>
                <a:spcPct val="0"/>
              </a:spcBef>
            </a:pPr>
            <a:r>
              <a:rPr lang="en-US" sz="1100" dirty="0" smtClean="0"/>
              <a:t>Unit test the application with appropriate criteria. Ideally, you would use a testing framework with predefined test cases. If you are responsible for the code and the project is still at a development stage, then performance testing may be appropriate once unit testing has finished. You should test the application on a test server and not a production server.</a:t>
            </a:r>
          </a:p>
          <a:p>
            <a:pPr algn="just" eaLnBrk="1" hangingPunct="1">
              <a:lnSpc>
                <a:spcPct val="80000"/>
              </a:lnSpc>
              <a:spcBef>
                <a:spcPct val="0"/>
              </a:spcBef>
            </a:pPr>
            <a:endParaRPr lang="en-US" sz="1100" dirty="0" smtClean="0"/>
          </a:p>
          <a:p>
            <a:pPr algn="just" eaLnBrk="1" hangingPunct="1">
              <a:lnSpc>
                <a:spcPct val="80000"/>
              </a:lnSpc>
              <a:spcBef>
                <a:spcPct val="0"/>
              </a:spcBef>
            </a:pPr>
            <a:r>
              <a:rPr lang="en-US" sz="1100" dirty="0" smtClean="0"/>
              <a:t>Create the documentation bundle. This should include README files and instructions on how to install and use the application. The documentation could be simple text files or could be sophisticated HTML pages that you have generated using a standard process such as the </a:t>
            </a:r>
            <a:r>
              <a:rPr lang="en-US" sz="1100" dirty="0" err="1" smtClean="0"/>
              <a:t>javadoc</a:t>
            </a:r>
            <a:r>
              <a:rPr lang="en-US" sz="1100" dirty="0" smtClean="0"/>
              <a:t> utility. If you are distributing the documentation as a web application, which is an option with the example application, you should create a WAR file. Another option is an archive that the user can expand in their file system.</a:t>
            </a:r>
          </a:p>
          <a:p>
            <a:pPr algn="just" eaLnBrk="1" hangingPunct="1">
              <a:lnSpc>
                <a:spcPct val="80000"/>
              </a:lnSpc>
              <a:spcBef>
                <a:spcPct val="0"/>
              </a:spcBef>
            </a:pPr>
            <a:endParaRPr lang="en-US" sz="1100" dirty="0" smtClean="0"/>
          </a:p>
          <a:p>
            <a:pPr algn="just" eaLnBrk="1" hangingPunct="1">
              <a:lnSpc>
                <a:spcPct val="80000"/>
              </a:lnSpc>
              <a:spcBef>
                <a:spcPct val="0"/>
              </a:spcBef>
            </a:pPr>
            <a:r>
              <a:rPr lang="en-US" sz="1100" dirty="0" smtClean="0"/>
              <a:t>Package the entire distribution, which includes the packaged binaries and the documentation bundle. At this stage, you have to consider who you will be sending the application to and tailor the package accordingly. This may mean you have to produce more than one package. For example, Windows users prefer a *.zip file, and Unix users prefer a *.</a:t>
            </a:r>
            <a:r>
              <a:rPr lang="en-US" sz="1100" dirty="0" err="1" smtClean="0"/>
              <a:t>tar.gz</a:t>
            </a:r>
            <a:r>
              <a:rPr lang="en-US" sz="1100" dirty="0" smtClean="0"/>
              <a:t> or *.bz2 archive.</a:t>
            </a:r>
          </a:p>
          <a:p>
            <a:pPr algn="just" eaLnBrk="1" hangingPunct="1">
              <a:lnSpc>
                <a:spcPct val="80000"/>
              </a:lnSpc>
              <a:spcBef>
                <a:spcPct val="0"/>
              </a:spcBef>
            </a:pPr>
            <a:endParaRPr lang="en-US" sz="1100" dirty="0" smtClean="0"/>
          </a:p>
          <a:p>
            <a:pPr algn="just" eaLnBrk="1" hangingPunct="1">
              <a:lnSpc>
                <a:spcPct val="80000"/>
              </a:lnSpc>
              <a:spcBef>
                <a:spcPct val="0"/>
              </a:spcBef>
            </a:pPr>
            <a:r>
              <a:rPr lang="en-US" sz="1100" dirty="0" smtClean="0"/>
              <a:t>Provide the application to your users. You can achieve this in a number of ways, including using e-mail, using FTP, copying and pasting onto a web server, or hot deploying onto a running web server.</a:t>
            </a:r>
          </a:p>
          <a:p>
            <a:pPr algn="just" eaLnBrk="1" hangingPunct="1">
              <a:lnSpc>
                <a:spcPct val="80000"/>
              </a:lnSpc>
              <a:spcBef>
                <a:spcPct val="0"/>
              </a:spcBef>
            </a:pPr>
            <a:endParaRPr lang="en-US" sz="1100" dirty="0" smtClean="0"/>
          </a:p>
          <a:p>
            <a:pPr algn="just" eaLnBrk="1" hangingPunct="1">
              <a:lnSpc>
                <a:spcPct val="80000"/>
              </a:lnSpc>
              <a:spcBef>
                <a:spcPct val="0"/>
              </a:spcBef>
            </a:pPr>
            <a:r>
              <a:rPr lang="en-US" sz="1100" dirty="0" smtClean="0"/>
              <a:t>Clean up the directory structure. When you have finished with the scrap directory and the third-party libraries, you may want to remove them from your file system. The scratch directory created in step 2 may no longer be necessary, and you could remove it if this is the case. Should you want to do a clean build every time, you will definitely want to do this. </a:t>
            </a:r>
          </a:p>
          <a:p>
            <a:pPr algn="just" eaLnBrk="1" hangingPunct="1">
              <a:lnSpc>
                <a:spcPct val="80000"/>
              </a:lnSpc>
              <a:spcBef>
                <a:spcPct val="0"/>
              </a:spcBef>
            </a:pPr>
            <a:endParaRPr lang="en-US" sz="1100" dirty="0" smtClean="0"/>
          </a:p>
          <a:p>
            <a:pPr algn="just" eaLnBrk="1" hangingPunct="1">
              <a:lnSpc>
                <a:spcPct val="80000"/>
              </a:lnSpc>
              <a:spcBef>
                <a:spcPct val="0"/>
              </a:spcBef>
            </a:pPr>
            <a:r>
              <a:rPr lang="en-US" sz="1100" dirty="0" smtClean="0"/>
              <a:t>This is quite a list of actions to perform before an application is ready for your users. </a:t>
            </a:r>
          </a:p>
          <a:p>
            <a:pPr algn="just" eaLnBrk="1" hangingPunct="1">
              <a:lnSpc>
                <a:spcPct val="80000"/>
              </a:lnSpc>
              <a:spcBef>
                <a:spcPct val="0"/>
              </a:spcBef>
            </a:pPr>
            <a:endParaRPr lang="en-US" sz="1100" dirty="0" smtClean="0"/>
          </a:p>
          <a:p>
            <a:pPr algn="just" eaLnBrk="1" hangingPunct="1">
              <a:lnSpc>
                <a:spcPct val="80000"/>
              </a:lnSpc>
              <a:spcBef>
                <a:spcPct val="0"/>
              </a:spcBef>
            </a:pPr>
            <a:r>
              <a:rPr lang="en-US" sz="1100" dirty="0" smtClean="0"/>
              <a:t>The serial nature of the previous list belies some of the complicated dependencies and relationships within a build process. For example, you cannot package the application unless you have compiled the code and successfully built the documentation bundle.</a:t>
            </a:r>
          </a:p>
          <a:p>
            <a:pPr algn="just" eaLnBrk="1" hangingPunct="1">
              <a:lnSpc>
                <a:spcPct val="80000"/>
              </a:lnSpc>
              <a:spcBef>
                <a:spcPct val="0"/>
              </a:spcBef>
            </a:pPr>
            <a:endParaRPr lang="en-US" sz="1100" dirty="0" smtClean="0"/>
          </a:p>
          <a:p>
            <a:pPr algn="just" eaLnBrk="1" hangingPunct="1">
              <a:lnSpc>
                <a:spcPct val="80000"/>
              </a:lnSpc>
              <a:spcBef>
                <a:spcPct val="0"/>
              </a:spcBef>
            </a:pPr>
            <a:endParaRPr lang="en-US" sz="1100" dirty="0" smtClean="0"/>
          </a:p>
        </p:txBody>
      </p:sp>
      <p:sp>
        <p:nvSpPr>
          <p:cNvPr id="2" name="Slide Number Placeholder 1"/>
          <p:cNvSpPr>
            <a:spLocks noGrp="1"/>
          </p:cNvSpPr>
          <p:nvPr>
            <p:ph type="sldNum" sz="quarter" idx="10"/>
          </p:nvPr>
        </p:nvSpPr>
        <p:spPr/>
        <p:txBody>
          <a:bodyPr/>
          <a:lstStyle/>
          <a:p>
            <a:pPr>
              <a:defRPr/>
            </a:pPr>
            <a:fld id="{B36BE00D-63B0-427F-B774-D80C241033DA}" type="slidenum">
              <a:rPr lang="en-US" smtClean="0"/>
              <a:pPr>
                <a:defRPr/>
              </a:pPr>
              <a:t>50</a:t>
            </a:fld>
            <a:endParaRPr lang="en-US"/>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217" name="Slide Image Placeholder 1"/>
          <p:cNvSpPr>
            <a:spLocks noGrp="1" noRot="1" noChangeAspect="1" noTextEdit="1"/>
          </p:cNvSpPr>
          <p:nvPr>
            <p:ph type="sldImg"/>
          </p:nvPr>
        </p:nvSpPr>
        <p:spPr bwMode="auto">
          <a:xfrm>
            <a:off x="1143000" y="685800"/>
            <a:ext cx="4572000" cy="3429000"/>
          </a:xfrm>
          <a:prstGeom prst="rect">
            <a:avLst/>
          </a:prstGeom>
          <a:noFill/>
          <a:ln w="12700">
            <a:solidFill>
              <a:srgbClr val="000000"/>
            </a:solidFill>
            <a:miter lim="800000"/>
            <a:headEnd/>
            <a:tailEnd/>
          </a:ln>
        </p:spPr>
      </p:sp>
      <p:sp>
        <p:nvSpPr>
          <p:cNvPr id="137218" name="Notes Placeholder 2"/>
          <p:cNvSpPr>
            <a:spLocks noGrp="1"/>
          </p:cNvSpPr>
          <p:nvPr>
            <p:ph type="body" idx="1"/>
          </p:nvPr>
        </p:nvSpPr>
        <p:spPr bwMode="auto">
          <a:noFill/>
        </p:spPr>
        <p:txBody>
          <a:bodyPr wrap="square" numCol="1" anchor="t" anchorCtr="0" compatLnSpc="1">
            <a:prstTxWarp prst="textNoShape">
              <a:avLst/>
            </a:prstTxWarp>
          </a:bodyPr>
          <a:lstStyle/>
          <a:p>
            <a:pPr algn="just" eaLnBrk="1" hangingPunct="1">
              <a:spcBef>
                <a:spcPct val="0"/>
              </a:spcBef>
            </a:pPr>
            <a:r>
              <a:rPr lang="en-US" dirty="0" smtClean="0"/>
              <a:t>set ANT_HOME=&lt;path to ant installation directory&gt; </a:t>
            </a:r>
            <a:r>
              <a:rPr lang="en-US" dirty="0" err="1" smtClean="0"/>
              <a:t>e.g</a:t>
            </a:r>
            <a:r>
              <a:rPr lang="en-US" dirty="0" smtClean="0"/>
              <a:t> c:\ant </a:t>
            </a:r>
          </a:p>
          <a:p>
            <a:pPr algn="just" eaLnBrk="1" hangingPunct="1">
              <a:spcBef>
                <a:spcPct val="0"/>
              </a:spcBef>
            </a:pPr>
            <a:r>
              <a:rPr lang="en-US" dirty="0" smtClean="0"/>
              <a:t>set JAVA_HOME=&lt;path to JDK installation&gt; </a:t>
            </a:r>
            <a:r>
              <a:rPr lang="en-US" dirty="0" err="1" smtClean="0"/>
              <a:t>eg</a:t>
            </a:r>
            <a:r>
              <a:rPr lang="en-US" dirty="0" smtClean="0"/>
              <a:t> c:\jdk1.5</a:t>
            </a:r>
          </a:p>
          <a:p>
            <a:pPr algn="just" eaLnBrk="1" hangingPunct="1">
              <a:spcBef>
                <a:spcPct val="0"/>
              </a:spcBef>
            </a:pPr>
            <a:r>
              <a:rPr lang="en-US" dirty="0" smtClean="0"/>
              <a:t>set PATH=%PATH%;%ANT_HOME%\bin</a:t>
            </a:r>
            <a:endParaRPr lang="en-IN" dirty="0" smtClean="0"/>
          </a:p>
        </p:txBody>
      </p:sp>
      <p:sp>
        <p:nvSpPr>
          <p:cNvPr id="2" name="Slide Number Placeholder 1"/>
          <p:cNvSpPr>
            <a:spLocks noGrp="1"/>
          </p:cNvSpPr>
          <p:nvPr>
            <p:ph type="sldNum" sz="quarter" idx="10"/>
          </p:nvPr>
        </p:nvSpPr>
        <p:spPr/>
        <p:txBody>
          <a:bodyPr/>
          <a:lstStyle/>
          <a:p>
            <a:pPr>
              <a:defRPr/>
            </a:pPr>
            <a:fld id="{B36BE00D-63B0-427F-B774-D80C241033DA}" type="slidenum">
              <a:rPr lang="en-US" smtClean="0"/>
              <a:pPr>
                <a:defRPr/>
              </a:pPr>
              <a:t>51</a:t>
            </a:fld>
            <a:endParaRPr lang="en-US"/>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265" name="Rectangle 2"/>
          <p:cNvSpPr>
            <a:spLocks noGrp="1" noRot="1" noChangeAspect="1" noChangeArrowheads="1" noTextEdit="1"/>
          </p:cNvSpPr>
          <p:nvPr>
            <p:ph type="sldImg"/>
          </p:nvPr>
        </p:nvSpPr>
        <p:spPr bwMode="auto">
          <a:xfrm>
            <a:off x="1143000" y="685800"/>
            <a:ext cx="4572000" cy="3429000"/>
          </a:xfrm>
          <a:prstGeom prst="rect">
            <a:avLst/>
          </a:prstGeom>
          <a:noFill/>
          <a:ln>
            <a:solidFill>
              <a:srgbClr val="000000"/>
            </a:solidFill>
            <a:miter lim="800000"/>
            <a:headEnd/>
            <a:tailEnd/>
          </a:ln>
        </p:spPr>
      </p:sp>
      <p:sp>
        <p:nvSpPr>
          <p:cNvPr id="139266" name="Rectangle 3"/>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smtClean="0"/>
          </a:p>
        </p:txBody>
      </p:sp>
      <p:sp>
        <p:nvSpPr>
          <p:cNvPr id="2" name="Slide Number Placeholder 1"/>
          <p:cNvSpPr>
            <a:spLocks noGrp="1"/>
          </p:cNvSpPr>
          <p:nvPr>
            <p:ph type="sldNum" sz="quarter" idx="10"/>
          </p:nvPr>
        </p:nvSpPr>
        <p:spPr/>
        <p:txBody>
          <a:bodyPr/>
          <a:lstStyle/>
          <a:p>
            <a:pPr>
              <a:defRPr/>
            </a:pPr>
            <a:fld id="{B36BE00D-63B0-427F-B774-D80C241033DA}" type="slidenum">
              <a:rPr lang="en-US" smtClean="0"/>
              <a:pPr>
                <a:defRPr/>
              </a:pPr>
              <a:t>52</a:t>
            </a:fld>
            <a:endParaRPr lang="en-US"/>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3234" name="Rectangle 2"/>
          <p:cNvSpPr>
            <a:spLocks noGrp="1" noRot="1" noChangeAspect="1" noChangeArrowheads="1" noTextEdit="1"/>
          </p:cNvSpPr>
          <p:nvPr>
            <p:ph type="sldImg"/>
          </p:nvPr>
        </p:nvSpPr>
        <p:spPr bwMode="auto">
          <a:xfrm>
            <a:off x="1143000" y="685800"/>
            <a:ext cx="4572000" cy="3429000"/>
          </a:xfrm>
          <a:prstGeom prst="rect">
            <a:avLst/>
          </a:prstGeom>
          <a:noFill/>
          <a:ln>
            <a:solidFill>
              <a:srgbClr val="000000"/>
            </a:solidFill>
            <a:miter lim="800000"/>
            <a:headEnd/>
            <a:tailEnd/>
          </a:ln>
        </p:spPr>
      </p:sp>
      <p:sp>
        <p:nvSpPr>
          <p:cNvPr id="223235" name="Rectangle 3"/>
          <p:cNvSpPr>
            <a:spLocks noGrp="1"/>
          </p:cNvSpPr>
          <p:nvPr>
            <p:ph type="body" idx="1"/>
          </p:nvPr>
        </p:nvSpPr>
        <p:spPr bwMode="auto">
          <a:noFill/>
        </p:spPr>
        <p:txBody>
          <a:bodyPr wrap="square" numCol="1" anchor="t" anchorCtr="0" compatLnSpc="1">
            <a:prstTxWarp prst="textNoShape">
              <a:avLst/>
            </a:prstTxWarp>
          </a:bodyPr>
          <a:lstStyle/>
          <a:p>
            <a:endParaRPr lang="en-US" smtClean="0"/>
          </a:p>
        </p:txBody>
      </p:sp>
      <p:sp>
        <p:nvSpPr>
          <p:cNvPr id="2" name="Slide Number Placeholder 1"/>
          <p:cNvSpPr>
            <a:spLocks noGrp="1"/>
          </p:cNvSpPr>
          <p:nvPr>
            <p:ph type="sldNum" sz="quarter" idx="10"/>
          </p:nvPr>
        </p:nvSpPr>
        <p:spPr/>
        <p:txBody>
          <a:bodyPr/>
          <a:lstStyle/>
          <a:p>
            <a:pPr>
              <a:defRPr/>
            </a:pPr>
            <a:fld id="{B36BE00D-63B0-427F-B774-D80C241033DA}" type="slidenum">
              <a:rPr lang="en-US" smtClean="0"/>
              <a:pPr>
                <a:defRPr/>
              </a:pPr>
              <a:t>53</a:t>
            </a:fld>
            <a:endParaRPr lang="en-US"/>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338" name="Slide Image Placeholder 1"/>
          <p:cNvSpPr>
            <a:spLocks noGrp="1" noRot="1" noChangeAspect="1" noTextEdit="1"/>
          </p:cNvSpPr>
          <p:nvPr>
            <p:ph type="sldImg"/>
          </p:nvPr>
        </p:nvSpPr>
        <p:spPr bwMode="auto">
          <a:xfrm>
            <a:off x="1143000" y="685800"/>
            <a:ext cx="4572000" cy="3429000"/>
          </a:xfrm>
          <a:prstGeom prst="rect">
            <a:avLst/>
          </a:prstGeom>
          <a:noFill/>
          <a:ln w="12700">
            <a:solidFill>
              <a:srgbClr val="000000"/>
            </a:solidFill>
            <a:miter lim="800000"/>
            <a:headEnd/>
            <a:tailEnd/>
          </a:ln>
        </p:spPr>
      </p:sp>
      <p:sp>
        <p:nvSpPr>
          <p:cNvPr id="142339" name="Notes Placeholder 2"/>
          <p:cNvSpPr>
            <a:spLocks noGrp="1"/>
          </p:cNvSpPr>
          <p:nvPr>
            <p:ph type="body" idx="1"/>
          </p:nvPr>
        </p:nvSpPr>
        <p:spPr bwMode="auto">
          <a:xfrm>
            <a:off x="1114425" y="4343400"/>
            <a:ext cx="5057775" cy="4114800"/>
          </a:xfrm>
          <a:noFill/>
        </p:spPr>
        <p:txBody>
          <a:bodyPr wrap="square" numCol="1" anchor="t" anchorCtr="0" compatLnSpc="1">
            <a:prstTxWarp prst="textNoShape">
              <a:avLst/>
            </a:prstTxWarp>
          </a:bodyPr>
          <a:lstStyle/>
          <a:p>
            <a:pPr algn="just" eaLnBrk="1" hangingPunct="1">
              <a:spcBef>
                <a:spcPct val="0"/>
              </a:spcBef>
            </a:pPr>
            <a:r>
              <a:rPr lang="en-US" dirty="0" smtClean="0"/>
              <a:t> Each XML document must be well formed, meaning it must have a root element that contains all other elements and each element must be closed by a closing element or must be a stand-alone, self-closing element. The root element of every Ant build file is the &lt;project&gt; element.</a:t>
            </a:r>
          </a:p>
          <a:p>
            <a:pPr algn="just" eaLnBrk="1" hangingPunct="1">
              <a:spcBef>
                <a:spcPct val="0"/>
              </a:spcBef>
            </a:pPr>
            <a:r>
              <a:rPr lang="en-US" dirty="0" smtClean="0"/>
              <a:t>Minimum requirements of a build.xml file</a:t>
            </a:r>
          </a:p>
          <a:p>
            <a:pPr algn="just" eaLnBrk="1" hangingPunct="1">
              <a:spcBef>
                <a:spcPct val="0"/>
              </a:spcBef>
            </a:pPr>
            <a:endParaRPr lang="en-US" dirty="0" smtClean="0"/>
          </a:p>
          <a:p>
            <a:pPr algn="just" eaLnBrk="1" hangingPunct="1">
              <a:spcBef>
                <a:spcPct val="0"/>
              </a:spcBef>
            </a:pPr>
            <a:r>
              <a:rPr lang="en-US" dirty="0" smtClean="0"/>
              <a:t>&lt;?xml version="1.0"?&gt;</a:t>
            </a:r>
          </a:p>
          <a:p>
            <a:pPr algn="just" eaLnBrk="1" hangingPunct="1">
              <a:spcBef>
                <a:spcPct val="0"/>
              </a:spcBef>
            </a:pPr>
            <a:r>
              <a:rPr lang="en-US" dirty="0" smtClean="0"/>
              <a:t>&lt;project&gt;</a:t>
            </a:r>
          </a:p>
          <a:p>
            <a:pPr algn="just" eaLnBrk="1" hangingPunct="1">
              <a:spcBef>
                <a:spcPct val="0"/>
              </a:spcBef>
            </a:pPr>
            <a:r>
              <a:rPr lang="en-US" dirty="0" smtClean="0"/>
              <a:t>&lt;/project&gt;</a:t>
            </a:r>
          </a:p>
          <a:p>
            <a:pPr algn="just" eaLnBrk="1" hangingPunct="1">
              <a:spcBef>
                <a:spcPct val="0"/>
              </a:spcBef>
            </a:pPr>
            <a:endParaRPr lang="en-US" dirty="0" smtClean="0"/>
          </a:p>
          <a:p>
            <a:pPr algn="just" eaLnBrk="1" hangingPunct="1">
              <a:spcBef>
                <a:spcPct val="0"/>
              </a:spcBef>
            </a:pPr>
            <a:endParaRPr lang="en-IN" dirty="0" smtClean="0"/>
          </a:p>
        </p:txBody>
      </p:sp>
      <p:sp>
        <p:nvSpPr>
          <p:cNvPr id="2" name="Slide Number Placeholder 1"/>
          <p:cNvSpPr>
            <a:spLocks noGrp="1"/>
          </p:cNvSpPr>
          <p:nvPr>
            <p:ph type="sldNum" sz="quarter" idx="10"/>
          </p:nvPr>
        </p:nvSpPr>
        <p:spPr/>
        <p:txBody>
          <a:bodyPr/>
          <a:lstStyle/>
          <a:p>
            <a:pPr>
              <a:defRPr/>
            </a:pPr>
            <a:fld id="{B36BE00D-63B0-427F-B774-D80C241033DA}" type="slidenum">
              <a:rPr lang="en-US" smtClean="0"/>
              <a:pPr>
                <a:defRPr/>
              </a:pPr>
              <a:t>54</a:t>
            </a:fld>
            <a:endParaRPr lang="en-US"/>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385" name="Slide Image Placeholder 1"/>
          <p:cNvSpPr>
            <a:spLocks noGrp="1" noRot="1" noChangeAspect="1" noTextEdit="1"/>
          </p:cNvSpPr>
          <p:nvPr>
            <p:ph type="sldImg"/>
          </p:nvPr>
        </p:nvSpPr>
        <p:spPr bwMode="auto">
          <a:xfrm>
            <a:off x="1143000" y="685800"/>
            <a:ext cx="4572000" cy="3429000"/>
          </a:xfrm>
          <a:prstGeom prst="rect">
            <a:avLst/>
          </a:prstGeom>
          <a:noFill/>
          <a:ln w="12700">
            <a:solidFill>
              <a:srgbClr val="000000"/>
            </a:solidFill>
            <a:miter lim="800000"/>
            <a:headEnd/>
            <a:tailEnd/>
          </a:ln>
        </p:spPr>
      </p:sp>
      <p:sp>
        <p:nvSpPr>
          <p:cNvPr id="144386" name="Notes Placeholder 2"/>
          <p:cNvSpPr>
            <a:spLocks noGrp="1"/>
          </p:cNvSpPr>
          <p:nvPr>
            <p:ph type="body" idx="1"/>
          </p:nvPr>
        </p:nvSpPr>
        <p:spPr bwMode="auto">
          <a:noFill/>
        </p:spPr>
        <p:txBody>
          <a:bodyPr wrap="square" numCol="1" anchor="t" anchorCtr="0" compatLnSpc="1">
            <a:prstTxWarp prst="textNoShape">
              <a:avLst/>
            </a:prstTxWarp>
          </a:bodyPr>
          <a:lstStyle/>
          <a:p>
            <a:pPr algn="just" eaLnBrk="1" hangingPunct="1">
              <a:spcBef>
                <a:spcPct val="0"/>
              </a:spcBef>
            </a:pPr>
            <a:r>
              <a:rPr lang="en-US" dirty="0" smtClean="0"/>
              <a:t>The project tag is used to create our project and its attributes are used to handle further processing of the project. The name attribute is used to specify the project name and the default attribute is used to specify which target will be called as default when the program will run and the </a:t>
            </a:r>
            <a:r>
              <a:rPr lang="en-US" dirty="0" err="1" smtClean="0"/>
              <a:t>basedir</a:t>
            </a:r>
            <a:r>
              <a:rPr lang="en-US" dirty="0" smtClean="0"/>
              <a:t> attribute is used to calculate the absolute path of the parent directory. </a:t>
            </a:r>
          </a:p>
          <a:p>
            <a:pPr algn="just" eaLnBrk="1" hangingPunct="1">
              <a:spcBef>
                <a:spcPct val="0"/>
              </a:spcBef>
            </a:pPr>
            <a:r>
              <a:rPr lang="en-US" dirty="0" smtClean="0"/>
              <a:t>&lt;project name="My Project" default="jar" </a:t>
            </a:r>
            <a:r>
              <a:rPr lang="en-US" dirty="0" err="1" smtClean="0"/>
              <a:t>basedir</a:t>
            </a:r>
            <a:r>
              <a:rPr lang="en-US" dirty="0" smtClean="0"/>
              <a:t>="."&gt;</a:t>
            </a:r>
          </a:p>
          <a:p>
            <a:pPr algn="just" eaLnBrk="1" hangingPunct="1">
              <a:spcBef>
                <a:spcPct val="0"/>
              </a:spcBef>
            </a:pPr>
            <a:r>
              <a:rPr lang="en-US" dirty="0" smtClean="0"/>
              <a:t>If you call ant with no argument it’ll execute the target called ‘jar’. </a:t>
            </a:r>
            <a:endParaRPr lang="en-IN" dirty="0" smtClean="0"/>
          </a:p>
        </p:txBody>
      </p:sp>
      <p:sp>
        <p:nvSpPr>
          <p:cNvPr id="2" name="Slide Number Placeholder 1"/>
          <p:cNvSpPr>
            <a:spLocks noGrp="1"/>
          </p:cNvSpPr>
          <p:nvPr>
            <p:ph type="sldNum" sz="quarter" idx="10"/>
          </p:nvPr>
        </p:nvSpPr>
        <p:spPr/>
        <p:txBody>
          <a:bodyPr/>
          <a:lstStyle/>
          <a:p>
            <a:pPr>
              <a:defRPr/>
            </a:pPr>
            <a:fld id="{B36BE00D-63B0-427F-B774-D80C241033DA}" type="slidenum">
              <a:rPr lang="en-US" smtClean="0"/>
              <a:pPr>
                <a:defRPr/>
              </a:pPr>
              <a:t>55</a:t>
            </a:fld>
            <a:endParaRPr lang="en-US"/>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433" name="Slide Image Placeholder 1"/>
          <p:cNvSpPr>
            <a:spLocks noGrp="1" noRot="1" noChangeAspect="1" noTextEdit="1"/>
          </p:cNvSpPr>
          <p:nvPr>
            <p:ph type="sldImg"/>
          </p:nvPr>
        </p:nvSpPr>
        <p:spPr bwMode="auto">
          <a:xfrm>
            <a:off x="1143000" y="685800"/>
            <a:ext cx="4572000" cy="3429000"/>
          </a:xfrm>
          <a:prstGeom prst="rect">
            <a:avLst/>
          </a:prstGeom>
          <a:noFill/>
          <a:ln w="12700">
            <a:solidFill>
              <a:srgbClr val="000000"/>
            </a:solidFill>
            <a:miter lim="800000"/>
            <a:headEnd/>
            <a:tailEnd/>
          </a:ln>
        </p:spPr>
      </p:sp>
      <p:sp>
        <p:nvSpPr>
          <p:cNvPr id="146434" name="Notes Placeholder 2"/>
          <p:cNvSpPr>
            <a:spLocks noGrp="1"/>
          </p:cNvSpPr>
          <p:nvPr>
            <p:ph type="body" idx="1"/>
          </p:nvPr>
        </p:nvSpPr>
        <p:spPr bwMode="auto">
          <a:noFill/>
        </p:spPr>
        <p:txBody>
          <a:bodyPr wrap="square" numCol="1" anchor="t" anchorCtr="0" compatLnSpc="1">
            <a:prstTxWarp prst="textNoShape">
              <a:avLst/>
            </a:prstTxWarp>
          </a:bodyPr>
          <a:lstStyle/>
          <a:p>
            <a:pPr algn="just" eaLnBrk="1" hangingPunct="1">
              <a:spcBef>
                <a:spcPct val="0"/>
              </a:spcBef>
            </a:pPr>
            <a:r>
              <a:rPr lang="en-US" dirty="0" smtClean="0"/>
              <a:t>A target is a collection of Ant tasks that you want to run as a unit. </a:t>
            </a:r>
          </a:p>
          <a:p>
            <a:pPr algn="just" eaLnBrk="1" hangingPunct="1">
              <a:spcBef>
                <a:spcPct val="0"/>
              </a:spcBef>
            </a:pPr>
            <a:r>
              <a:rPr lang="en-US" dirty="0" smtClean="0"/>
              <a:t>The &lt;target&gt; element is the XML representation of a target in the build file. As already mentioned, it is a child element of &lt;project&gt;. It also can contain as many task elements as are required. When Ant calls a target, each of these tasks runs in turn until they all complete or one fails. </a:t>
            </a:r>
          </a:p>
          <a:p>
            <a:pPr algn="just" eaLnBrk="1" hangingPunct="1">
              <a:spcBef>
                <a:spcPct val="0"/>
              </a:spcBef>
            </a:pPr>
            <a:r>
              <a:rPr lang="en-US" dirty="0" smtClean="0"/>
              <a:t>In the target tag, name attribute is used for target name and the depends attribute is used to give sequence of target, i.e., which target will execute first, one target may depend on one or more other targets.</a:t>
            </a:r>
          </a:p>
          <a:p>
            <a:pPr algn="just" eaLnBrk="1" hangingPunct="1">
              <a:spcBef>
                <a:spcPct val="0"/>
              </a:spcBef>
            </a:pPr>
            <a:r>
              <a:rPr lang="en-US" dirty="0" smtClean="0"/>
              <a:t>The if attribute is used in case of condition, whether property exists or not; the target will be executed if the property is found. The unless attribute is used as like else condition whether property does not exist, the target will not be executed and the description attribute is used for only giving details about target.</a:t>
            </a:r>
          </a:p>
        </p:txBody>
      </p:sp>
      <p:sp>
        <p:nvSpPr>
          <p:cNvPr id="2" name="Slide Number Placeholder 1"/>
          <p:cNvSpPr>
            <a:spLocks noGrp="1"/>
          </p:cNvSpPr>
          <p:nvPr>
            <p:ph type="sldNum" sz="quarter" idx="10"/>
          </p:nvPr>
        </p:nvSpPr>
        <p:spPr/>
        <p:txBody>
          <a:bodyPr/>
          <a:lstStyle/>
          <a:p>
            <a:pPr>
              <a:defRPr/>
            </a:pPr>
            <a:fld id="{B36BE00D-63B0-427F-B774-D80C241033DA}" type="slidenum">
              <a:rPr lang="en-US" smtClean="0"/>
              <a:pPr>
                <a:defRPr/>
              </a:pPr>
              <a:t>56</a:t>
            </a:fld>
            <a:endParaRPr lang="en-US"/>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481" name="Slide Image Placeholder 1"/>
          <p:cNvSpPr>
            <a:spLocks noGrp="1" noRot="1" noChangeAspect="1" noTextEdit="1"/>
          </p:cNvSpPr>
          <p:nvPr>
            <p:ph type="sldImg"/>
          </p:nvPr>
        </p:nvSpPr>
        <p:spPr bwMode="auto">
          <a:xfrm>
            <a:off x="1143000" y="685800"/>
            <a:ext cx="4572000" cy="3429000"/>
          </a:xfrm>
          <a:prstGeom prst="rect">
            <a:avLst/>
          </a:prstGeom>
          <a:noFill/>
          <a:ln w="12700">
            <a:solidFill>
              <a:srgbClr val="000000"/>
            </a:solidFill>
            <a:miter lim="800000"/>
            <a:headEnd/>
            <a:tailEnd/>
          </a:ln>
        </p:spPr>
      </p:sp>
      <p:sp>
        <p:nvSpPr>
          <p:cNvPr id="148482" name="Notes Placeholder 2"/>
          <p:cNvSpPr>
            <a:spLocks noGrp="1"/>
          </p:cNvSpPr>
          <p:nvPr>
            <p:ph type="body" idx="1"/>
          </p:nvPr>
        </p:nvSpPr>
        <p:spPr bwMode="auto">
          <a:noFill/>
        </p:spPr>
        <p:txBody>
          <a:bodyPr wrap="square" numCol="1" anchor="t" anchorCtr="0" compatLnSpc="1">
            <a:prstTxWarp prst="textNoShape">
              <a:avLst/>
            </a:prstTxWarp>
          </a:bodyPr>
          <a:lstStyle/>
          <a:p>
            <a:pPr algn="just" eaLnBrk="1" hangingPunct="1">
              <a:spcBef>
                <a:spcPct val="0"/>
              </a:spcBef>
            </a:pPr>
            <a:r>
              <a:rPr lang="en-US" sz="800" dirty="0" smtClean="0">
                <a:latin typeface="Arial" charset="0"/>
              </a:rPr>
              <a:t>&lt;target name="A"/&gt; </a:t>
            </a:r>
          </a:p>
          <a:p>
            <a:pPr algn="just" eaLnBrk="1" hangingPunct="1">
              <a:spcBef>
                <a:spcPct val="0"/>
              </a:spcBef>
            </a:pPr>
            <a:r>
              <a:rPr lang="en-US" sz="800" dirty="0" smtClean="0">
                <a:latin typeface="Arial" charset="0"/>
              </a:rPr>
              <a:t>&lt;target name="B" depends="A"/&gt; </a:t>
            </a:r>
          </a:p>
          <a:p>
            <a:pPr algn="just" eaLnBrk="1" hangingPunct="1">
              <a:spcBef>
                <a:spcPct val="0"/>
              </a:spcBef>
            </a:pPr>
            <a:r>
              <a:rPr lang="en-US" sz="800" dirty="0" smtClean="0">
                <a:latin typeface="Arial" charset="0"/>
              </a:rPr>
              <a:t>&lt;target name="C" depends="B"/&gt; </a:t>
            </a:r>
          </a:p>
          <a:p>
            <a:pPr algn="just" eaLnBrk="1" hangingPunct="1">
              <a:spcBef>
                <a:spcPct val="0"/>
              </a:spcBef>
            </a:pPr>
            <a:r>
              <a:rPr lang="en-US" sz="800" dirty="0" smtClean="0">
                <a:latin typeface="Arial" charset="0"/>
              </a:rPr>
              <a:t>&lt;target name="D" depends="</a:t>
            </a:r>
            <a:r>
              <a:rPr lang="en-US" sz="800" dirty="0" err="1" smtClean="0">
                <a:latin typeface="Arial" charset="0"/>
              </a:rPr>
              <a:t>C,B,A</a:t>
            </a:r>
            <a:r>
              <a:rPr lang="en-US" sz="800" dirty="0" smtClean="0">
                <a:latin typeface="Arial" charset="0"/>
              </a:rPr>
              <a:t>"/&gt;</a:t>
            </a:r>
            <a:r>
              <a:rPr lang="en-US" dirty="0" smtClean="0"/>
              <a:t> </a:t>
            </a:r>
          </a:p>
          <a:p>
            <a:pPr algn="just" eaLnBrk="1" hangingPunct="1">
              <a:spcBef>
                <a:spcPct val="0"/>
              </a:spcBef>
            </a:pPr>
            <a:endParaRPr lang="en-IN" dirty="0" smtClean="0"/>
          </a:p>
          <a:p>
            <a:pPr algn="just" eaLnBrk="1" hangingPunct="1">
              <a:spcBef>
                <a:spcPct val="0"/>
              </a:spcBef>
            </a:pPr>
            <a:r>
              <a:rPr lang="en-IN" dirty="0" smtClean="0"/>
              <a:t>Here if we want to execute target D, it first executes target A, then target B, then target C and finally target D gets executed because of the dependency specified.</a:t>
            </a:r>
          </a:p>
        </p:txBody>
      </p:sp>
      <p:sp>
        <p:nvSpPr>
          <p:cNvPr id="2" name="Slide Number Placeholder 1"/>
          <p:cNvSpPr>
            <a:spLocks noGrp="1"/>
          </p:cNvSpPr>
          <p:nvPr>
            <p:ph type="sldNum" sz="quarter" idx="10"/>
          </p:nvPr>
        </p:nvSpPr>
        <p:spPr/>
        <p:txBody>
          <a:bodyPr/>
          <a:lstStyle/>
          <a:p>
            <a:pPr>
              <a:defRPr/>
            </a:pPr>
            <a:fld id="{B36BE00D-63B0-427F-B774-D80C241033DA}" type="slidenum">
              <a:rPr lang="en-US" smtClean="0"/>
              <a:pPr>
                <a:defRPr/>
              </a:pPr>
              <a:t>57</a:t>
            </a:fld>
            <a:endParaRPr lang="en-US"/>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4258" name="Rectangle 2"/>
          <p:cNvSpPr>
            <a:spLocks noGrp="1" noRot="1" noChangeAspect="1" noChangeArrowheads="1" noTextEdit="1"/>
          </p:cNvSpPr>
          <p:nvPr>
            <p:ph type="sldImg"/>
          </p:nvPr>
        </p:nvSpPr>
        <p:spPr bwMode="auto">
          <a:xfrm>
            <a:off x="1143000" y="685800"/>
            <a:ext cx="4572000" cy="3429000"/>
          </a:xfrm>
          <a:prstGeom prst="rect">
            <a:avLst/>
          </a:prstGeom>
          <a:noFill/>
          <a:ln>
            <a:solidFill>
              <a:srgbClr val="000000"/>
            </a:solidFill>
            <a:miter lim="800000"/>
            <a:headEnd/>
            <a:tailEnd/>
          </a:ln>
        </p:spPr>
      </p:sp>
      <p:sp>
        <p:nvSpPr>
          <p:cNvPr id="224259" name="Rectangle 3"/>
          <p:cNvSpPr>
            <a:spLocks noGrp="1"/>
          </p:cNvSpPr>
          <p:nvPr>
            <p:ph type="body" idx="1"/>
          </p:nvPr>
        </p:nvSpPr>
        <p:spPr bwMode="auto">
          <a:noFill/>
        </p:spPr>
        <p:txBody>
          <a:bodyPr wrap="square" numCol="1" anchor="t" anchorCtr="0" compatLnSpc="1">
            <a:prstTxWarp prst="textNoShape">
              <a:avLst/>
            </a:prstTxWarp>
          </a:bodyPr>
          <a:lstStyle/>
          <a:p>
            <a:endParaRPr lang="en-US" smtClean="0"/>
          </a:p>
        </p:txBody>
      </p:sp>
      <p:sp>
        <p:nvSpPr>
          <p:cNvPr id="2" name="Slide Number Placeholder 1"/>
          <p:cNvSpPr>
            <a:spLocks noGrp="1"/>
          </p:cNvSpPr>
          <p:nvPr>
            <p:ph type="sldNum" sz="quarter" idx="10"/>
          </p:nvPr>
        </p:nvSpPr>
        <p:spPr/>
        <p:txBody>
          <a:bodyPr/>
          <a:lstStyle/>
          <a:p>
            <a:pPr>
              <a:defRPr/>
            </a:pPr>
            <a:fld id="{B36BE00D-63B0-427F-B774-D80C241033DA}" type="slidenum">
              <a:rPr lang="en-US" smtClean="0"/>
              <a:pPr>
                <a:defRPr/>
              </a:pPr>
              <a:t>58</a:t>
            </a:fld>
            <a:endParaRPr lang="en-US"/>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1553" name="Rectangle 2"/>
          <p:cNvSpPr>
            <a:spLocks noGrp="1" noRot="1" noChangeAspect="1" noChangeArrowheads="1" noTextEdit="1"/>
          </p:cNvSpPr>
          <p:nvPr>
            <p:ph type="sldImg"/>
          </p:nvPr>
        </p:nvSpPr>
        <p:spPr bwMode="auto">
          <a:xfrm>
            <a:off x="1143000" y="685800"/>
            <a:ext cx="4572000" cy="3429000"/>
          </a:xfrm>
          <a:prstGeom prst="rect">
            <a:avLst/>
          </a:prstGeom>
          <a:noFill/>
          <a:ln>
            <a:solidFill>
              <a:srgbClr val="000000"/>
            </a:solidFill>
            <a:miter lim="800000"/>
            <a:headEnd/>
            <a:tailEnd/>
          </a:ln>
        </p:spPr>
      </p:sp>
      <p:sp>
        <p:nvSpPr>
          <p:cNvPr id="151554" name="Rectangle 3"/>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smtClean="0"/>
          </a:p>
        </p:txBody>
      </p:sp>
      <p:sp>
        <p:nvSpPr>
          <p:cNvPr id="2" name="Slide Number Placeholder 1"/>
          <p:cNvSpPr>
            <a:spLocks noGrp="1"/>
          </p:cNvSpPr>
          <p:nvPr>
            <p:ph type="sldNum" sz="quarter" idx="10"/>
          </p:nvPr>
        </p:nvSpPr>
        <p:spPr/>
        <p:txBody>
          <a:bodyPr/>
          <a:lstStyle/>
          <a:p>
            <a:pPr>
              <a:defRPr/>
            </a:pPr>
            <a:fld id="{B36BE00D-63B0-427F-B774-D80C241033DA}" type="slidenum">
              <a:rPr lang="en-US" smtClean="0"/>
              <a:pPr>
                <a:defRPr/>
              </a:pPr>
              <a:t>59</a:t>
            </a:fld>
            <a:endParaRPr lang="en-US"/>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01" name="Rectangle 2"/>
          <p:cNvSpPr>
            <a:spLocks noGrp="1" noRot="1" noChangeAspect="1" noChangeArrowheads="1" noTextEdit="1"/>
          </p:cNvSpPr>
          <p:nvPr>
            <p:ph type="sldImg"/>
          </p:nvPr>
        </p:nvSpPr>
        <p:spPr bwMode="auto">
          <a:xfrm>
            <a:off x="1143000" y="685800"/>
            <a:ext cx="4572000" cy="3429000"/>
          </a:xfrm>
          <a:prstGeom prst="rect">
            <a:avLst/>
          </a:prstGeom>
          <a:noFill/>
          <a:ln>
            <a:solidFill>
              <a:srgbClr val="000000"/>
            </a:solidFill>
            <a:miter lim="800000"/>
            <a:headEnd/>
            <a:tailEnd/>
          </a:ln>
        </p:spPr>
      </p:sp>
      <p:sp>
        <p:nvSpPr>
          <p:cNvPr id="153602" name="Rectangle 3"/>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smtClean="0"/>
          </a:p>
        </p:txBody>
      </p:sp>
      <p:sp>
        <p:nvSpPr>
          <p:cNvPr id="2" name="Slide Number Placeholder 1"/>
          <p:cNvSpPr>
            <a:spLocks noGrp="1"/>
          </p:cNvSpPr>
          <p:nvPr>
            <p:ph type="sldNum" sz="quarter" idx="10"/>
          </p:nvPr>
        </p:nvSpPr>
        <p:spPr/>
        <p:txBody>
          <a:bodyPr/>
          <a:lstStyle/>
          <a:p>
            <a:pPr>
              <a:defRPr/>
            </a:pPr>
            <a:fld id="{B36BE00D-63B0-427F-B774-D80C241033DA}" type="slidenum">
              <a:rPr lang="en-US" smtClean="0"/>
              <a:pPr>
                <a:defRPr/>
              </a:pPr>
              <a:t>60</a:t>
            </a:fld>
            <a:endParaRPr lang="en-US"/>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649" name="Rectangle 2"/>
          <p:cNvSpPr>
            <a:spLocks noGrp="1" noRot="1" noChangeAspect="1" noChangeArrowheads="1" noTextEdit="1"/>
          </p:cNvSpPr>
          <p:nvPr>
            <p:ph type="sldImg"/>
          </p:nvPr>
        </p:nvSpPr>
        <p:spPr bwMode="auto">
          <a:xfrm>
            <a:off x="1143000" y="685800"/>
            <a:ext cx="4572000" cy="3429000"/>
          </a:xfrm>
          <a:prstGeom prst="rect">
            <a:avLst/>
          </a:prstGeom>
          <a:noFill/>
          <a:ln>
            <a:solidFill>
              <a:srgbClr val="000000"/>
            </a:solidFill>
            <a:miter lim="800000"/>
            <a:headEnd/>
            <a:tailEnd/>
          </a:ln>
        </p:spPr>
      </p:sp>
      <p:sp>
        <p:nvSpPr>
          <p:cNvPr id="155650" name="Rectangle 3"/>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smtClean="0"/>
          </a:p>
        </p:txBody>
      </p:sp>
      <p:sp>
        <p:nvSpPr>
          <p:cNvPr id="2" name="Slide Number Placeholder 1"/>
          <p:cNvSpPr>
            <a:spLocks noGrp="1"/>
          </p:cNvSpPr>
          <p:nvPr>
            <p:ph type="sldNum" sz="quarter" idx="10"/>
          </p:nvPr>
        </p:nvSpPr>
        <p:spPr/>
        <p:txBody>
          <a:bodyPr/>
          <a:lstStyle/>
          <a:p>
            <a:pPr>
              <a:defRPr/>
            </a:pPr>
            <a:fld id="{B36BE00D-63B0-427F-B774-D80C241033DA}" type="slidenum">
              <a:rPr lang="en-US" smtClean="0"/>
              <a:pPr>
                <a:defRPr/>
              </a:pPr>
              <a:t>61</a:t>
            </a:fld>
            <a:endParaRPr lang="en-US"/>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82" name="Rectangle 2"/>
          <p:cNvSpPr>
            <a:spLocks noGrp="1" noRot="1" noChangeAspect="1" noChangeArrowheads="1" noTextEdit="1"/>
          </p:cNvSpPr>
          <p:nvPr>
            <p:ph type="sldImg"/>
          </p:nvPr>
        </p:nvSpPr>
        <p:spPr bwMode="auto">
          <a:xfrm>
            <a:off x="1143000" y="685800"/>
            <a:ext cx="4572000" cy="3429000"/>
          </a:xfrm>
          <a:prstGeom prst="rect">
            <a:avLst/>
          </a:prstGeom>
          <a:noFill/>
          <a:ln>
            <a:solidFill>
              <a:srgbClr val="000000"/>
            </a:solidFill>
            <a:miter lim="800000"/>
            <a:headEnd/>
            <a:tailEnd/>
          </a:ln>
        </p:spPr>
      </p:sp>
      <p:sp>
        <p:nvSpPr>
          <p:cNvPr id="225283" name="Rectangle 3"/>
          <p:cNvSpPr>
            <a:spLocks noGrp="1"/>
          </p:cNvSpPr>
          <p:nvPr>
            <p:ph type="body" idx="1"/>
          </p:nvPr>
        </p:nvSpPr>
        <p:spPr bwMode="auto">
          <a:noFill/>
        </p:spPr>
        <p:txBody>
          <a:bodyPr wrap="square" numCol="1" anchor="t" anchorCtr="0" compatLnSpc="1">
            <a:prstTxWarp prst="textNoShape">
              <a:avLst/>
            </a:prstTxWarp>
          </a:bodyPr>
          <a:lstStyle/>
          <a:p>
            <a:endParaRPr lang="en-US" smtClean="0"/>
          </a:p>
        </p:txBody>
      </p:sp>
      <p:sp>
        <p:nvSpPr>
          <p:cNvPr id="2" name="Slide Number Placeholder 1"/>
          <p:cNvSpPr>
            <a:spLocks noGrp="1"/>
          </p:cNvSpPr>
          <p:nvPr>
            <p:ph type="sldNum" sz="quarter" idx="10"/>
          </p:nvPr>
        </p:nvSpPr>
        <p:spPr/>
        <p:txBody>
          <a:bodyPr/>
          <a:lstStyle/>
          <a:p>
            <a:pPr>
              <a:defRPr/>
            </a:pPr>
            <a:fld id="{B36BE00D-63B0-427F-B774-D80C241033DA}" type="slidenum">
              <a:rPr lang="en-US" smtClean="0"/>
              <a:pPr>
                <a:defRPr/>
              </a:pPr>
              <a:t>62</a:t>
            </a:fld>
            <a:endParaRPr lang="en-US"/>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6306" name="Rectangle 2"/>
          <p:cNvSpPr>
            <a:spLocks noGrp="1" noRot="1" noChangeAspect="1" noChangeArrowheads="1" noTextEdit="1"/>
          </p:cNvSpPr>
          <p:nvPr>
            <p:ph type="sldImg"/>
          </p:nvPr>
        </p:nvSpPr>
        <p:spPr bwMode="auto">
          <a:xfrm>
            <a:off x="1143000" y="685800"/>
            <a:ext cx="4572000" cy="3429000"/>
          </a:xfrm>
          <a:prstGeom prst="rect">
            <a:avLst/>
          </a:prstGeom>
          <a:noFill/>
          <a:ln>
            <a:solidFill>
              <a:srgbClr val="000000"/>
            </a:solidFill>
            <a:miter lim="800000"/>
            <a:headEnd/>
            <a:tailEnd/>
          </a:ln>
        </p:spPr>
      </p:sp>
      <p:sp>
        <p:nvSpPr>
          <p:cNvPr id="226307" name="Rectangle 3"/>
          <p:cNvSpPr>
            <a:spLocks noGrp="1"/>
          </p:cNvSpPr>
          <p:nvPr>
            <p:ph type="body" idx="1"/>
          </p:nvPr>
        </p:nvSpPr>
        <p:spPr bwMode="auto">
          <a:noFill/>
        </p:spPr>
        <p:txBody>
          <a:bodyPr wrap="square" numCol="1" anchor="t" anchorCtr="0" compatLnSpc="1">
            <a:prstTxWarp prst="textNoShape">
              <a:avLst/>
            </a:prstTxWarp>
          </a:bodyPr>
          <a:lstStyle/>
          <a:p>
            <a:endParaRPr lang="en-US" smtClean="0"/>
          </a:p>
        </p:txBody>
      </p:sp>
      <p:sp>
        <p:nvSpPr>
          <p:cNvPr id="2" name="Slide Number Placeholder 1"/>
          <p:cNvSpPr>
            <a:spLocks noGrp="1"/>
          </p:cNvSpPr>
          <p:nvPr>
            <p:ph type="sldNum" sz="quarter" idx="10"/>
          </p:nvPr>
        </p:nvSpPr>
        <p:spPr/>
        <p:txBody>
          <a:bodyPr/>
          <a:lstStyle/>
          <a:p>
            <a:pPr>
              <a:defRPr/>
            </a:pPr>
            <a:fld id="{B36BE00D-63B0-427F-B774-D80C241033DA}" type="slidenum">
              <a:rPr lang="en-US" smtClean="0"/>
              <a:pPr>
                <a:defRPr/>
              </a:pPr>
              <a:t>63</a:t>
            </a:fld>
            <a:endParaRPr lang="en-US"/>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7330" name="Rectangle 2"/>
          <p:cNvSpPr>
            <a:spLocks noGrp="1" noRot="1" noChangeAspect="1" noChangeArrowheads="1" noTextEdit="1"/>
          </p:cNvSpPr>
          <p:nvPr>
            <p:ph type="sldImg"/>
          </p:nvPr>
        </p:nvSpPr>
        <p:spPr bwMode="auto">
          <a:xfrm>
            <a:off x="1143000" y="685800"/>
            <a:ext cx="4572000" cy="3429000"/>
          </a:xfrm>
          <a:prstGeom prst="rect">
            <a:avLst/>
          </a:prstGeom>
          <a:noFill/>
          <a:ln>
            <a:solidFill>
              <a:srgbClr val="000000"/>
            </a:solidFill>
            <a:miter lim="800000"/>
            <a:headEnd/>
            <a:tailEnd/>
          </a:ln>
        </p:spPr>
      </p:sp>
      <p:sp>
        <p:nvSpPr>
          <p:cNvPr id="227331" name="Rectangle 3"/>
          <p:cNvSpPr>
            <a:spLocks noGrp="1"/>
          </p:cNvSpPr>
          <p:nvPr>
            <p:ph type="body" idx="1"/>
          </p:nvPr>
        </p:nvSpPr>
        <p:spPr bwMode="auto">
          <a:noFill/>
        </p:spPr>
        <p:txBody>
          <a:bodyPr wrap="square" numCol="1" anchor="t" anchorCtr="0" compatLnSpc="1">
            <a:prstTxWarp prst="textNoShape">
              <a:avLst/>
            </a:prstTxWarp>
          </a:bodyPr>
          <a:lstStyle/>
          <a:p>
            <a:endParaRPr lang="en-US" smtClean="0"/>
          </a:p>
        </p:txBody>
      </p:sp>
      <p:sp>
        <p:nvSpPr>
          <p:cNvPr id="2" name="Slide Number Placeholder 1"/>
          <p:cNvSpPr>
            <a:spLocks noGrp="1"/>
          </p:cNvSpPr>
          <p:nvPr>
            <p:ph type="sldNum" sz="quarter" idx="10"/>
          </p:nvPr>
        </p:nvSpPr>
        <p:spPr/>
        <p:txBody>
          <a:bodyPr/>
          <a:lstStyle/>
          <a:p>
            <a:pPr>
              <a:defRPr/>
            </a:pPr>
            <a:fld id="{B36BE00D-63B0-427F-B774-D80C241033DA}" type="slidenum">
              <a:rPr lang="en-US" smtClean="0"/>
              <a:pPr>
                <a:defRPr/>
              </a:pPr>
              <a:t>64</a:t>
            </a:fld>
            <a:endParaRPr lang="en-US"/>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0769" name="Rectangle 2"/>
          <p:cNvSpPr>
            <a:spLocks noGrp="1" noRot="1" noChangeAspect="1" noChangeArrowheads="1" noTextEdit="1"/>
          </p:cNvSpPr>
          <p:nvPr>
            <p:ph type="sldImg"/>
          </p:nvPr>
        </p:nvSpPr>
        <p:spPr bwMode="auto">
          <a:xfrm>
            <a:off x="1143000" y="685800"/>
            <a:ext cx="4572000" cy="3429000"/>
          </a:xfrm>
          <a:prstGeom prst="rect">
            <a:avLst/>
          </a:prstGeom>
          <a:noFill/>
          <a:ln>
            <a:solidFill>
              <a:srgbClr val="000000"/>
            </a:solidFill>
            <a:miter lim="800000"/>
            <a:headEnd/>
            <a:tailEnd/>
          </a:ln>
        </p:spPr>
      </p:sp>
      <p:sp>
        <p:nvSpPr>
          <p:cNvPr id="160770" name="Rectangle 3"/>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smtClean="0"/>
          </a:p>
        </p:txBody>
      </p:sp>
      <p:sp>
        <p:nvSpPr>
          <p:cNvPr id="2" name="Slide Number Placeholder 1"/>
          <p:cNvSpPr>
            <a:spLocks noGrp="1"/>
          </p:cNvSpPr>
          <p:nvPr>
            <p:ph type="sldNum" sz="quarter" idx="10"/>
          </p:nvPr>
        </p:nvSpPr>
        <p:spPr/>
        <p:txBody>
          <a:bodyPr/>
          <a:lstStyle/>
          <a:p>
            <a:pPr>
              <a:defRPr/>
            </a:pPr>
            <a:fld id="{B36BE00D-63B0-427F-B774-D80C241033DA}" type="slidenum">
              <a:rPr lang="en-US" smtClean="0"/>
              <a:pPr>
                <a:defRPr/>
              </a:pPr>
              <a:t>65</a:t>
            </a:fld>
            <a:endParaRPr lang="en-US"/>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2817" name="Rectangle 2"/>
          <p:cNvSpPr>
            <a:spLocks noGrp="1" noRot="1" noChangeAspect="1" noChangeArrowheads="1" noTextEdit="1"/>
          </p:cNvSpPr>
          <p:nvPr>
            <p:ph type="sldImg"/>
          </p:nvPr>
        </p:nvSpPr>
        <p:spPr bwMode="auto">
          <a:xfrm>
            <a:off x="1143000" y="695325"/>
            <a:ext cx="4572000" cy="3429000"/>
          </a:xfrm>
          <a:prstGeom prst="rect">
            <a:avLst/>
          </a:prstGeom>
          <a:noFill/>
          <a:ln>
            <a:solidFill>
              <a:srgbClr val="000000"/>
            </a:solidFill>
            <a:miter lim="800000"/>
            <a:headEnd/>
            <a:tailEnd/>
          </a:ln>
        </p:spPr>
      </p:sp>
      <p:sp>
        <p:nvSpPr>
          <p:cNvPr id="162818" name="Rectangle 3"/>
          <p:cNvSpPr>
            <a:spLocks noGrp="1"/>
          </p:cNvSpPr>
          <p:nvPr>
            <p:ph type="body" idx="1"/>
          </p:nvPr>
        </p:nvSpPr>
        <p:spPr bwMode="auto">
          <a:noFill/>
        </p:spPr>
        <p:txBody>
          <a:bodyPr wrap="square" numCol="1" anchor="t" anchorCtr="0" compatLnSpc="1">
            <a:prstTxWarp prst="textNoShape">
              <a:avLst/>
            </a:prstTxWarp>
          </a:bodyPr>
          <a:lstStyle/>
          <a:p>
            <a:pPr algn="just" eaLnBrk="1" hangingPunct="1">
              <a:spcBef>
                <a:spcPct val="0"/>
              </a:spcBef>
            </a:pPr>
            <a:r>
              <a:rPr lang="en-US" dirty="0" smtClean="0"/>
              <a:t>While you write an Ant build file in XML, Ant has a few tricks up its sleeve to make the build file as flexible as possible. This is particularly important when working with platform-independent build files. Hard-coding directory paths and filenames is not a good idea in any area of programming, and you should attempt to avoid it in your source code. If this is the case, you don't want to undo all your careful work by hard-coding values into your build files. </a:t>
            </a:r>
          </a:p>
          <a:p>
            <a:pPr algn="just" eaLnBrk="1" hangingPunct="1">
              <a:spcBef>
                <a:spcPct val="0"/>
              </a:spcBef>
            </a:pPr>
            <a:endParaRPr lang="en-US" dirty="0" smtClean="0"/>
          </a:p>
          <a:p>
            <a:pPr algn="just" eaLnBrk="1" hangingPunct="1">
              <a:spcBef>
                <a:spcPct val="0"/>
              </a:spcBef>
            </a:pPr>
            <a:r>
              <a:rPr lang="en-US" dirty="0" smtClean="0"/>
              <a:t>Properties		Description</a:t>
            </a:r>
          </a:p>
          <a:p>
            <a:pPr algn="just" eaLnBrk="1" hangingPunct="1">
              <a:spcBef>
                <a:spcPct val="0"/>
              </a:spcBef>
            </a:pPr>
            <a:r>
              <a:rPr lang="en-US" dirty="0" smtClean="0"/>
              <a:t> </a:t>
            </a:r>
            <a:r>
              <a:rPr lang="en-US" dirty="0" err="1" smtClean="0"/>
              <a:t>ant.file</a:t>
            </a:r>
            <a:r>
              <a:rPr lang="en-US" dirty="0" smtClean="0"/>
              <a:t> 		-  The absolute path to the current build file.</a:t>
            </a:r>
          </a:p>
          <a:p>
            <a:pPr algn="just" eaLnBrk="1" hangingPunct="1">
              <a:spcBef>
                <a:spcPct val="0"/>
              </a:spcBef>
            </a:pPr>
            <a:r>
              <a:rPr lang="en-US" dirty="0" err="1" smtClean="0"/>
              <a:t>ant.java.version</a:t>
            </a:r>
            <a:r>
              <a:rPr lang="en-US" dirty="0" smtClean="0"/>
              <a:t> 	-  The version of Java that Ant uses.</a:t>
            </a:r>
          </a:p>
          <a:p>
            <a:pPr algn="just" eaLnBrk="1" hangingPunct="1">
              <a:spcBef>
                <a:spcPct val="0"/>
              </a:spcBef>
            </a:pPr>
            <a:r>
              <a:rPr lang="en-US" dirty="0" smtClean="0"/>
              <a:t> </a:t>
            </a:r>
            <a:r>
              <a:rPr lang="en-US" dirty="0" err="1" smtClean="0"/>
              <a:t>ant.project.name</a:t>
            </a:r>
            <a:r>
              <a:rPr lang="en-US" dirty="0" smtClean="0"/>
              <a:t>       -  The name of the project as set in the &lt;project&gt; element's 	              	    name attribute. </a:t>
            </a:r>
          </a:p>
          <a:p>
            <a:pPr algn="just" eaLnBrk="1" hangingPunct="1">
              <a:spcBef>
                <a:spcPct val="0"/>
              </a:spcBef>
            </a:pPr>
            <a:r>
              <a:rPr lang="en-US" dirty="0" err="1" smtClean="0"/>
              <a:t>ant.version</a:t>
            </a:r>
            <a:r>
              <a:rPr lang="en-US" dirty="0" smtClean="0"/>
              <a:t> 		-   The version of this Ant installation. This is not just the                                        			    version number and includes information such as the 				    compilation date.</a:t>
            </a:r>
          </a:p>
          <a:p>
            <a:pPr algn="just" eaLnBrk="1" hangingPunct="1">
              <a:spcBef>
                <a:spcPct val="0"/>
              </a:spcBef>
            </a:pPr>
            <a:r>
              <a:rPr lang="en-US" dirty="0" err="1" smtClean="0"/>
              <a:t>basedir</a:t>
            </a:r>
            <a:r>
              <a:rPr lang="en-US" dirty="0" smtClean="0"/>
              <a:t> 		-  The base directory for this build, as defined in the </a:t>
            </a:r>
            <a:r>
              <a:rPr lang="en-US" dirty="0" err="1" smtClean="0"/>
              <a:t>basedir</a:t>
            </a:r>
            <a:r>
              <a:rPr lang="en-US" dirty="0" smtClean="0"/>
              <a:t> 			    attribute of the &lt;project&gt; element. If you do not set this 				    attribute, Ant uses the current directory.</a:t>
            </a:r>
          </a:p>
          <a:p>
            <a:pPr algn="just" eaLnBrk="1" hangingPunct="1">
              <a:spcBef>
                <a:spcPct val="0"/>
              </a:spcBef>
            </a:pPr>
            <a:r>
              <a:rPr lang="en-US" dirty="0" smtClean="0"/>
              <a:t> </a:t>
            </a:r>
          </a:p>
          <a:p>
            <a:pPr algn="just" eaLnBrk="1" hangingPunct="1">
              <a:spcBef>
                <a:spcPct val="0"/>
              </a:spcBef>
            </a:pPr>
            <a:endParaRPr lang="en-US" dirty="0" smtClean="0"/>
          </a:p>
          <a:p>
            <a:pPr algn="just" eaLnBrk="1" hangingPunct="1">
              <a:spcBef>
                <a:spcPct val="0"/>
              </a:spcBef>
            </a:pPr>
            <a:endParaRPr lang="en-US" dirty="0" smtClean="0"/>
          </a:p>
          <a:p>
            <a:pPr algn="just" eaLnBrk="1" hangingPunct="1">
              <a:spcBef>
                <a:spcPct val="0"/>
              </a:spcBef>
            </a:pPr>
            <a:endParaRPr lang="en-US" dirty="0" smtClean="0"/>
          </a:p>
          <a:p>
            <a:pPr algn="just" eaLnBrk="1" hangingPunct="1">
              <a:spcBef>
                <a:spcPct val="0"/>
              </a:spcBef>
            </a:pPr>
            <a:endParaRPr lang="en-US" dirty="0" smtClean="0"/>
          </a:p>
          <a:p>
            <a:pPr algn="just" eaLnBrk="1" hangingPunct="1">
              <a:spcBef>
                <a:spcPct val="0"/>
              </a:spcBef>
            </a:pPr>
            <a:endParaRPr lang="en-US" dirty="0" smtClean="0"/>
          </a:p>
        </p:txBody>
      </p:sp>
      <p:sp>
        <p:nvSpPr>
          <p:cNvPr id="2" name="Slide Number Placeholder 1"/>
          <p:cNvSpPr>
            <a:spLocks noGrp="1"/>
          </p:cNvSpPr>
          <p:nvPr>
            <p:ph type="sldNum" sz="quarter" idx="10"/>
          </p:nvPr>
        </p:nvSpPr>
        <p:spPr/>
        <p:txBody>
          <a:bodyPr/>
          <a:lstStyle/>
          <a:p>
            <a:pPr>
              <a:defRPr/>
            </a:pPr>
            <a:fld id="{B36BE00D-63B0-427F-B774-D80C241033DA}" type="slidenum">
              <a:rPr lang="en-US" smtClean="0"/>
              <a:pPr>
                <a:defRPr/>
              </a:pPr>
              <a:t>66</a:t>
            </a:fld>
            <a:endParaRPr lang="en-US"/>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4865" name="Rectangle 2"/>
          <p:cNvSpPr>
            <a:spLocks noGrp="1" noRot="1" noChangeAspect="1" noChangeArrowheads="1" noTextEdit="1"/>
          </p:cNvSpPr>
          <p:nvPr>
            <p:ph type="sldImg"/>
          </p:nvPr>
        </p:nvSpPr>
        <p:spPr bwMode="auto">
          <a:xfrm>
            <a:off x="1143000" y="685800"/>
            <a:ext cx="4572000" cy="3429000"/>
          </a:xfrm>
          <a:prstGeom prst="rect">
            <a:avLst/>
          </a:prstGeom>
          <a:noFill/>
          <a:ln>
            <a:solidFill>
              <a:srgbClr val="000000"/>
            </a:solidFill>
            <a:miter lim="800000"/>
            <a:headEnd/>
            <a:tailEnd/>
          </a:ln>
        </p:spPr>
      </p:sp>
      <p:sp>
        <p:nvSpPr>
          <p:cNvPr id="164866" name="Rectangle 3"/>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smtClean="0"/>
          </a:p>
        </p:txBody>
      </p:sp>
      <p:sp>
        <p:nvSpPr>
          <p:cNvPr id="2" name="Slide Number Placeholder 1"/>
          <p:cNvSpPr>
            <a:spLocks noGrp="1"/>
          </p:cNvSpPr>
          <p:nvPr>
            <p:ph type="sldNum" sz="quarter" idx="10"/>
          </p:nvPr>
        </p:nvSpPr>
        <p:spPr/>
        <p:txBody>
          <a:bodyPr/>
          <a:lstStyle/>
          <a:p>
            <a:pPr>
              <a:defRPr/>
            </a:pPr>
            <a:fld id="{B36BE00D-63B0-427F-B774-D80C241033DA}" type="slidenum">
              <a:rPr lang="en-US" smtClean="0"/>
              <a:pPr>
                <a:defRPr/>
              </a:pPr>
              <a:t>67</a:t>
            </a:fld>
            <a:endParaRPr lang="en-US"/>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6913" name="Rectangle 2"/>
          <p:cNvSpPr>
            <a:spLocks noGrp="1" noRot="1" noChangeAspect="1" noChangeArrowheads="1" noTextEdit="1"/>
          </p:cNvSpPr>
          <p:nvPr>
            <p:ph type="sldImg"/>
          </p:nvPr>
        </p:nvSpPr>
        <p:spPr bwMode="auto">
          <a:xfrm>
            <a:off x="1143000" y="685800"/>
            <a:ext cx="4572000" cy="3429000"/>
          </a:xfrm>
          <a:prstGeom prst="rect">
            <a:avLst/>
          </a:prstGeom>
          <a:noFill/>
          <a:ln>
            <a:solidFill>
              <a:srgbClr val="000000"/>
            </a:solidFill>
            <a:miter lim="800000"/>
            <a:headEnd/>
            <a:tailEnd/>
          </a:ln>
        </p:spPr>
      </p:sp>
      <p:sp>
        <p:nvSpPr>
          <p:cNvPr id="166914" name="Rectangle 3"/>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r>
              <a:rPr lang="en-US" smtClean="0"/>
              <a:t>Example:</a:t>
            </a:r>
          </a:p>
          <a:p>
            <a:pPr eaLnBrk="1" hangingPunct="1">
              <a:spcBef>
                <a:spcPct val="0"/>
              </a:spcBef>
            </a:pPr>
            <a:r>
              <a:rPr lang="en-US" smtClean="0"/>
              <a:t>&lt;?xml version="1.0" ?&gt;  </a:t>
            </a:r>
          </a:p>
          <a:p>
            <a:pPr eaLnBrk="1" hangingPunct="1">
              <a:spcBef>
                <a:spcPct val="0"/>
              </a:spcBef>
            </a:pPr>
            <a:r>
              <a:rPr lang="en-US" smtClean="0"/>
              <a:t>&lt;project name="AntExample3" default="war"&gt; </a:t>
            </a:r>
          </a:p>
          <a:p>
            <a:pPr eaLnBrk="1" hangingPunct="1">
              <a:spcBef>
                <a:spcPct val="0"/>
              </a:spcBef>
            </a:pPr>
            <a:r>
              <a:rPr lang="en-US" smtClean="0"/>
              <a:t>&lt;property file="Sample.properties" /&gt; </a:t>
            </a:r>
          </a:p>
          <a:p>
            <a:pPr eaLnBrk="1" hangingPunct="1">
              <a:spcBef>
                <a:spcPct val="0"/>
              </a:spcBef>
            </a:pPr>
            <a:r>
              <a:rPr lang="en-US" smtClean="0"/>
              <a:t> &lt;target name="init" depends="clean"&gt;   </a:t>
            </a:r>
          </a:p>
          <a:p>
            <a:pPr eaLnBrk="1" hangingPunct="1">
              <a:spcBef>
                <a:spcPct val="0"/>
              </a:spcBef>
            </a:pPr>
            <a:r>
              <a:rPr lang="en-US" smtClean="0"/>
              <a:t>&lt;mkdir dir="${build.classes.dir}"/&gt;     </a:t>
            </a:r>
          </a:p>
          <a:p>
            <a:pPr eaLnBrk="1" hangingPunct="1">
              <a:spcBef>
                <a:spcPct val="0"/>
              </a:spcBef>
            </a:pPr>
            <a:r>
              <a:rPr lang="en-US" smtClean="0"/>
              <a:t>&lt;/target&gt;</a:t>
            </a:r>
          </a:p>
          <a:p>
            <a:pPr eaLnBrk="1" hangingPunct="1">
              <a:spcBef>
                <a:spcPct val="0"/>
              </a:spcBef>
            </a:pPr>
            <a:r>
              <a:rPr lang="en-US" smtClean="0"/>
              <a:t>&lt;/project&gt;</a:t>
            </a:r>
          </a:p>
        </p:txBody>
      </p:sp>
      <p:sp>
        <p:nvSpPr>
          <p:cNvPr id="2" name="Slide Number Placeholder 1"/>
          <p:cNvSpPr>
            <a:spLocks noGrp="1"/>
          </p:cNvSpPr>
          <p:nvPr>
            <p:ph type="sldNum" sz="quarter" idx="10"/>
          </p:nvPr>
        </p:nvSpPr>
        <p:spPr/>
        <p:txBody>
          <a:bodyPr/>
          <a:lstStyle/>
          <a:p>
            <a:pPr>
              <a:defRPr/>
            </a:pPr>
            <a:fld id="{B36BE00D-63B0-427F-B774-D80C241033DA}" type="slidenum">
              <a:rPr lang="en-US" smtClean="0"/>
              <a:pPr>
                <a:defRPr/>
              </a:pPr>
              <a:t>68</a:t>
            </a:fld>
            <a:endParaRPr lang="en-US"/>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8961" name="Rectangle 2"/>
          <p:cNvSpPr>
            <a:spLocks noGrp="1" noRot="1" noChangeAspect="1" noChangeArrowheads="1" noTextEdit="1"/>
          </p:cNvSpPr>
          <p:nvPr>
            <p:ph type="sldImg"/>
          </p:nvPr>
        </p:nvSpPr>
        <p:spPr bwMode="auto">
          <a:xfrm>
            <a:off x="1143000" y="685800"/>
            <a:ext cx="4572000" cy="3429000"/>
          </a:xfrm>
          <a:prstGeom prst="rect">
            <a:avLst/>
          </a:prstGeom>
          <a:noFill/>
          <a:ln>
            <a:solidFill>
              <a:srgbClr val="000000"/>
            </a:solidFill>
            <a:miter lim="800000"/>
            <a:headEnd/>
            <a:tailEnd/>
          </a:ln>
        </p:spPr>
      </p:sp>
      <p:sp>
        <p:nvSpPr>
          <p:cNvPr id="168962" name="Rectangle 3"/>
          <p:cNvSpPr>
            <a:spLocks noGrp="1"/>
          </p:cNvSpPr>
          <p:nvPr>
            <p:ph type="body" idx="1"/>
          </p:nvPr>
        </p:nvSpPr>
        <p:spPr bwMode="auto">
          <a:noFill/>
        </p:spPr>
        <p:txBody>
          <a:bodyPr wrap="square" numCol="1" anchor="t" anchorCtr="0" compatLnSpc="1">
            <a:prstTxWarp prst="textNoShape">
              <a:avLst/>
            </a:prstTxWarp>
          </a:bodyPr>
          <a:lstStyle/>
          <a:p>
            <a:pPr algn="just" eaLnBrk="1" hangingPunct="1">
              <a:spcBef>
                <a:spcPct val="0"/>
              </a:spcBef>
            </a:pPr>
            <a:r>
              <a:rPr lang="en-US" smtClean="0"/>
              <a:t>compiler attribute of &lt;javac&gt;</a:t>
            </a:r>
          </a:p>
          <a:p>
            <a:pPr algn="just" eaLnBrk="1" hangingPunct="1">
              <a:spcBef>
                <a:spcPct val="0"/>
              </a:spcBef>
            </a:pPr>
            <a:r>
              <a:rPr lang="en-US" smtClean="0"/>
              <a:t>If this attribute is not set, the value of the build.compiler property, if set, will be used. Otherwise, the default compiler for the current VM will be used.</a:t>
            </a:r>
          </a:p>
        </p:txBody>
      </p:sp>
      <p:sp>
        <p:nvSpPr>
          <p:cNvPr id="2" name="Slide Number Placeholder 1"/>
          <p:cNvSpPr>
            <a:spLocks noGrp="1"/>
          </p:cNvSpPr>
          <p:nvPr>
            <p:ph type="sldNum" sz="quarter" idx="10"/>
          </p:nvPr>
        </p:nvSpPr>
        <p:spPr/>
        <p:txBody>
          <a:bodyPr/>
          <a:lstStyle/>
          <a:p>
            <a:pPr>
              <a:defRPr/>
            </a:pPr>
            <a:fld id="{B36BE00D-63B0-427F-B774-D80C241033DA}" type="slidenum">
              <a:rPr lang="en-US" smtClean="0"/>
              <a:pPr>
                <a:defRPr/>
              </a:pPr>
              <a:t>69</a:t>
            </a:fld>
            <a:endParaRPr lang="en-US"/>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8354" name="Rectangle 2"/>
          <p:cNvSpPr>
            <a:spLocks noGrp="1" noRot="1" noChangeAspect="1" noChangeArrowheads="1" noTextEdit="1"/>
          </p:cNvSpPr>
          <p:nvPr>
            <p:ph type="sldImg"/>
          </p:nvPr>
        </p:nvSpPr>
        <p:spPr bwMode="auto">
          <a:xfrm>
            <a:off x="1143000" y="685800"/>
            <a:ext cx="4572000" cy="3429000"/>
          </a:xfrm>
          <a:prstGeom prst="rect">
            <a:avLst/>
          </a:prstGeom>
          <a:noFill/>
          <a:ln>
            <a:solidFill>
              <a:srgbClr val="000000"/>
            </a:solidFill>
            <a:miter lim="800000"/>
            <a:headEnd/>
            <a:tailEnd/>
          </a:ln>
        </p:spPr>
      </p:sp>
      <p:sp>
        <p:nvSpPr>
          <p:cNvPr id="228355" name="Rectangle 3"/>
          <p:cNvSpPr>
            <a:spLocks noGrp="1"/>
          </p:cNvSpPr>
          <p:nvPr>
            <p:ph type="body" idx="1"/>
          </p:nvPr>
        </p:nvSpPr>
        <p:spPr bwMode="auto">
          <a:noFill/>
        </p:spPr>
        <p:txBody>
          <a:bodyPr wrap="square" numCol="1" anchor="t" anchorCtr="0" compatLnSpc="1">
            <a:prstTxWarp prst="textNoShape">
              <a:avLst/>
            </a:prstTxWarp>
          </a:bodyPr>
          <a:lstStyle/>
          <a:p>
            <a:endParaRPr lang="en-US" smtClean="0"/>
          </a:p>
        </p:txBody>
      </p:sp>
      <p:sp>
        <p:nvSpPr>
          <p:cNvPr id="2" name="Slide Number Placeholder 1"/>
          <p:cNvSpPr>
            <a:spLocks noGrp="1"/>
          </p:cNvSpPr>
          <p:nvPr>
            <p:ph type="sldNum" sz="quarter" idx="10"/>
          </p:nvPr>
        </p:nvSpPr>
        <p:spPr/>
        <p:txBody>
          <a:bodyPr/>
          <a:lstStyle/>
          <a:p>
            <a:pPr>
              <a:defRPr/>
            </a:pPr>
            <a:fld id="{B36BE00D-63B0-427F-B774-D80C241033DA}" type="slidenum">
              <a:rPr lang="en-US" smtClean="0"/>
              <a:pPr>
                <a:defRPr/>
              </a:pPr>
              <a:t>70</a:t>
            </a:fld>
            <a:endParaRPr lang="en-US"/>
          </a:p>
        </p:txBody>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9378" name="Rectangle 2"/>
          <p:cNvSpPr>
            <a:spLocks noGrp="1" noRot="1" noChangeAspect="1" noChangeArrowheads="1" noTextEdit="1"/>
          </p:cNvSpPr>
          <p:nvPr>
            <p:ph type="sldImg"/>
          </p:nvPr>
        </p:nvSpPr>
        <p:spPr bwMode="auto">
          <a:xfrm>
            <a:off x="1143000" y="685800"/>
            <a:ext cx="4572000" cy="3429000"/>
          </a:xfrm>
          <a:prstGeom prst="rect">
            <a:avLst/>
          </a:prstGeom>
          <a:noFill/>
          <a:ln>
            <a:solidFill>
              <a:srgbClr val="000000"/>
            </a:solidFill>
            <a:miter lim="800000"/>
            <a:headEnd/>
            <a:tailEnd/>
          </a:ln>
        </p:spPr>
      </p:sp>
      <p:sp>
        <p:nvSpPr>
          <p:cNvPr id="229379" name="Rectangle 3"/>
          <p:cNvSpPr>
            <a:spLocks noGrp="1"/>
          </p:cNvSpPr>
          <p:nvPr>
            <p:ph type="body" idx="1"/>
          </p:nvPr>
        </p:nvSpPr>
        <p:spPr bwMode="auto">
          <a:noFill/>
        </p:spPr>
        <p:txBody>
          <a:bodyPr wrap="square" numCol="1" anchor="t" anchorCtr="0" compatLnSpc="1">
            <a:prstTxWarp prst="textNoShape">
              <a:avLst/>
            </a:prstTxWarp>
          </a:bodyPr>
          <a:lstStyle/>
          <a:p>
            <a:endParaRPr lang="en-US" smtClean="0"/>
          </a:p>
        </p:txBody>
      </p:sp>
      <p:sp>
        <p:nvSpPr>
          <p:cNvPr id="2" name="Slide Number Placeholder 1"/>
          <p:cNvSpPr>
            <a:spLocks noGrp="1"/>
          </p:cNvSpPr>
          <p:nvPr>
            <p:ph type="sldNum" sz="quarter" idx="10"/>
          </p:nvPr>
        </p:nvSpPr>
        <p:spPr/>
        <p:txBody>
          <a:bodyPr/>
          <a:lstStyle/>
          <a:p>
            <a:pPr>
              <a:defRPr/>
            </a:pPr>
            <a:fld id="{B36BE00D-63B0-427F-B774-D80C241033DA}" type="slidenum">
              <a:rPr lang="en-US" smtClean="0"/>
              <a:pPr>
                <a:defRPr/>
              </a:pPr>
              <a:t>71</a:t>
            </a:fld>
            <a:endParaRPr lang="en-US"/>
          </a:p>
        </p:txBody>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0402" name="Rectangle 2"/>
          <p:cNvSpPr>
            <a:spLocks noGrp="1" noRot="1" noChangeAspect="1" noChangeArrowheads="1" noTextEdit="1"/>
          </p:cNvSpPr>
          <p:nvPr>
            <p:ph type="sldImg"/>
          </p:nvPr>
        </p:nvSpPr>
        <p:spPr bwMode="auto">
          <a:xfrm>
            <a:off x="1143000" y="685800"/>
            <a:ext cx="4572000" cy="3429000"/>
          </a:xfrm>
          <a:prstGeom prst="rect">
            <a:avLst/>
          </a:prstGeom>
          <a:noFill/>
          <a:ln>
            <a:solidFill>
              <a:srgbClr val="000000"/>
            </a:solidFill>
            <a:miter lim="800000"/>
            <a:headEnd/>
            <a:tailEnd/>
          </a:ln>
        </p:spPr>
      </p:sp>
      <p:sp>
        <p:nvSpPr>
          <p:cNvPr id="230403" name="Rectangle 3"/>
          <p:cNvSpPr>
            <a:spLocks noGrp="1"/>
          </p:cNvSpPr>
          <p:nvPr>
            <p:ph type="body" idx="1"/>
          </p:nvPr>
        </p:nvSpPr>
        <p:spPr bwMode="auto">
          <a:noFill/>
        </p:spPr>
        <p:txBody>
          <a:bodyPr wrap="square" numCol="1" anchor="t" anchorCtr="0" compatLnSpc="1">
            <a:prstTxWarp prst="textNoShape">
              <a:avLst/>
            </a:prstTxWarp>
          </a:bodyPr>
          <a:lstStyle/>
          <a:p>
            <a:endParaRPr lang="en-US" smtClean="0"/>
          </a:p>
        </p:txBody>
      </p:sp>
      <p:sp>
        <p:nvSpPr>
          <p:cNvPr id="2" name="Slide Number Placeholder 1"/>
          <p:cNvSpPr>
            <a:spLocks noGrp="1"/>
          </p:cNvSpPr>
          <p:nvPr>
            <p:ph type="sldNum" sz="quarter" idx="10"/>
          </p:nvPr>
        </p:nvSpPr>
        <p:spPr/>
        <p:txBody>
          <a:bodyPr/>
          <a:lstStyle/>
          <a:p>
            <a:pPr>
              <a:defRPr/>
            </a:pPr>
            <a:fld id="{B36BE00D-63B0-427F-B774-D80C241033DA}" type="slidenum">
              <a:rPr lang="en-US" smtClean="0"/>
              <a:pPr>
                <a:defRPr/>
              </a:pPr>
              <a:t>72</a:t>
            </a:fld>
            <a:endParaRPr lang="en-US"/>
          </a:p>
        </p:txBody>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1426" name="Rectangle 2"/>
          <p:cNvSpPr>
            <a:spLocks noGrp="1" noRot="1" noChangeAspect="1" noChangeArrowheads="1" noTextEdit="1"/>
          </p:cNvSpPr>
          <p:nvPr>
            <p:ph type="sldImg"/>
          </p:nvPr>
        </p:nvSpPr>
        <p:spPr bwMode="auto">
          <a:xfrm>
            <a:off x="1143000" y="685800"/>
            <a:ext cx="4572000" cy="3429000"/>
          </a:xfrm>
          <a:prstGeom prst="rect">
            <a:avLst/>
          </a:prstGeom>
          <a:noFill/>
          <a:ln>
            <a:solidFill>
              <a:srgbClr val="000000"/>
            </a:solidFill>
            <a:miter lim="800000"/>
            <a:headEnd/>
            <a:tailEnd/>
          </a:ln>
        </p:spPr>
      </p:sp>
      <p:sp>
        <p:nvSpPr>
          <p:cNvPr id="231427" name="Rectangle 3"/>
          <p:cNvSpPr>
            <a:spLocks noGrp="1"/>
          </p:cNvSpPr>
          <p:nvPr>
            <p:ph type="body" idx="1"/>
          </p:nvPr>
        </p:nvSpPr>
        <p:spPr bwMode="auto">
          <a:noFill/>
        </p:spPr>
        <p:txBody>
          <a:bodyPr wrap="square" numCol="1" anchor="t" anchorCtr="0" compatLnSpc="1">
            <a:prstTxWarp prst="textNoShape">
              <a:avLst/>
            </a:prstTxWarp>
          </a:bodyPr>
          <a:lstStyle/>
          <a:p>
            <a:endParaRPr lang="en-US" smtClean="0"/>
          </a:p>
        </p:txBody>
      </p:sp>
      <p:sp>
        <p:nvSpPr>
          <p:cNvPr id="2" name="Slide Number Placeholder 1"/>
          <p:cNvSpPr>
            <a:spLocks noGrp="1"/>
          </p:cNvSpPr>
          <p:nvPr>
            <p:ph type="sldNum" sz="quarter" idx="10"/>
          </p:nvPr>
        </p:nvSpPr>
        <p:spPr/>
        <p:txBody>
          <a:bodyPr/>
          <a:lstStyle/>
          <a:p>
            <a:pPr>
              <a:defRPr/>
            </a:pPr>
            <a:fld id="{B36BE00D-63B0-427F-B774-D80C241033DA}" type="slidenum">
              <a:rPr lang="en-US" smtClean="0"/>
              <a:pPr>
                <a:defRPr/>
              </a:pPr>
              <a:t>73</a:t>
            </a:fld>
            <a:endParaRPr lang="en-US"/>
          </a:p>
        </p:txBody>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2450" name="Rectangle 2"/>
          <p:cNvSpPr>
            <a:spLocks noGrp="1" noRot="1" noChangeAspect="1" noChangeArrowheads="1" noTextEdit="1"/>
          </p:cNvSpPr>
          <p:nvPr>
            <p:ph type="sldImg"/>
          </p:nvPr>
        </p:nvSpPr>
        <p:spPr bwMode="auto">
          <a:xfrm>
            <a:off x="1143000" y="685800"/>
            <a:ext cx="4572000" cy="3429000"/>
          </a:xfrm>
          <a:prstGeom prst="rect">
            <a:avLst/>
          </a:prstGeom>
          <a:noFill/>
          <a:ln>
            <a:solidFill>
              <a:srgbClr val="000000"/>
            </a:solidFill>
            <a:miter lim="800000"/>
            <a:headEnd/>
            <a:tailEnd/>
          </a:ln>
        </p:spPr>
      </p:sp>
      <p:sp>
        <p:nvSpPr>
          <p:cNvPr id="232451" name="Rectangle 3"/>
          <p:cNvSpPr>
            <a:spLocks noGrp="1"/>
          </p:cNvSpPr>
          <p:nvPr>
            <p:ph type="body" idx="1"/>
          </p:nvPr>
        </p:nvSpPr>
        <p:spPr bwMode="auto">
          <a:noFill/>
        </p:spPr>
        <p:txBody>
          <a:bodyPr wrap="square" numCol="1" anchor="t" anchorCtr="0" compatLnSpc="1">
            <a:prstTxWarp prst="textNoShape">
              <a:avLst/>
            </a:prstTxWarp>
          </a:bodyPr>
          <a:lstStyle/>
          <a:p>
            <a:endParaRPr lang="en-US" smtClean="0"/>
          </a:p>
        </p:txBody>
      </p:sp>
      <p:sp>
        <p:nvSpPr>
          <p:cNvPr id="2" name="Slide Number Placeholder 1"/>
          <p:cNvSpPr>
            <a:spLocks noGrp="1"/>
          </p:cNvSpPr>
          <p:nvPr>
            <p:ph type="sldNum" sz="quarter" idx="10"/>
          </p:nvPr>
        </p:nvSpPr>
        <p:spPr/>
        <p:txBody>
          <a:bodyPr/>
          <a:lstStyle/>
          <a:p>
            <a:pPr>
              <a:defRPr/>
            </a:pPr>
            <a:fld id="{B36BE00D-63B0-427F-B774-D80C241033DA}" type="slidenum">
              <a:rPr lang="en-US" smtClean="0"/>
              <a:pPr>
                <a:defRPr/>
              </a:pPr>
              <a:t>74</a:t>
            </a:fld>
            <a:endParaRPr lang="en-US"/>
          </a:p>
        </p:txBody>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3474" name="Rectangle 2"/>
          <p:cNvSpPr>
            <a:spLocks noGrp="1" noRot="1" noChangeAspect="1" noChangeArrowheads="1" noTextEdit="1"/>
          </p:cNvSpPr>
          <p:nvPr>
            <p:ph type="sldImg"/>
          </p:nvPr>
        </p:nvSpPr>
        <p:spPr bwMode="auto">
          <a:xfrm>
            <a:off x="1143000" y="685800"/>
            <a:ext cx="4572000" cy="3429000"/>
          </a:xfrm>
          <a:prstGeom prst="rect">
            <a:avLst/>
          </a:prstGeom>
          <a:noFill/>
          <a:ln>
            <a:solidFill>
              <a:srgbClr val="000000"/>
            </a:solidFill>
            <a:miter lim="800000"/>
            <a:headEnd/>
            <a:tailEnd/>
          </a:ln>
        </p:spPr>
      </p:sp>
      <p:sp>
        <p:nvSpPr>
          <p:cNvPr id="233475" name="Rectangle 3"/>
          <p:cNvSpPr>
            <a:spLocks noGrp="1"/>
          </p:cNvSpPr>
          <p:nvPr>
            <p:ph type="body" idx="1"/>
          </p:nvPr>
        </p:nvSpPr>
        <p:spPr bwMode="auto">
          <a:noFill/>
        </p:spPr>
        <p:txBody>
          <a:bodyPr wrap="square" numCol="1" anchor="t" anchorCtr="0" compatLnSpc="1">
            <a:prstTxWarp prst="textNoShape">
              <a:avLst/>
            </a:prstTxWarp>
          </a:bodyPr>
          <a:lstStyle/>
          <a:p>
            <a:endParaRPr lang="en-US" smtClean="0"/>
          </a:p>
        </p:txBody>
      </p:sp>
      <p:sp>
        <p:nvSpPr>
          <p:cNvPr id="2" name="Slide Number Placeholder 1"/>
          <p:cNvSpPr>
            <a:spLocks noGrp="1"/>
          </p:cNvSpPr>
          <p:nvPr>
            <p:ph type="sldNum" sz="quarter" idx="10"/>
          </p:nvPr>
        </p:nvSpPr>
        <p:spPr/>
        <p:txBody>
          <a:bodyPr/>
          <a:lstStyle/>
          <a:p>
            <a:pPr>
              <a:defRPr/>
            </a:pPr>
            <a:fld id="{B36BE00D-63B0-427F-B774-D80C241033DA}" type="slidenum">
              <a:rPr lang="en-US" smtClean="0"/>
              <a:pPr>
                <a:defRPr/>
              </a:pPr>
              <a:t>75</a:t>
            </a:fld>
            <a:endParaRPr lang="en-US"/>
          </a:p>
        </p:txBody>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4498" name="Rectangle 2"/>
          <p:cNvSpPr>
            <a:spLocks noGrp="1" noRot="1" noChangeAspect="1" noChangeArrowheads="1" noTextEdit="1"/>
          </p:cNvSpPr>
          <p:nvPr>
            <p:ph type="sldImg"/>
          </p:nvPr>
        </p:nvSpPr>
        <p:spPr bwMode="auto">
          <a:xfrm>
            <a:off x="1143000" y="685800"/>
            <a:ext cx="4572000" cy="3429000"/>
          </a:xfrm>
          <a:prstGeom prst="rect">
            <a:avLst/>
          </a:prstGeom>
          <a:noFill/>
          <a:ln>
            <a:solidFill>
              <a:srgbClr val="000000"/>
            </a:solidFill>
            <a:miter lim="800000"/>
            <a:headEnd/>
            <a:tailEnd/>
          </a:ln>
        </p:spPr>
      </p:sp>
      <p:sp>
        <p:nvSpPr>
          <p:cNvPr id="234499" name="Rectangle 3"/>
          <p:cNvSpPr>
            <a:spLocks noGrp="1"/>
          </p:cNvSpPr>
          <p:nvPr>
            <p:ph type="body" idx="1"/>
          </p:nvPr>
        </p:nvSpPr>
        <p:spPr bwMode="auto">
          <a:noFill/>
        </p:spPr>
        <p:txBody>
          <a:bodyPr wrap="square" numCol="1" anchor="t" anchorCtr="0" compatLnSpc="1">
            <a:prstTxWarp prst="textNoShape">
              <a:avLst/>
            </a:prstTxWarp>
          </a:bodyPr>
          <a:lstStyle/>
          <a:p>
            <a:endParaRPr lang="en-US" smtClean="0"/>
          </a:p>
        </p:txBody>
      </p:sp>
      <p:sp>
        <p:nvSpPr>
          <p:cNvPr id="2" name="Slide Number Placeholder 1"/>
          <p:cNvSpPr>
            <a:spLocks noGrp="1"/>
          </p:cNvSpPr>
          <p:nvPr>
            <p:ph type="sldNum" sz="quarter" idx="10"/>
          </p:nvPr>
        </p:nvSpPr>
        <p:spPr/>
        <p:txBody>
          <a:bodyPr/>
          <a:lstStyle/>
          <a:p>
            <a:pPr>
              <a:defRPr/>
            </a:pPr>
            <a:fld id="{B36BE00D-63B0-427F-B774-D80C241033DA}" type="slidenum">
              <a:rPr lang="en-US" smtClean="0"/>
              <a:pPr>
                <a:defRPr/>
              </a:pPr>
              <a:t>76</a:t>
            </a:fld>
            <a:endParaRPr lang="en-US"/>
          </a:p>
        </p:txBody>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22" name="Rectangle 2"/>
          <p:cNvSpPr>
            <a:spLocks noGrp="1" noRot="1" noChangeAspect="1" noChangeArrowheads="1" noTextEdit="1"/>
          </p:cNvSpPr>
          <p:nvPr>
            <p:ph type="sldImg"/>
          </p:nvPr>
        </p:nvSpPr>
        <p:spPr bwMode="auto">
          <a:xfrm>
            <a:off x="1143000" y="685800"/>
            <a:ext cx="4572000" cy="3429000"/>
          </a:xfrm>
          <a:prstGeom prst="rect">
            <a:avLst/>
          </a:prstGeom>
          <a:noFill/>
          <a:ln>
            <a:solidFill>
              <a:srgbClr val="000000"/>
            </a:solidFill>
            <a:miter lim="800000"/>
            <a:headEnd/>
            <a:tailEnd/>
          </a:ln>
        </p:spPr>
      </p:sp>
      <p:sp>
        <p:nvSpPr>
          <p:cNvPr id="235523" name="Rectangle 3"/>
          <p:cNvSpPr>
            <a:spLocks noGrp="1"/>
          </p:cNvSpPr>
          <p:nvPr>
            <p:ph type="body" idx="1"/>
          </p:nvPr>
        </p:nvSpPr>
        <p:spPr bwMode="auto">
          <a:noFill/>
        </p:spPr>
        <p:txBody>
          <a:bodyPr wrap="square" numCol="1" anchor="t" anchorCtr="0" compatLnSpc="1">
            <a:prstTxWarp prst="textNoShape">
              <a:avLst/>
            </a:prstTxWarp>
          </a:bodyPr>
          <a:lstStyle/>
          <a:p>
            <a:endParaRPr lang="en-US" smtClean="0"/>
          </a:p>
        </p:txBody>
      </p:sp>
      <p:sp>
        <p:nvSpPr>
          <p:cNvPr id="2" name="Slide Number Placeholder 1"/>
          <p:cNvSpPr>
            <a:spLocks noGrp="1"/>
          </p:cNvSpPr>
          <p:nvPr>
            <p:ph type="sldNum" sz="quarter" idx="10"/>
          </p:nvPr>
        </p:nvSpPr>
        <p:spPr/>
        <p:txBody>
          <a:bodyPr/>
          <a:lstStyle/>
          <a:p>
            <a:pPr>
              <a:defRPr/>
            </a:pPr>
            <a:fld id="{B36BE00D-63B0-427F-B774-D80C241033DA}" type="slidenum">
              <a:rPr lang="en-US" smtClean="0"/>
              <a:pPr>
                <a:defRPr/>
              </a:pPr>
              <a:t>77</a:t>
            </a:fld>
            <a:endParaRPr lang="en-US"/>
          </a:p>
        </p:txBody>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6546" name="Rectangle 2"/>
          <p:cNvSpPr>
            <a:spLocks noGrp="1" noRot="1" noChangeAspect="1" noChangeArrowheads="1" noTextEdit="1"/>
          </p:cNvSpPr>
          <p:nvPr>
            <p:ph type="sldImg"/>
          </p:nvPr>
        </p:nvSpPr>
        <p:spPr bwMode="auto">
          <a:xfrm>
            <a:off x="1143000" y="685800"/>
            <a:ext cx="4572000" cy="3429000"/>
          </a:xfrm>
          <a:prstGeom prst="rect">
            <a:avLst/>
          </a:prstGeom>
          <a:noFill/>
          <a:ln>
            <a:solidFill>
              <a:srgbClr val="000000"/>
            </a:solidFill>
            <a:miter lim="800000"/>
            <a:headEnd/>
            <a:tailEnd/>
          </a:ln>
        </p:spPr>
      </p:sp>
      <p:sp>
        <p:nvSpPr>
          <p:cNvPr id="236547" name="Rectangle 3"/>
          <p:cNvSpPr>
            <a:spLocks noGrp="1"/>
          </p:cNvSpPr>
          <p:nvPr>
            <p:ph type="body" idx="1"/>
          </p:nvPr>
        </p:nvSpPr>
        <p:spPr bwMode="auto">
          <a:noFill/>
        </p:spPr>
        <p:txBody>
          <a:bodyPr wrap="square" numCol="1" anchor="t" anchorCtr="0" compatLnSpc="1">
            <a:prstTxWarp prst="textNoShape">
              <a:avLst/>
            </a:prstTxWarp>
          </a:bodyPr>
          <a:lstStyle/>
          <a:p>
            <a:endParaRPr lang="en-US" smtClean="0"/>
          </a:p>
        </p:txBody>
      </p:sp>
      <p:sp>
        <p:nvSpPr>
          <p:cNvPr id="2" name="Slide Number Placeholder 1"/>
          <p:cNvSpPr>
            <a:spLocks noGrp="1"/>
          </p:cNvSpPr>
          <p:nvPr>
            <p:ph type="sldNum" sz="quarter" idx="10"/>
          </p:nvPr>
        </p:nvSpPr>
        <p:spPr/>
        <p:txBody>
          <a:bodyPr/>
          <a:lstStyle/>
          <a:p>
            <a:pPr>
              <a:defRPr/>
            </a:pPr>
            <a:fld id="{B36BE00D-63B0-427F-B774-D80C241033DA}" type="slidenum">
              <a:rPr lang="en-US" smtClean="0"/>
              <a:pPr>
                <a:defRPr/>
              </a:pPr>
              <a:t>78</a:t>
            </a:fld>
            <a:endParaRPr lang="en-US"/>
          </a:p>
        </p:txBody>
      </p:sp>
    </p:spTree>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7570" name="Rectangle 2"/>
          <p:cNvSpPr>
            <a:spLocks noGrp="1" noRot="1" noChangeAspect="1" noChangeArrowheads="1" noTextEdit="1"/>
          </p:cNvSpPr>
          <p:nvPr>
            <p:ph type="sldImg"/>
          </p:nvPr>
        </p:nvSpPr>
        <p:spPr bwMode="auto">
          <a:xfrm>
            <a:off x="1143000" y="685800"/>
            <a:ext cx="4572000" cy="3429000"/>
          </a:xfrm>
          <a:prstGeom prst="rect">
            <a:avLst/>
          </a:prstGeom>
          <a:noFill/>
          <a:ln>
            <a:solidFill>
              <a:srgbClr val="000000"/>
            </a:solidFill>
            <a:miter lim="800000"/>
            <a:headEnd/>
            <a:tailEnd/>
          </a:ln>
        </p:spPr>
      </p:sp>
      <p:sp>
        <p:nvSpPr>
          <p:cNvPr id="237571" name="Rectangle 3"/>
          <p:cNvSpPr>
            <a:spLocks noGrp="1"/>
          </p:cNvSpPr>
          <p:nvPr>
            <p:ph type="body" idx="1"/>
          </p:nvPr>
        </p:nvSpPr>
        <p:spPr bwMode="auto">
          <a:noFill/>
        </p:spPr>
        <p:txBody>
          <a:bodyPr wrap="square" numCol="1" anchor="t" anchorCtr="0" compatLnSpc="1">
            <a:prstTxWarp prst="textNoShape">
              <a:avLst/>
            </a:prstTxWarp>
          </a:bodyPr>
          <a:lstStyle/>
          <a:p>
            <a:endParaRPr lang="en-US" smtClean="0"/>
          </a:p>
        </p:txBody>
      </p:sp>
      <p:sp>
        <p:nvSpPr>
          <p:cNvPr id="2" name="Slide Number Placeholder 1"/>
          <p:cNvSpPr>
            <a:spLocks noGrp="1"/>
          </p:cNvSpPr>
          <p:nvPr>
            <p:ph type="sldNum" sz="quarter" idx="10"/>
          </p:nvPr>
        </p:nvSpPr>
        <p:spPr/>
        <p:txBody>
          <a:bodyPr/>
          <a:lstStyle/>
          <a:p>
            <a:pPr>
              <a:defRPr/>
            </a:pPr>
            <a:fld id="{B36BE00D-63B0-427F-B774-D80C241033DA}" type="slidenum">
              <a:rPr lang="en-US" smtClean="0"/>
              <a:pPr>
                <a:defRPr/>
              </a:pPr>
              <a:t>79</a:t>
            </a:fld>
            <a:endParaRPr lang="en-US"/>
          </a:p>
        </p:txBody>
      </p:sp>
    </p:spTree>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8594" name="Rectangle 2"/>
          <p:cNvSpPr>
            <a:spLocks noGrp="1" noRot="1" noChangeAspect="1" noChangeArrowheads="1" noTextEdit="1"/>
          </p:cNvSpPr>
          <p:nvPr>
            <p:ph type="sldImg"/>
          </p:nvPr>
        </p:nvSpPr>
        <p:spPr bwMode="auto">
          <a:xfrm>
            <a:off x="1143000" y="685800"/>
            <a:ext cx="4572000" cy="3429000"/>
          </a:xfrm>
          <a:prstGeom prst="rect">
            <a:avLst/>
          </a:prstGeom>
          <a:noFill/>
          <a:ln>
            <a:solidFill>
              <a:srgbClr val="000000"/>
            </a:solidFill>
            <a:miter lim="800000"/>
            <a:headEnd/>
            <a:tailEnd/>
          </a:ln>
        </p:spPr>
      </p:sp>
      <p:sp>
        <p:nvSpPr>
          <p:cNvPr id="238595" name="Rectangle 3"/>
          <p:cNvSpPr>
            <a:spLocks noGrp="1"/>
          </p:cNvSpPr>
          <p:nvPr>
            <p:ph type="body" idx="1"/>
          </p:nvPr>
        </p:nvSpPr>
        <p:spPr bwMode="auto">
          <a:noFill/>
        </p:spPr>
        <p:txBody>
          <a:bodyPr wrap="square" numCol="1" anchor="t" anchorCtr="0" compatLnSpc="1">
            <a:prstTxWarp prst="textNoShape">
              <a:avLst/>
            </a:prstTxWarp>
          </a:bodyPr>
          <a:lstStyle/>
          <a:p>
            <a:endParaRPr lang="en-US" smtClean="0"/>
          </a:p>
        </p:txBody>
      </p:sp>
      <p:sp>
        <p:nvSpPr>
          <p:cNvPr id="2" name="Slide Number Placeholder 1"/>
          <p:cNvSpPr>
            <a:spLocks noGrp="1"/>
          </p:cNvSpPr>
          <p:nvPr>
            <p:ph type="sldNum" sz="quarter" idx="10"/>
          </p:nvPr>
        </p:nvSpPr>
        <p:spPr/>
        <p:txBody>
          <a:bodyPr/>
          <a:lstStyle/>
          <a:p>
            <a:pPr>
              <a:defRPr/>
            </a:pPr>
            <a:fld id="{B36BE00D-63B0-427F-B774-D80C241033DA}" type="slidenum">
              <a:rPr lang="en-US" smtClean="0"/>
              <a:pPr>
                <a:defRPr/>
              </a:pPr>
              <a:t>80</a:t>
            </a:fld>
            <a:endParaRPr lang="en-US"/>
          </a:p>
        </p:txBody>
      </p:sp>
    </p:spTree>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2273" name="Rectangle 2"/>
          <p:cNvSpPr>
            <a:spLocks noGrp="1" noRot="1" noChangeAspect="1" noChangeArrowheads="1" noTextEdit="1"/>
          </p:cNvSpPr>
          <p:nvPr>
            <p:ph type="sldImg"/>
          </p:nvPr>
        </p:nvSpPr>
        <p:spPr bwMode="auto">
          <a:xfrm>
            <a:off x="1143000" y="685800"/>
            <a:ext cx="4572000" cy="3429000"/>
          </a:xfrm>
          <a:prstGeom prst="rect">
            <a:avLst/>
          </a:prstGeom>
          <a:noFill/>
          <a:ln>
            <a:solidFill>
              <a:srgbClr val="000000"/>
            </a:solidFill>
            <a:miter lim="800000"/>
            <a:headEnd/>
            <a:tailEnd/>
          </a:ln>
        </p:spPr>
      </p:sp>
      <p:sp>
        <p:nvSpPr>
          <p:cNvPr id="182274" name="Rectangle 3"/>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r>
              <a:rPr lang="en-US" smtClean="0"/>
              <a:t>destfile - the EAR file to create</a:t>
            </a:r>
          </a:p>
          <a:p>
            <a:pPr eaLnBrk="1" hangingPunct="1">
              <a:spcBef>
                <a:spcPct val="0"/>
              </a:spcBef>
            </a:pPr>
            <a:r>
              <a:rPr lang="en-US" smtClean="0"/>
              <a:t>appxml - The deployment descriptor to use</a:t>
            </a:r>
          </a:p>
        </p:txBody>
      </p:sp>
      <p:sp>
        <p:nvSpPr>
          <p:cNvPr id="2" name="Slide Number Placeholder 1"/>
          <p:cNvSpPr>
            <a:spLocks noGrp="1"/>
          </p:cNvSpPr>
          <p:nvPr>
            <p:ph type="sldNum" sz="quarter" idx="10"/>
          </p:nvPr>
        </p:nvSpPr>
        <p:spPr/>
        <p:txBody>
          <a:bodyPr/>
          <a:lstStyle/>
          <a:p>
            <a:pPr>
              <a:defRPr/>
            </a:pPr>
            <a:fld id="{B36BE00D-63B0-427F-B774-D80C241033DA}" type="slidenum">
              <a:rPr lang="en-US" smtClean="0"/>
              <a:pPr>
                <a:defRPr/>
              </a:pPr>
              <a:t>81</a:t>
            </a:fld>
            <a:endParaRPr lang="en-US"/>
          </a:p>
        </p:txBody>
      </p:sp>
    </p:spTree>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9618" name="Rectangle 2"/>
          <p:cNvSpPr>
            <a:spLocks noGrp="1" noRot="1" noChangeAspect="1" noChangeArrowheads="1" noTextEdit="1"/>
          </p:cNvSpPr>
          <p:nvPr>
            <p:ph type="sldImg"/>
          </p:nvPr>
        </p:nvSpPr>
        <p:spPr bwMode="auto">
          <a:xfrm>
            <a:off x="1143000" y="685800"/>
            <a:ext cx="4572000" cy="3429000"/>
          </a:xfrm>
          <a:prstGeom prst="rect">
            <a:avLst/>
          </a:prstGeom>
          <a:noFill/>
          <a:ln>
            <a:solidFill>
              <a:srgbClr val="000000"/>
            </a:solidFill>
            <a:miter lim="800000"/>
            <a:headEnd/>
            <a:tailEnd/>
          </a:ln>
        </p:spPr>
      </p:sp>
      <p:sp>
        <p:nvSpPr>
          <p:cNvPr id="239619" name="Rectangle 3"/>
          <p:cNvSpPr>
            <a:spLocks noGrp="1"/>
          </p:cNvSpPr>
          <p:nvPr>
            <p:ph type="body" idx="1"/>
          </p:nvPr>
        </p:nvSpPr>
        <p:spPr bwMode="auto">
          <a:noFill/>
        </p:spPr>
        <p:txBody>
          <a:bodyPr wrap="square" numCol="1" anchor="t" anchorCtr="0" compatLnSpc="1">
            <a:prstTxWarp prst="textNoShape">
              <a:avLst/>
            </a:prstTxWarp>
          </a:bodyPr>
          <a:lstStyle/>
          <a:p>
            <a:endParaRPr lang="en-US" smtClean="0"/>
          </a:p>
        </p:txBody>
      </p:sp>
      <p:sp>
        <p:nvSpPr>
          <p:cNvPr id="2" name="Slide Number Placeholder 1"/>
          <p:cNvSpPr>
            <a:spLocks noGrp="1"/>
          </p:cNvSpPr>
          <p:nvPr>
            <p:ph type="sldNum" sz="quarter" idx="10"/>
          </p:nvPr>
        </p:nvSpPr>
        <p:spPr/>
        <p:txBody>
          <a:bodyPr/>
          <a:lstStyle/>
          <a:p>
            <a:pPr>
              <a:defRPr/>
            </a:pPr>
            <a:fld id="{B36BE00D-63B0-427F-B774-D80C241033DA}" type="slidenum">
              <a:rPr lang="en-US" smtClean="0"/>
              <a:pPr>
                <a:defRPr/>
              </a:pPr>
              <a:t>82</a:t>
            </a:fld>
            <a:endParaRPr lang="en-US"/>
          </a:p>
        </p:txBody>
      </p:sp>
    </p:spTree>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5345" name="Rectangle 2"/>
          <p:cNvSpPr>
            <a:spLocks noGrp="1" noRot="1" noChangeAspect="1" noChangeArrowheads="1" noTextEdit="1"/>
          </p:cNvSpPr>
          <p:nvPr>
            <p:ph type="sldImg"/>
          </p:nvPr>
        </p:nvSpPr>
        <p:spPr bwMode="auto">
          <a:xfrm>
            <a:off x="1143000" y="685800"/>
            <a:ext cx="4572000" cy="3429000"/>
          </a:xfrm>
          <a:prstGeom prst="rect">
            <a:avLst/>
          </a:prstGeom>
          <a:noFill/>
          <a:ln>
            <a:solidFill>
              <a:srgbClr val="000000"/>
            </a:solidFill>
            <a:miter lim="800000"/>
            <a:headEnd/>
            <a:tailEnd/>
          </a:ln>
        </p:spPr>
      </p:sp>
      <p:sp>
        <p:nvSpPr>
          <p:cNvPr id="185346" name="Rectangle 3"/>
          <p:cNvSpPr>
            <a:spLocks noGrp="1"/>
          </p:cNvSpPr>
          <p:nvPr>
            <p:ph type="body" idx="1"/>
          </p:nvPr>
        </p:nvSpPr>
        <p:spPr bwMode="auto">
          <a:noFill/>
        </p:spPr>
        <p:txBody>
          <a:bodyPr wrap="square" numCol="1" anchor="t" anchorCtr="0" compatLnSpc="1">
            <a:prstTxWarp prst="textNoShape">
              <a:avLst/>
            </a:prstTxWarp>
          </a:bodyPr>
          <a:lstStyle/>
          <a:p>
            <a:pPr algn="just" eaLnBrk="1" hangingPunct="1"/>
            <a:r>
              <a:rPr lang="en-US" dirty="0" smtClean="0"/>
              <a:t>The &lt;exec&gt; task delegates to </a:t>
            </a:r>
            <a:r>
              <a:rPr lang="en-US" dirty="0" err="1" smtClean="0"/>
              <a:t>Runtime.exec</a:t>
            </a:r>
            <a:r>
              <a:rPr lang="en-US" dirty="0" smtClean="0"/>
              <a:t>. One normally needs to execute the command shell executable </a:t>
            </a:r>
            <a:r>
              <a:rPr lang="en-US" dirty="0" err="1" smtClean="0"/>
              <a:t>cmd</a:t>
            </a:r>
            <a:r>
              <a:rPr lang="en-US" dirty="0" smtClean="0"/>
              <a:t> using the /c switch </a:t>
            </a:r>
          </a:p>
        </p:txBody>
      </p:sp>
      <p:sp>
        <p:nvSpPr>
          <p:cNvPr id="2" name="Slide Number Placeholder 1"/>
          <p:cNvSpPr>
            <a:spLocks noGrp="1"/>
          </p:cNvSpPr>
          <p:nvPr>
            <p:ph type="sldNum" sz="quarter" idx="10"/>
          </p:nvPr>
        </p:nvSpPr>
        <p:spPr/>
        <p:txBody>
          <a:bodyPr/>
          <a:lstStyle/>
          <a:p>
            <a:pPr>
              <a:defRPr/>
            </a:pPr>
            <a:fld id="{B36BE00D-63B0-427F-B774-D80C241033DA}" type="slidenum">
              <a:rPr lang="en-US" smtClean="0"/>
              <a:pPr>
                <a:defRPr/>
              </a:pPr>
              <a:t>83</a:t>
            </a:fld>
            <a:endParaRPr lang="en-US"/>
          </a:p>
        </p:txBody>
      </p:sp>
    </p:spTree>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0642" name="Rectangle 2"/>
          <p:cNvSpPr>
            <a:spLocks noGrp="1" noRot="1" noChangeAspect="1" noChangeArrowheads="1" noTextEdit="1"/>
          </p:cNvSpPr>
          <p:nvPr>
            <p:ph type="sldImg"/>
          </p:nvPr>
        </p:nvSpPr>
        <p:spPr bwMode="auto">
          <a:xfrm>
            <a:off x="1143000" y="685800"/>
            <a:ext cx="4572000" cy="3429000"/>
          </a:xfrm>
          <a:prstGeom prst="rect">
            <a:avLst/>
          </a:prstGeom>
          <a:noFill/>
          <a:ln>
            <a:solidFill>
              <a:srgbClr val="000000"/>
            </a:solidFill>
            <a:miter lim="800000"/>
            <a:headEnd/>
            <a:tailEnd/>
          </a:ln>
        </p:spPr>
      </p:sp>
      <p:sp>
        <p:nvSpPr>
          <p:cNvPr id="240643" name="Rectangle 3"/>
          <p:cNvSpPr>
            <a:spLocks noGrp="1"/>
          </p:cNvSpPr>
          <p:nvPr>
            <p:ph type="body" idx="1"/>
          </p:nvPr>
        </p:nvSpPr>
        <p:spPr bwMode="auto">
          <a:noFill/>
        </p:spPr>
        <p:txBody>
          <a:bodyPr wrap="square" numCol="1" anchor="t" anchorCtr="0" compatLnSpc="1">
            <a:prstTxWarp prst="textNoShape">
              <a:avLst/>
            </a:prstTxWarp>
          </a:bodyPr>
          <a:lstStyle/>
          <a:p>
            <a:endParaRPr lang="en-US" smtClean="0"/>
          </a:p>
        </p:txBody>
      </p:sp>
      <p:sp>
        <p:nvSpPr>
          <p:cNvPr id="2" name="Slide Number Placeholder 1"/>
          <p:cNvSpPr>
            <a:spLocks noGrp="1"/>
          </p:cNvSpPr>
          <p:nvPr>
            <p:ph type="sldNum" sz="quarter" idx="10"/>
          </p:nvPr>
        </p:nvSpPr>
        <p:spPr/>
        <p:txBody>
          <a:bodyPr/>
          <a:lstStyle/>
          <a:p>
            <a:pPr>
              <a:defRPr/>
            </a:pPr>
            <a:fld id="{B36BE00D-63B0-427F-B774-D80C241033DA}" type="slidenum">
              <a:rPr lang="en-US" smtClean="0"/>
              <a:pPr>
                <a:defRPr/>
              </a:pPr>
              <a:t>84</a:t>
            </a:fld>
            <a:endParaRPr lang="en-US"/>
          </a:p>
        </p:txBody>
      </p:sp>
    </p:spTree>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1666" name="Rectangle 2"/>
          <p:cNvSpPr>
            <a:spLocks noGrp="1" noRot="1" noChangeAspect="1" noChangeArrowheads="1" noTextEdit="1"/>
          </p:cNvSpPr>
          <p:nvPr>
            <p:ph type="sldImg"/>
          </p:nvPr>
        </p:nvSpPr>
        <p:spPr bwMode="auto">
          <a:xfrm>
            <a:off x="1143000" y="685800"/>
            <a:ext cx="4572000" cy="3429000"/>
          </a:xfrm>
          <a:prstGeom prst="rect">
            <a:avLst/>
          </a:prstGeom>
          <a:noFill/>
          <a:ln>
            <a:solidFill>
              <a:srgbClr val="000000"/>
            </a:solidFill>
            <a:miter lim="800000"/>
            <a:headEnd/>
            <a:tailEnd/>
          </a:ln>
        </p:spPr>
      </p:sp>
      <p:sp>
        <p:nvSpPr>
          <p:cNvPr id="241667" name="Rectangle 3"/>
          <p:cNvSpPr>
            <a:spLocks noGrp="1"/>
          </p:cNvSpPr>
          <p:nvPr>
            <p:ph type="body" idx="1"/>
          </p:nvPr>
        </p:nvSpPr>
        <p:spPr bwMode="auto">
          <a:noFill/>
        </p:spPr>
        <p:txBody>
          <a:bodyPr wrap="square" numCol="1" anchor="t" anchorCtr="0" compatLnSpc="1">
            <a:prstTxWarp prst="textNoShape">
              <a:avLst/>
            </a:prstTxWarp>
          </a:bodyPr>
          <a:lstStyle/>
          <a:p>
            <a:endParaRPr lang="en-US" smtClean="0"/>
          </a:p>
        </p:txBody>
      </p:sp>
      <p:sp>
        <p:nvSpPr>
          <p:cNvPr id="2" name="Slide Number Placeholder 1"/>
          <p:cNvSpPr>
            <a:spLocks noGrp="1"/>
          </p:cNvSpPr>
          <p:nvPr>
            <p:ph type="sldNum" sz="quarter" idx="10"/>
          </p:nvPr>
        </p:nvSpPr>
        <p:spPr/>
        <p:txBody>
          <a:bodyPr/>
          <a:lstStyle/>
          <a:p>
            <a:pPr>
              <a:defRPr/>
            </a:pPr>
            <a:fld id="{B36BE00D-63B0-427F-B774-D80C241033DA}" type="slidenum">
              <a:rPr lang="en-US" smtClean="0"/>
              <a:pPr>
                <a:defRPr/>
              </a:pPr>
              <a:t>85</a:t>
            </a:fld>
            <a:endParaRPr lang="en-US"/>
          </a:p>
        </p:txBody>
      </p:sp>
    </p:spTree>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2690" name="Rectangle 2"/>
          <p:cNvSpPr>
            <a:spLocks noGrp="1" noRot="1" noChangeAspect="1" noChangeArrowheads="1" noTextEdit="1"/>
          </p:cNvSpPr>
          <p:nvPr>
            <p:ph type="sldImg"/>
          </p:nvPr>
        </p:nvSpPr>
        <p:spPr bwMode="auto">
          <a:xfrm>
            <a:off x="1143000" y="685800"/>
            <a:ext cx="4572000" cy="3429000"/>
          </a:xfrm>
          <a:prstGeom prst="rect">
            <a:avLst/>
          </a:prstGeom>
          <a:noFill/>
          <a:ln>
            <a:solidFill>
              <a:srgbClr val="000000"/>
            </a:solidFill>
            <a:miter lim="800000"/>
            <a:headEnd/>
            <a:tailEnd/>
          </a:ln>
        </p:spPr>
      </p:sp>
      <p:sp>
        <p:nvSpPr>
          <p:cNvPr id="242691" name="Rectangle 3"/>
          <p:cNvSpPr>
            <a:spLocks noGrp="1"/>
          </p:cNvSpPr>
          <p:nvPr>
            <p:ph type="body" idx="1"/>
          </p:nvPr>
        </p:nvSpPr>
        <p:spPr bwMode="auto">
          <a:noFill/>
        </p:spPr>
        <p:txBody>
          <a:bodyPr wrap="square" numCol="1" anchor="t" anchorCtr="0" compatLnSpc="1">
            <a:prstTxWarp prst="textNoShape">
              <a:avLst/>
            </a:prstTxWarp>
          </a:bodyPr>
          <a:lstStyle/>
          <a:p>
            <a:endParaRPr lang="en-US" smtClean="0"/>
          </a:p>
        </p:txBody>
      </p:sp>
      <p:sp>
        <p:nvSpPr>
          <p:cNvPr id="2" name="Slide Number Placeholder 1"/>
          <p:cNvSpPr>
            <a:spLocks noGrp="1"/>
          </p:cNvSpPr>
          <p:nvPr>
            <p:ph type="sldNum" sz="quarter" idx="10"/>
          </p:nvPr>
        </p:nvSpPr>
        <p:spPr/>
        <p:txBody>
          <a:bodyPr/>
          <a:lstStyle/>
          <a:p>
            <a:pPr>
              <a:defRPr/>
            </a:pPr>
            <a:fld id="{B36BE00D-63B0-427F-B774-D80C241033DA}" type="slidenum">
              <a:rPr lang="en-US" smtClean="0"/>
              <a:pPr>
                <a:defRPr/>
              </a:pPr>
              <a:t>86</a:t>
            </a:fld>
            <a:endParaRPr lang="en-US"/>
          </a:p>
        </p:txBody>
      </p:sp>
    </p:spTree>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0465" name="Rectangle 2"/>
          <p:cNvSpPr>
            <a:spLocks noGrp="1" noRot="1" noChangeAspect="1" noChangeArrowheads="1" noTextEdit="1"/>
          </p:cNvSpPr>
          <p:nvPr>
            <p:ph type="sldImg"/>
          </p:nvPr>
        </p:nvSpPr>
        <p:spPr bwMode="auto">
          <a:xfrm>
            <a:off x="1143000" y="685800"/>
            <a:ext cx="4572000" cy="3429000"/>
          </a:xfrm>
          <a:prstGeom prst="rect">
            <a:avLst/>
          </a:prstGeom>
          <a:noFill/>
          <a:ln>
            <a:solidFill>
              <a:srgbClr val="000000"/>
            </a:solidFill>
            <a:miter lim="800000"/>
            <a:headEnd/>
            <a:tailEnd/>
          </a:ln>
        </p:spPr>
      </p:sp>
      <p:sp>
        <p:nvSpPr>
          <p:cNvPr id="190466" name="Rectangle 3"/>
          <p:cNvSpPr>
            <a:spLocks noGrp="1"/>
          </p:cNvSpPr>
          <p:nvPr>
            <p:ph type="body" idx="1"/>
          </p:nvPr>
        </p:nvSpPr>
        <p:spPr bwMode="auto">
          <a:noFill/>
        </p:spPr>
        <p:txBody>
          <a:bodyPr wrap="square" numCol="1" anchor="t" anchorCtr="0" compatLnSpc="1">
            <a:prstTxWarp prst="textNoShape">
              <a:avLst/>
            </a:prstTxWarp>
          </a:bodyPr>
          <a:lstStyle/>
          <a:p>
            <a:pPr eaLnBrk="1" hangingPunct="1"/>
            <a:r>
              <a:rPr lang="en-US" smtClean="0"/>
              <a:t>‘files’ can be a comma separated list of files to send</a:t>
            </a:r>
          </a:p>
          <a:p>
            <a:pPr eaLnBrk="1" hangingPunct="1"/>
            <a:r>
              <a:rPr lang="en-US" smtClean="0"/>
              <a:t>Supports nested file sets to select files to send as attachments</a:t>
            </a:r>
          </a:p>
        </p:txBody>
      </p:sp>
      <p:sp>
        <p:nvSpPr>
          <p:cNvPr id="2" name="Slide Number Placeholder 1"/>
          <p:cNvSpPr>
            <a:spLocks noGrp="1"/>
          </p:cNvSpPr>
          <p:nvPr>
            <p:ph type="sldNum" sz="quarter" idx="10"/>
          </p:nvPr>
        </p:nvSpPr>
        <p:spPr/>
        <p:txBody>
          <a:bodyPr/>
          <a:lstStyle/>
          <a:p>
            <a:pPr>
              <a:defRPr/>
            </a:pPr>
            <a:fld id="{B36BE00D-63B0-427F-B774-D80C241033DA}" type="slidenum">
              <a:rPr lang="en-US" smtClean="0"/>
              <a:pPr>
                <a:defRPr/>
              </a:pPr>
              <a:t>87</a:t>
            </a:fld>
            <a:endParaRPr lang="en-US"/>
          </a:p>
        </p:txBody>
      </p:sp>
    </p:spTree>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2513" name="Rectangle 2"/>
          <p:cNvSpPr>
            <a:spLocks noGrp="1" noRot="1" noChangeAspect="1" noChangeArrowheads="1" noTextEdit="1"/>
          </p:cNvSpPr>
          <p:nvPr>
            <p:ph type="sldImg"/>
          </p:nvPr>
        </p:nvSpPr>
        <p:spPr bwMode="auto">
          <a:xfrm>
            <a:off x="1143000" y="685800"/>
            <a:ext cx="4572000" cy="3429000"/>
          </a:xfrm>
          <a:prstGeom prst="rect">
            <a:avLst/>
          </a:prstGeom>
          <a:noFill/>
          <a:ln>
            <a:solidFill>
              <a:srgbClr val="000000"/>
            </a:solidFill>
            <a:miter lim="800000"/>
            <a:headEnd/>
            <a:tailEnd/>
          </a:ln>
        </p:spPr>
      </p:sp>
      <p:sp>
        <p:nvSpPr>
          <p:cNvPr id="192514" name="Rectangle 3"/>
          <p:cNvSpPr>
            <a:spLocks noGrp="1"/>
          </p:cNvSpPr>
          <p:nvPr>
            <p:ph type="body" idx="1"/>
          </p:nvPr>
        </p:nvSpPr>
        <p:spPr bwMode="auto">
          <a:noFill/>
        </p:spPr>
        <p:txBody>
          <a:bodyPr wrap="square" numCol="1" anchor="t" anchorCtr="0" compatLnSpc="1">
            <a:prstTxWarp prst="textNoShape">
              <a:avLst/>
            </a:prstTxWarp>
          </a:bodyPr>
          <a:lstStyle/>
          <a:p>
            <a:pPr eaLnBrk="1" hangingPunct="1"/>
            <a:endParaRPr lang="en-US" smtClean="0"/>
          </a:p>
        </p:txBody>
      </p:sp>
      <p:sp>
        <p:nvSpPr>
          <p:cNvPr id="2" name="Slide Number Placeholder 1"/>
          <p:cNvSpPr>
            <a:spLocks noGrp="1"/>
          </p:cNvSpPr>
          <p:nvPr>
            <p:ph type="sldNum" sz="quarter" idx="10"/>
          </p:nvPr>
        </p:nvSpPr>
        <p:spPr/>
        <p:txBody>
          <a:bodyPr/>
          <a:lstStyle/>
          <a:p>
            <a:pPr>
              <a:defRPr/>
            </a:pPr>
            <a:fld id="{B36BE00D-63B0-427F-B774-D80C241033DA}" type="slidenum">
              <a:rPr lang="en-US" smtClean="0"/>
              <a:pPr>
                <a:defRPr/>
              </a:pPr>
              <a:t>88</a:t>
            </a:fld>
            <a:endParaRPr lang="en-US"/>
          </a:p>
        </p:txBody>
      </p:sp>
    </p:spTree>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61" name="Rectangle 2"/>
          <p:cNvSpPr>
            <a:spLocks noGrp="1" noRot="1" noChangeAspect="1" noChangeArrowheads="1" noTextEdit="1"/>
          </p:cNvSpPr>
          <p:nvPr>
            <p:ph type="sldImg"/>
          </p:nvPr>
        </p:nvSpPr>
        <p:spPr bwMode="auto">
          <a:xfrm>
            <a:off x="1143000" y="685800"/>
            <a:ext cx="4572000" cy="3429000"/>
          </a:xfrm>
          <a:prstGeom prst="rect">
            <a:avLst/>
          </a:prstGeom>
          <a:noFill/>
          <a:ln>
            <a:solidFill>
              <a:srgbClr val="000000"/>
            </a:solidFill>
            <a:miter lim="800000"/>
            <a:headEnd/>
            <a:tailEnd/>
          </a:ln>
        </p:spPr>
      </p:sp>
      <p:sp>
        <p:nvSpPr>
          <p:cNvPr id="194562" name="Rectangle 3"/>
          <p:cNvSpPr>
            <a:spLocks noGrp="1"/>
          </p:cNvSpPr>
          <p:nvPr>
            <p:ph type="body" idx="1"/>
          </p:nvPr>
        </p:nvSpPr>
        <p:spPr bwMode="auto">
          <a:noFill/>
        </p:spPr>
        <p:txBody>
          <a:bodyPr wrap="square" numCol="1" anchor="t" anchorCtr="0" compatLnSpc="1">
            <a:prstTxWarp prst="textNoShape">
              <a:avLst/>
            </a:prstTxWarp>
          </a:bodyPr>
          <a:lstStyle/>
          <a:p>
            <a:pPr eaLnBrk="1" hangingPunct="1"/>
            <a:endParaRPr lang="en-US" smtClean="0"/>
          </a:p>
        </p:txBody>
      </p:sp>
      <p:sp>
        <p:nvSpPr>
          <p:cNvPr id="2" name="Slide Number Placeholder 1"/>
          <p:cNvSpPr>
            <a:spLocks noGrp="1"/>
          </p:cNvSpPr>
          <p:nvPr>
            <p:ph type="sldNum" sz="quarter" idx="10"/>
          </p:nvPr>
        </p:nvSpPr>
        <p:spPr/>
        <p:txBody>
          <a:bodyPr/>
          <a:lstStyle/>
          <a:p>
            <a:pPr>
              <a:defRPr/>
            </a:pPr>
            <a:fld id="{B36BE00D-63B0-427F-B774-D80C241033DA}" type="slidenum">
              <a:rPr lang="en-US" smtClean="0"/>
              <a:pPr>
                <a:defRPr/>
              </a:pPr>
              <a:t>89</a:t>
            </a:fld>
            <a:endParaRPr lang="en-US"/>
          </a:p>
        </p:txBody>
      </p:sp>
    </p:spTree>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6609" name="Rectangle 2"/>
          <p:cNvSpPr>
            <a:spLocks noGrp="1" noRot="1" noChangeAspect="1" noChangeArrowheads="1" noTextEdit="1"/>
          </p:cNvSpPr>
          <p:nvPr>
            <p:ph type="sldImg"/>
          </p:nvPr>
        </p:nvSpPr>
        <p:spPr bwMode="auto">
          <a:xfrm>
            <a:off x="1143000" y="685800"/>
            <a:ext cx="4572000" cy="3429000"/>
          </a:xfrm>
          <a:prstGeom prst="rect">
            <a:avLst/>
          </a:prstGeom>
          <a:noFill/>
          <a:ln>
            <a:solidFill>
              <a:srgbClr val="000000"/>
            </a:solidFill>
            <a:miter lim="800000"/>
            <a:headEnd/>
            <a:tailEnd/>
          </a:ln>
        </p:spPr>
      </p:sp>
      <p:sp>
        <p:nvSpPr>
          <p:cNvPr id="196610" name="Rectangle 3"/>
          <p:cNvSpPr>
            <a:spLocks noGrp="1"/>
          </p:cNvSpPr>
          <p:nvPr>
            <p:ph type="body" idx="1"/>
          </p:nvPr>
        </p:nvSpPr>
        <p:spPr bwMode="auto">
          <a:noFill/>
        </p:spPr>
        <p:txBody>
          <a:bodyPr wrap="square" numCol="1" anchor="t" anchorCtr="0" compatLnSpc="1">
            <a:prstTxWarp prst="textNoShape">
              <a:avLst/>
            </a:prstTxWarp>
          </a:bodyPr>
          <a:lstStyle/>
          <a:p>
            <a:pPr eaLnBrk="1" hangingPunct="1"/>
            <a:endParaRPr lang="en-US" smtClean="0"/>
          </a:p>
        </p:txBody>
      </p:sp>
      <p:sp>
        <p:nvSpPr>
          <p:cNvPr id="2" name="Slide Number Placeholder 1"/>
          <p:cNvSpPr>
            <a:spLocks noGrp="1"/>
          </p:cNvSpPr>
          <p:nvPr>
            <p:ph type="sldNum" sz="quarter" idx="10"/>
          </p:nvPr>
        </p:nvSpPr>
        <p:spPr/>
        <p:txBody>
          <a:bodyPr/>
          <a:lstStyle/>
          <a:p>
            <a:pPr>
              <a:defRPr/>
            </a:pPr>
            <a:fld id="{B36BE00D-63B0-427F-B774-D80C241033DA}" type="slidenum">
              <a:rPr lang="en-US" smtClean="0"/>
              <a:pPr>
                <a:defRPr/>
              </a:pPr>
              <a:t>90</a:t>
            </a:fld>
            <a:endParaRPr lang="en-US"/>
          </a:p>
        </p:txBody>
      </p:sp>
    </p:spTree>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8657" name="Rectangle 2"/>
          <p:cNvSpPr>
            <a:spLocks noGrp="1" noRot="1" noChangeAspect="1" noChangeArrowheads="1" noTextEdit="1"/>
          </p:cNvSpPr>
          <p:nvPr>
            <p:ph type="sldImg"/>
          </p:nvPr>
        </p:nvSpPr>
        <p:spPr bwMode="auto">
          <a:xfrm>
            <a:off x="1143000" y="685800"/>
            <a:ext cx="4572000" cy="3429000"/>
          </a:xfrm>
          <a:prstGeom prst="rect">
            <a:avLst/>
          </a:prstGeom>
          <a:noFill/>
          <a:ln>
            <a:solidFill>
              <a:srgbClr val="000000"/>
            </a:solidFill>
            <a:miter lim="800000"/>
            <a:headEnd/>
            <a:tailEnd/>
          </a:ln>
        </p:spPr>
      </p:sp>
      <p:sp>
        <p:nvSpPr>
          <p:cNvPr id="198658" name="Rectangle 3"/>
          <p:cNvSpPr>
            <a:spLocks noGrp="1"/>
          </p:cNvSpPr>
          <p:nvPr>
            <p:ph type="body" idx="1"/>
          </p:nvPr>
        </p:nvSpPr>
        <p:spPr bwMode="auto">
          <a:noFill/>
        </p:spPr>
        <p:txBody>
          <a:bodyPr wrap="square" numCol="1" anchor="t" anchorCtr="0" compatLnSpc="1">
            <a:prstTxWarp prst="textNoShape">
              <a:avLst/>
            </a:prstTxWarp>
          </a:bodyPr>
          <a:lstStyle/>
          <a:p>
            <a:pPr algn="just" eaLnBrk="1" hangingPunct="1"/>
            <a:r>
              <a:rPr lang="en-US" dirty="0" smtClean="0"/>
              <a:t>Sets the </a:t>
            </a:r>
            <a:r>
              <a:rPr lang="en-US" dirty="0" err="1" smtClean="0"/>
              <a:t>DSTAMP</a:t>
            </a:r>
            <a:r>
              <a:rPr lang="en-US" dirty="0" smtClean="0"/>
              <a:t>, </a:t>
            </a:r>
            <a:r>
              <a:rPr lang="en-US" dirty="0" err="1" smtClean="0"/>
              <a:t>TSTAMP</a:t>
            </a:r>
            <a:r>
              <a:rPr lang="en-US" dirty="0" smtClean="0"/>
              <a:t>, and TODAY properties in the current project. By default, the </a:t>
            </a:r>
            <a:r>
              <a:rPr lang="en-US" dirty="0" err="1" smtClean="0"/>
              <a:t>DSTAMP</a:t>
            </a:r>
            <a:r>
              <a:rPr lang="en-US" dirty="0" smtClean="0"/>
              <a:t> property is in the format "</a:t>
            </a:r>
            <a:r>
              <a:rPr lang="en-US" dirty="0" err="1" smtClean="0"/>
              <a:t>yyyyMMdd</a:t>
            </a:r>
            <a:r>
              <a:rPr lang="en-US" dirty="0" smtClean="0"/>
              <a:t>", </a:t>
            </a:r>
            <a:r>
              <a:rPr lang="en-US" dirty="0" err="1" smtClean="0"/>
              <a:t>TSTAMP</a:t>
            </a:r>
            <a:r>
              <a:rPr lang="en-US" dirty="0" smtClean="0"/>
              <a:t> is in the format "</a:t>
            </a:r>
            <a:r>
              <a:rPr lang="en-US" dirty="0" err="1" smtClean="0"/>
              <a:t>hhmm</a:t>
            </a:r>
            <a:r>
              <a:rPr lang="en-US" dirty="0" smtClean="0"/>
              <a:t>", and TODAY is in the format "</a:t>
            </a:r>
            <a:r>
              <a:rPr lang="en-US" dirty="0" err="1" smtClean="0"/>
              <a:t>MMMM</a:t>
            </a:r>
            <a:r>
              <a:rPr lang="en-US" dirty="0" smtClean="0"/>
              <a:t> </a:t>
            </a:r>
            <a:r>
              <a:rPr lang="en-US" dirty="0" err="1" smtClean="0"/>
              <a:t>dd</a:t>
            </a:r>
            <a:r>
              <a:rPr lang="en-US" dirty="0" smtClean="0"/>
              <a:t> </a:t>
            </a:r>
            <a:r>
              <a:rPr lang="en-US" dirty="0" err="1" smtClean="0"/>
              <a:t>yyyy</a:t>
            </a:r>
            <a:r>
              <a:rPr lang="en-US" dirty="0" smtClean="0"/>
              <a:t>". Use the nested &lt;format&gt; element to specify a different format .</a:t>
            </a:r>
          </a:p>
          <a:p>
            <a:pPr eaLnBrk="1" hangingPunct="1"/>
            <a:endParaRPr lang="en-US" dirty="0" smtClean="0"/>
          </a:p>
        </p:txBody>
      </p:sp>
      <p:sp>
        <p:nvSpPr>
          <p:cNvPr id="2" name="Slide Number Placeholder 1"/>
          <p:cNvSpPr>
            <a:spLocks noGrp="1"/>
          </p:cNvSpPr>
          <p:nvPr>
            <p:ph type="sldNum" sz="quarter" idx="10"/>
          </p:nvPr>
        </p:nvSpPr>
        <p:spPr/>
        <p:txBody>
          <a:bodyPr/>
          <a:lstStyle/>
          <a:p>
            <a:pPr>
              <a:defRPr/>
            </a:pPr>
            <a:fld id="{B36BE00D-63B0-427F-B774-D80C241033DA}" type="slidenum">
              <a:rPr lang="en-US" smtClean="0"/>
              <a:pPr>
                <a:defRPr/>
              </a:pPr>
              <a:t>91</a:t>
            </a:fld>
            <a:endParaRPr lang="en-US"/>
          </a:p>
        </p:txBody>
      </p:sp>
    </p:spTree>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0705" name="Rectangle 2"/>
          <p:cNvSpPr>
            <a:spLocks noGrp="1" noRot="1" noChangeAspect="1" noChangeArrowheads="1" noTextEdit="1"/>
          </p:cNvSpPr>
          <p:nvPr>
            <p:ph type="sldImg"/>
          </p:nvPr>
        </p:nvSpPr>
        <p:spPr bwMode="auto">
          <a:xfrm>
            <a:off x="1143000" y="685800"/>
            <a:ext cx="4572000" cy="3429000"/>
          </a:xfrm>
          <a:prstGeom prst="rect">
            <a:avLst/>
          </a:prstGeom>
          <a:noFill/>
          <a:ln>
            <a:solidFill>
              <a:srgbClr val="000000"/>
            </a:solidFill>
            <a:miter lim="800000"/>
            <a:headEnd/>
            <a:tailEnd/>
          </a:ln>
        </p:spPr>
      </p:sp>
      <p:sp>
        <p:nvSpPr>
          <p:cNvPr id="200706" name="Rectangle 3"/>
          <p:cNvSpPr>
            <a:spLocks noGrp="1"/>
          </p:cNvSpPr>
          <p:nvPr>
            <p:ph type="body" idx="1"/>
          </p:nvPr>
        </p:nvSpPr>
        <p:spPr bwMode="auto">
          <a:noFill/>
        </p:spPr>
        <p:txBody>
          <a:bodyPr wrap="square" numCol="1" anchor="t" anchorCtr="0" compatLnSpc="1">
            <a:prstTxWarp prst="textNoShape">
              <a:avLst/>
            </a:prstTxWarp>
          </a:bodyPr>
          <a:lstStyle/>
          <a:p>
            <a:pPr eaLnBrk="1" hangingPunct="1"/>
            <a:endParaRPr lang="en-US" smtClean="0"/>
          </a:p>
        </p:txBody>
      </p:sp>
      <p:sp>
        <p:nvSpPr>
          <p:cNvPr id="2" name="Slide Number Placeholder 1"/>
          <p:cNvSpPr>
            <a:spLocks noGrp="1"/>
          </p:cNvSpPr>
          <p:nvPr>
            <p:ph type="sldNum" sz="quarter" idx="10"/>
          </p:nvPr>
        </p:nvSpPr>
        <p:spPr/>
        <p:txBody>
          <a:bodyPr/>
          <a:lstStyle/>
          <a:p>
            <a:pPr>
              <a:defRPr/>
            </a:pPr>
            <a:fld id="{B36BE00D-63B0-427F-B774-D80C241033DA}" type="slidenum">
              <a:rPr lang="en-US" smtClean="0"/>
              <a:pPr>
                <a:defRPr/>
              </a:pPr>
              <a:t>92</a:t>
            </a:fld>
            <a:endParaRPr lang="en-US"/>
          </a:p>
        </p:txBody>
      </p:sp>
    </p:spTree>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2753" name="Rectangle 2"/>
          <p:cNvSpPr>
            <a:spLocks noGrp="1" noRot="1" noChangeAspect="1" noChangeArrowheads="1" noTextEdit="1"/>
          </p:cNvSpPr>
          <p:nvPr>
            <p:ph type="sldImg"/>
          </p:nvPr>
        </p:nvSpPr>
        <p:spPr bwMode="auto">
          <a:xfrm>
            <a:off x="1143000" y="685800"/>
            <a:ext cx="4572000" cy="3429000"/>
          </a:xfrm>
          <a:prstGeom prst="rect">
            <a:avLst/>
          </a:prstGeom>
          <a:noFill/>
          <a:ln>
            <a:solidFill>
              <a:srgbClr val="000000"/>
            </a:solidFill>
            <a:miter lim="800000"/>
            <a:headEnd/>
            <a:tailEnd/>
          </a:ln>
        </p:spPr>
      </p:sp>
      <p:sp>
        <p:nvSpPr>
          <p:cNvPr id="202754" name="Rectangle 3"/>
          <p:cNvSpPr>
            <a:spLocks noGrp="1"/>
          </p:cNvSpPr>
          <p:nvPr>
            <p:ph type="body" idx="1"/>
          </p:nvPr>
        </p:nvSpPr>
        <p:spPr bwMode="auto">
          <a:noFill/>
        </p:spPr>
        <p:txBody>
          <a:bodyPr wrap="square" numCol="1" anchor="t" anchorCtr="0" compatLnSpc="1">
            <a:prstTxWarp prst="textNoShape">
              <a:avLst/>
            </a:prstTxWarp>
          </a:bodyPr>
          <a:lstStyle/>
          <a:p>
            <a:pPr eaLnBrk="1" hangingPunct="1"/>
            <a:r>
              <a:rPr lang="en-US" dirty="0" err="1" smtClean="0"/>
              <a:t>Destfilethe</a:t>
            </a:r>
            <a:r>
              <a:rPr lang="en-US" dirty="0" smtClean="0"/>
              <a:t>-WAR file to create.</a:t>
            </a:r>
          </a:p>
          <a:p>
            <a:pPr eaLnBrk="1" hangingPunct="1"/>
            <a:r>
              <a:rPr lang="en-US" dirty="0" err="1" smtClean="0"/>
              <a:t>Webxml</a:t>
            </a:r>
            <a:r>
              <a:rPr lang="en-US" dirty="0" smtClean="0"/>
              <a:t>-The servlet configuration descriptor to use.</a:t>
            </a:r>
          </a:p>
          <a:p>
            <a:pPr algn="just" eaLnBrk="1" hangingPunct="1"/>
            <a:r>
              <a:rPr lang="en-US" dirty="0" smtClean="0"/>
              <a:t>The nested lib element specifies a </a:t>
            </a:r>
            <a:r>
              <a:rPr lang="en-US" dirty="0" err="1" smtClean="0">
                <a:hlinkClick r:id="rId3"/>
              </a:rPr>
              <a:t>FileSet</a:t>
            </a:r>
            <a:r>
              <a:rPr lang="en-US" dirty="0" smtClean="0"/>
              <a:t>. All files included in this </a:t>
            </a:r>
            <a:r>
              <a:rPr lang="en-US" dirty="0" err="1" smtClean="0"/>
              <a:t>fileset</a:t>
            </a:r>
            <a:r>
              <a:rPr lang="en-US" dirty="0" smtClean="0"/>
              <a:t> will end up in the WEB-INF/lib directory of the war file.</a:t>
            </a:r>
          </a:p>
          <a:p>
            <a:pPr algn="just" eaLnBrk="1" hangingPunct="1"/>
            <a:r>
              <a:rPr lang="en-US" dirty="0" smtClean="0"/>
              <a:t>The nested classes element specifies a </a:t>
            </a:r>
            <a:r>
              <a:rPr lang="en-US" dirty="0" err="1" smtClean="0">
                <a:hlinkClick r:id="rId3"/>
              </a:rPr>
              <a:t>FileSet</a:t>
            </a:r>
            <a:r>
              <a:rPr lang="en-US" dirty="0" smtClean="0"/>
              <a:t>. All files included in this </a:t>
            </a:r>
            <a:r>
              <a:rPr lang="en-US" dirty="0" err="1" smtClean="0"/>
              <a:t>fileset</a:t>
            </a:r>
            <a:r>
              <a:rPr lang="en-US" dirty="0" smtClean="0"/>
              <a:t> will end up in the build/classes directory of the war file  </a:t>
            </a:r>
          </a:p>
          <a:p>
            <a:pPr eaLnBrk="1" hangingPunct="1"/>
            <a:endParaRPr lang="en-US" dirty="0" smtClean="0"/>
          </a:p>
        </p:txBody>
      </p:sp>
      <p:sp>
        <p:nvSpPr>
          <p:cNvPr id="2" name="Slide Number Placeholder 1"/>
          <p:cNvSpPr>
            <a:spLocks noGrp="1"/>
          </p:cNvSpPr>
          <p:nvPr>
            <p:ph type="sldNum" sz="quarter" idx="10"/>
          </p:nvPr>
        </p:nvSpPr>
        <p:spPr/>
        <p:txBody>
          <a:bodyPr/>
          <a:lstStyle/>
          <a:p>
            <a:pPr>
              <a:defRPr/>
            </a:pPr>
            <a:fld id="{B36BE00D-63B0-427F-B774-D80C241033DA}" type="slidenum">
              <a:rPr lang="en-US" smtClean="0"/>
              <a:pPr>
                <a:defRPr/>
              </a:pPr>
              <a:t>93</a:t>
            </a:fld>
            <a:endParaRPr lang="en-US"/>
          </a:p>
        </p:txBody>
      </p:sp>
    </p:spTree>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714" name="Rectangle 2"/>
          <p:cNvSpPr>
            <a:spLocks noGrp="1" noRot="1" noChangeAspect="1" noChangeArrowheads="1" noTextEdit="1"/>
          </p:cNvSpPr>
          <p:nvPr>
            <p:ph type="sldImg"/>
          </p:nvPr>
        </p:nvSpPr>
        <p:spPr bwMode="auto">
          <a:xfrm>
            <a:off x="1143000" y="685800"/>
            <a:ext cx="4572000" cy="3429000"/>
          </a:xfrm>
          <a:prstGeom prst="rect">
            <a:avLst/>
          </a:prstGeom>
          <a:noFill/>
          <a:ln>
            <a:solidFill>
              <a:srgbClr val="000000"/>
            </a:solidFill>
            <a:miter lim="800000"/>
            <a:headEnd/>
            <a:tailEnd/>
          </a:ln>
        </p:spPr>
      </p:sp>
      <p:sp>
        <p:nvSpPr>
          <p:cNvPr id="243715" name="Rectangle 3"/>
          <p:cNvSpPr>
            <a:spLocks noGrp="1"/>
          </p:cNvSpPr>
          <p:nvPr>
            <p:ph type="body" idx="1"/>
          </p:nvPr>
        </p:nvSpPr>
        <p:spPr bwMode="auto">
          <a:noFill/>
        </p:spPr>
        <p:txBody>
          <a:bodyPr wrap="square" numCol="1" anchor="t" anchorCtr="0" compatLnSpc="1">
            <a:prstTxWarp prst="textNoShape">
              <a:avLst/>
            </a:prstTxWarp>
          </a:bodyPr>
          <a:lstStyle/>
          <a:p>
            <a:endParaRPr lang="en-US" smtClean="0"/>
          </a:p>
        </p:txBody>
      </p:sp>
      <p:sp>
        <p:nvSpPr>
          <p:cNvPr id="2" name="Slide Number Placeholder 1"/>
          <p:cNvSpPr>
            <a:spLocks noGrp="1"/>
          </p:cNvSpPr>
          <p:nvPr>
            <p:ph type="sldNum" sz="quarter" idx="10"/>
          </p:nvPr>
        </p:nvSpPr>
        <p:spPr/>
        <p:txBody>
          <a:bodyPr/>
          <a:lstStyle/>
          <a:p>
            <a:pPr>
              <a:defRPr/>
            </a:pPr>
            <a:fld id="{B36BE00D-63B0-427F-B774-D80C241033DA}" type="slidenum">
              <a:rPr lang="en-US" smtClean="0"/>
              <a:pPr>
                <a:defRPr/>
              </a:pPr>
              <a:t>94</a:t>
            </a:fld>
            <a:endParaRPr lang="en-US"/>
          </a:p>
        </p:txBody>
      </p:sp>
    </p:spTree>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825" name="Slide Image Placeholder 1"/>
          <p:cNvSpPr>
            <a:spLocks noGrp="1" noRot="1" noChangeAspect="1"/>
          </p:cNvSpPr>
          <p:nvPr>
            <p:ph type="sldImg"/>
          </p:nvPr>
        </p:nvSpPr>
        <p:spPr bwMode="auto">
          <a:xfrm>
            <a:off x="1144588" y="685800"/>
            <a:ext cx="4570412" cy="3429000"/>
          </a:xfrm>
          <a:prstGeom prst="rect">
            <a:avLst/>
          </a:prstGeom>
          <a:noFill/>
          <a:ln>
            <a:miter lim="800000"/>
            <a:headEnd/>
            <a:tailEnd/>
          </a:ln>
        </p:spPr>
      </p:sp>
      <p:sp>
        <p:nvSpPr>
          <p:cNvPr id="205826"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smtClean="0"/>
          </a:p>
        </p:txBody>
      </p:sp>
      <p:sp>
        <p:nvSpPr>
          <p:cNvPr id="2" name="Slide Number Placeholder 1"/>
          <p:cNvSpPr>
            <a:spLocks noGrp="1"/>
          </p:cNvSpPr>
          <p:nvPr>
            <p:ph type="sldNum" sz="quarter" idx="10"/>
          </p:nvPr>
        </p:nvSpPr>
        <p:spPr/>
        <p:txBody>
          <a:bodyPr/>
          <a:lstStyle/>
          <a:p>
            <a:pPr>
              <a:defRPr/>
            </a:pPr>
            <a:fld id="{B36BE00D-63B0-427F-B774-D80C241033DA}" type="slidenum">
              <a:rPr lang="en-US" smtClean="0"/>
              <a:pPr>
                <a:defRPr/>
              </a:pPr>
              <a:t>95</a:t>
            </a:fld>
            <a:endParaRPr lang="en-US"/>
          </a:p>
        </p:txBody>
      </p:sp>
    </p:spTree>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7874" name="Rectangle 2"/>
          <p:cNvSpPr>
            <a:spLocks noGrp="1" noRot="1" noChangeAspect="1" noChangeArrowheads="1" noTextEdit="1"/>
          </p:cNvSpPr>
          <p:nvPr>
            <p:ph type="sldImg"/>
          </p:nvPr>
        </p:nvSpPr>
        <p:spPr bwMode="auto">
          <a:xfrm>
            <a:off x="1143000" y="685800"/>
            <a:ext cx="4572000" cy="3429000"/>
          </a:xfrm>
          <a:prstGeom prst="rect">
            <a:avLst/>
          </a:prstGeom>
          <a:noFill/>
          <a:ln>
            <a:solidFill>
              <a:srgbClr val="000000"/>
            </a:solidFill>
            <a:miter lim="800000"/>
            <a:headEnd/>
            <a:tailEnd/>
          </a:ln>
        </p:spPr>
      </p:sp>
      <p:sp>
        <p:nvSpPr>
          <p:cNvPr id="207875"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smtClean="0"/>
          </a:p>
        </p:txBody>
      </p:sp>
      <p:sp>
        <p:nvSpPr>
          <p:cNvPr id="2" name="Slide Number Placeholder 1"/>
          <p:cNvSpPr>
            <a:spLocks noGrp="1"/>
          </p:cNvSpPr>
          <p:nvPr>
            <p:ph type="sldNum" sz="quarter" idx="10"/>
          </p:nvPr>
        </p:nvSpPr>
        <p:spPr/>
        <p:txBody>
          <a:bodyPr/>
          <a:lstStyle/>
          <a:p>
            <a:pPr>
              <a:defRPr/>
            </a:pPr>
            <a:fld id="{B36BE00D-63B0-427F-B774-D80C241033DA}" type="slidenum">
              <a:rPr lang="en-US" smtClean="0"/>
              <a:pPr>
                <a:defRPr/>
              </a:pPr>
              <a:t>96</a:t>
            </a:fld>
            <a:endParaRPr lang="en-US"/>
          </a:p>
        </p:txBody>
      </p:sp>
    </p:spTree>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9921" name="Slide Image Placeholder 1"/>
          <p:cNvSpPr>
            <a:spLocks noGrp="1" noRot="1" noChangeAspect="1" noTextEdit="1"/>
          </p:cNvSpPr>
          <p:nvPr>
            <p:ph type="sldImg"/>
          </p:nvPr>
        </p:nvSpPr>
        <p:spPr bwMode="auto">
          <a:xfrm>
            <a:off x="1143000" y="685800"/>
            <a:ext cx="4572000" cy="3429000"/>
          </a:xfrm>
          <a:prstGeom prst="rect">
            <a:avLst/>
          </a:prstGeom>
          <a:noFill/>
          <a:ln>
            <a:solidFill>
              <a:srgbClr val="000000"/>
            </a:solidFill>
            <a:miter lim="800000"/>
            <a:headEnd/>
            <a:tailEnd/>
          </a:ln>
        </p:spPr>
      </p:sp>
      <p:sp>
        <p:nvSpPr>
          <p:cNvPr id="209922"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smtClean="0"/>
          </a:p>
        </p:txBody>
      </p:sp>
      <p:sp>
        <p:nvSpPr>
          <p:cNvPr id="2" name="Slide Number Placeholder 1"/>
          <p:cNvSpPr>
            <a:spLocks noGrp="1"/>
          </p:cNvSpPr>
          <p:nvPr>
            <p:ph type="sldNum" sz="quarter" idx="10"/>
          </p:nvPr>
        </p:nvSpPr>
        <p:spPr/>
        <p:txBody>
          <a:bodyPr/>
          <a:lstStyle/>
          <a:p>
            <a:pPr>
              <a:defRPr/>
            </a:pPr>
            <a:fld id="{B36BE00D-63B0-427F-B774-D80C241033DA}" type="slidenum">
              <a:rPr lang="en-US" smtClean="0"/>
              <a:pPr>
                <a:defRPr/>
              </a:pPr>
              <a:t>97</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4" name="Picture 9" descr="WIPRO PPT Design.jpg"/>
          <p:cNvPicPr>
            <a:picLocks noChangeAspect="1"/>
          </p:cNvPicPr>
          <p:nvPr userDrawn="1"/>
        </p:nvPicPr>
        <p:blipFill>
          <a:blip r:embed="rId2"/>
          <a:srcRect/>
          <a:stretch>
            <a:fillRect/>
          </a:stretch>
        </p:blipFill>
        <p:spPr bwMode="auto">
          <a:xfrm>
            <a:off x="4763" y="4470400"/>
            <a:ext cx="9134475" cy="2171700"/>
          </a:xfrm>
          <a:prstGeom prst="rect">
            <a:avLst/>
          </a:prstGeom>
          <a:noFill/>
          <a:ln w="9525">
            <a:noFill/>
            <a:miter lim="800000"/>
            <a:headEnd/>
            <a:tailEnd/>
          </a:ln>
        </p:spPr>
      </p:pic>
      <p:pic>
        <p:nvPicPr>
          <p:cNvPr id="5" name="Picture 6" descr="Slides Master - 51.jpg"/>
          <p:cNvPicPr>
            <a:picLocks noChangeAspect="1"/>
          </p:cNvPicPr>
          <p:nvPr userDrawn="1"/>
        </p:nvPicPr>
        <p:blipFill>
          <a:blip r:embed="rId3"/>
          <a:srcRect/>
          <a:stretch>
            <a:fillRect/>
          </a:stretch>
        </p:blipFill>
        <p:spPr bwMode="auto">
          <a:xfrm>
            <a:off x="2057400" y="1665288"/>
            <a:ext cx="1871663" cy="2084387"/>
          </a:xfrm>
          <a:prstGeom prst="rect">
            <a:avLst/>
          </a:prstGeom>
          <a:noFill/>
          <a:ln w="9525">
            <a:noFill/>
            <a:miter lim="800000"/>
            <a:headEnd/>
            <a:tailEnd/>
          </a:ln>
        </p:spPr>
      </p:pic>
      <p:cxnSp>
        <p:nvCxnSpPr>
          <p:cNvPr id="6" name="Straight Connector 8"/>
          <p:cNvCxnSpPr/>
          <p:nvPr userDrawn="1"/>
        </p:nvCxnSpPr>
        <p:spPr>
          <a:xfrm rot="5400000">
            <a:off x="2813845" y="2780506"/>
            <a:ext cx="2754312" cy="3175"/>
          </a:xfrm>
          <a:prstGeom prst="line">
            <a:avLst/>
          </a:prstGeom>
          <a:ln w="19050">
            <a:solidFill>
              <a:schemeClr val="tx2">
                <a:lumMod val="40000"/>
                <a:lumOff val="60000"/>
              </a:schemeClr>
            </a:solidFill>
          </a:ln>
          <a:effectLst/>
        </p:spPr>
        <p:style>
          <a:lnRef idx="2">
            <a:schemeClr val="accent1"/>
          </a:lnRef>
          <a:fillRef idx="0">
            <a:schemeClr val="accent1"/>
          </a:fillRef>
          <a:effectRef idx="1">
            <a:schemeClr val="accent1"/>
          </a:effectRef>
          <a:fontRef idx="minor">
            <a:schemeClr val="tx1"/>
          </a:fontRef>
        </p:style>
      </p:cxnSp>
      <p:sp>
        <p:nvSpPr>
          <p:cNvPr id="7" name="Rectangle 10"/>
          <p:cNvSpPr/>
          <p:nvPr userDrawn="1"/>
        </p:nvSpPr>
        <p:spPr>
          <a:xfrm>
            <a:off x="0" y="647700"/>
            <a:ext cx="9144000" cy="30480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IN"/>
          </a:p>
        </p:txBody>
      </p:sp>
      <p:sp>
        <p:nvSpPr>
          <p:cNvPr id="2" name="Title 1"/>
          <p:cNvSpPr>
            <a:spLocks noGrp="1"/>
          </p:cNvSpPr>
          <p:nvPr>
            <p:ph type="ctrTitle"/>
          </p:nvPr>
        </p:nvSpPr>
        <p:spPr>
          <a:xfrm>
            <a:off x="4547710" y="1888845"/>
            <a:ext cx="4142266" cy="1138773"/>
          </a:xfrm>
          <a:noFill/>
        </p:spPr>
        <p:txBody>
          <a:bodyPr rtlCol="0" anchor="b"/>
          <a:lstStyle>
            <a:lvl1pPr marL="0" algn="l">
              <a:defRPr lang="en-US" sz="3400" dirty="0">
                <a:solidFill>
                  <a:schemeClr val="tx1">
                    <a:lumMod val="65000"/>
                    <a:lumOff val="35000"/>
                  </a:schemeClr>
                </a:solidFill>
                <a:latin typeface="Arial"/>
                <a:ea typeface="+mn-ea"/>
                <a:cs typeface="Arial"/>
              </a:defRPr>
            </a:lvl1pPr>
          </a:lstStyle>
          <a:p>
            <a:pPr lvl="0"/>
            <a:r>
              <a:rPr lang="en-US" dirty="0" smtClean="0"/>
              <a:t>Click to edit Master title style</a:t>
            </a:r>
            <a:endParaRPr lang="en-US" dirty="0"/>
          </a:p>
        </p:txBody>
      </p:sp>
      <p:sp>
        <p:nvSpPr>
          <p:cNvPr id="3" name="Subtitle 2"/>
          <p:cNvSpPr>
            <a:spLocks noGrp="1"/>
          </p:cNvSpPr>
          <p:nvPr>
            <p:ph type="subTitle" idx="1"/>
          </p:nvPr>
        </p:nvSpPr>
        <p:spPr>
          <a:xfrm>
            <a:off x="4547710" y="3318659"/>
            <a:ext cx="4142266" cy="338554"/>
          </a:xfrm>
          <a:noFill/>
        </p:spPr>
        <p:txBody>
          <a:bodyPr rtlCol="0">
            <a:spAutoFit/>
          </a:bodyPr>
          <a:lstStyle>
            <a:lvl1pPr marL="0" marR="0" indent="0" algn="l" defTabSz="457200" rtl="0" eaLnBrk="1" fontAlgn="auto" latinLnBrk="0" hangingPunct="1">
              <a:lnSpc>
                <a:spcPct val="100000"/>
              </a:lnSpc>
              <a:spcBef>
                <a:spcPct val="20000"/>
              </a:spcBef>
              <a:spcAft>
                <a:spcPts val="0"/>
              </a:spcAft>
              <a:buClrTx/>
              <a:buSzTx/>
              <a:buFont typeface="Arial"/>
              <a:buNone/>
              <a:tabLst/>
              <a:defRPr lang="en-US" sz="1600" dirty="0">
                <a:solidFill>
                  <a:schemeClr val="tx1">
                    <a:lumMod val="65000"/>
                    <a:lumOff val="35000"/>
                  </a:schemeClr>
                </a:solidFill>
                <a:latin typeface="Arial"/>
                <a:cs typeface="Arial"/>
              </a:defRPr>
            </a:lvl1pPr>
          </a:lstStyle>
          <a:p>
            <a:pPr lvl="0"/>
            <a:r>
              <a:rPr lang="en-US" dirty="0" smtClean="0"/>
              <a:t>Click to edit Master subtitle style</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5 Points">
    <p:spTree>
      <p:nvGrpSpPr>
        <p:cNvPr id="1" name=""/>
        <p:cNvGrpSpPr/>
        <p:nvPr/>
      </p:nvGrpSpPr>
      <p:grpSpPr>
        <a:xfrm>
          <a:off x="0" y="0"/>
          <a:ext cx="0" cy="0"/>
          <a:chOff x="0" y="0"/>
          <a:chExt cx="0" cy="0"/>
        </a:xfrm>
      </p:grpSpPr>
      <p:sp>
        <p:nvSpPr>
          <p:cNvPr id="8" name="Rectangle 10"/>
          <p:cNvSpPr/>
          <p:nvPr/>
        </p:nvSpPr>
        <p:spPr>
          <a:xfrm>
            <a:off x="458788" y="2260600"/>
            <a:ext cx="317500" cy="825500"/>
          </a:xfrm>
          <a:prstGeom prst="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16200000" scaled="1"/>
            <a:tileRect/>
          </a:gra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sp>
        <p:nvSpPr>
          <p:cNvPr id="9" name="Rectangle 11"/>
          <p:cNvSpPr/>
          <p:nvPr/>
        </p:nvSpPr>
        <p:spPr>
          <a:xfrm>
            <a:off x="461695" y="2504932"/>
            <a:ext cx="314650" cy="18163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algn="ctr" fontAlgn="auto">
              <a:spcBef>
                <a:spcPts val="0"/>
              </a:spcBef>
              <a:spcAft>
                <a:spcPts val="0"/>
              </a:spcAft>
              <a:defRPr/>
            </a:pPr>
            <a:r>
              <a:rPr lang="en-US" sz="2000" b="1" dirty="0">
                <a:gradFill flip="none" rotWithShape="1">
                  <a:gsLst>
                    <a:gs pos="0">
                      <a:schemeClr val="accent6">
                        <a:lumMod val="20000"/>
                        <a:lumOff val="80000"/>
                      </a:schemeClr>
                    </a:gs>
                    <a:gs pos="38000">
                      <a:srgbClr val="E2E3E7"/>
                    </a:gs>
                    <a:gs pos="100000">
                      <a:schemeClr val="accent6">
                        <a:lumMod val="40000"/>
                        <a:lumOff val="60000"/>
                      </a:schemeClr>
                    </a:gs>
                  </a:gsLst>
                  <a:lin ang="10800000" scaled="1"/>
                  <a:tileRect/>
                </a:gradFill>
              </a:rPr>
              <a:t>2</a:t>
            </a:r>
          </a:p>
        </p:txBody>
      </p:sp>
      <p:sp>
        <p:nvSpPr>
          <p:cNvPr id="10" name="Rectangle 14"/>
          <p:cNvSpPr/>
          <p:nvPr/>
        </p:nvSpPr>
        <p:spPr>
          <a:xfrm>
            <a:off x="458788" y="3303588"/>
            <a:ext cx="317500" cy="830262"/>
          </a:xfrm>
          <a:prstGeom prst="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16200000" scaled="1"/>
            <a:tileRect/>
          </a:gra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sp>
        <p:nvSpPr>
          <p:cNvPr id="11" name="Rectangle 15"/>
          <p:cNvSpPr/>
          <p:nvPr/>
        </p:nvSpPr>
        <p:spPr>
          <a:xfrm>
            <a:off x="461695" y="3526230"/>
            <a:ext cx="314650" cy="18163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algn="ctr" fontAlgn="auto">
              <a:spcBef>
                <a:spcPts val="0"/>
              </a:spcBef>
              <a:spcAft>
                <a:spcPts val="0"/>
              </a:spcAft>
              <a:defRPr/>
            </a:pPr>
            <a:r>
              <a:rPr lang="en-US" sz="2000" b="1" dirty="0">
                <a:gradFill flip="none" rotWithShape="1">
                  <a:gsLst>
                    <a:gs pos="0">
                      <a:schemeClr val="accent6">
                        <a:lumMod val="20000"/>
                        <a:lumOff val="80000"/>
                      </a:schemeClr>
                    </a:gs>
                    <a:gs pos="38000">
                      <a:srgbClr val="E2E3E7"/>
                    </a:gs>
                    <a:gs pos="100000">
                      <a:schemeClr val="accent6">
                        <a:lumMod val="40000"/>
                        <a:lumOff val="60000"/>
                      </a:schemeClr>
                    </a:gs>
                  </a:gsLst>
                  <a:lin ang="10800000" scaled="1"/>
                  <a:tileRect/>
                </a:gradFill>
              </a:rPr>
              <a:t>3</a:t>
            </a:r>
          </a:p>
        </p:txBody>
      </p:sp>
      <p:sp>
        <p:nvSpPr>
          <p:cNvPr id="12" name="Rectangle 17"/>
          <p:cNvSpPr/>
          <p:nvPr/>
        </p:nvSpPr>
        <p:spPr>
          <a:xfrm>
            <a:off x="458788" y="1231900"/>
            <a:ext cx="317500" cy="825500"/>
          </a:xfrm>
          <a:prstGeom prst="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16200000" scaled="1"/>
            <a:tileRect/>
          </a:gra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sp>
        <p:nvSpPr>
          <p:cNvPr id="13" name="Rectangle 18"/>
          <p:cNvSpPr/>
          <p:nvPr/>
        </p:nvSpPr>
        <p:spPr>
          <a:xfrm>
            <a:off x="461695" y="1450574"/>
            <a:ext cx="314650" cy="18163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algn="ctr" fontAlgn="auto">
              <a:spcBef>
                <a:spcPts val="0"/>
              </a:spcBef>
              <a:spcAft>
                <a:spcPts val="0"/>
              </a:spcAft>
              <a:defRPr/>
            </a:pPr>
            <a:r>
              <a:rPr lang="en-US" sz="2000" b="1" dirty="0">
                <a:gradFill flip="none" rotWithShape="1">
                  <a:gsLst>
                    <a:gs pos="0">
                      <a:schemeClr val="accent6">
                        <a:lumMod val="20000"/>
                        <a:lumOff val="80000"/>
                      </a:schemeClr>
                    </a:gs>
                    <a:gs pos="38000">
                      <a:srgbClr val="E2E3E7"/>
                    </a:gs>
                    <a:gs pos="100000">
                      <a:schemeClr val="accent6">
                        <a:lumMod val="40000"/>
                        <a:lumOff val="60000"/>
                      </a:schemeClr>
                    </a:gs>
                  </a:gsLst>
                  <a:lin ang="10800000" scaled="1"/>
                  <a:tileRect/>
                </a:gradFill>
              </a:rPr>
              <a:t>1</a:t>
            </a:r>
          </a:p>
        </p:txBody>
      </p:sp>
      <p:sp>
        <p:nvSpPr>
          <p:cNvPr id="14" name="Rectangle 22"/>
          <p:cNvSpPr/>
          <p:nvPr/>
        </p:nvSpPr>
        <p:spPr>
          <a:xfrm>
            <a:off x="461963" y="4589463"/>
            <a:ext cx="314325"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algn="ctr" fontAlgn="auto">
              <a:spcBef>
                <a:spcPts val="0"/>
              </a:spcBef>
              <a:spcAft>
                <a:spcPts val="0"/>
              </a:spcAft>
              <a:defRPr/>
            </a:pPr>
            <a:endParaRPr lang="en-US" sz="2000" b="1" dirty="0">
              <a:gradFill flip="none" rotWithShape="1">
                <a:gsLst>
                  <a:gs pos="0">
                    <a:schemeClr val="accent6">
                      <a:lumMod val="20000"/>
                      <a:lumOff val="80000"/>
                    </a:schemeClr>
                  </a:gs>
                  <a:gs pos="38000">
                    <a:srgbClr val="E2E3E7"/>
                  </a:gs>
                  <a:gs pos="100000">
                    <a:schemeClr val="accent6">
                      <a:lumMod val="40000"/>
                      <a:lumOff val="60000"/>
                    </a:schemeClr>
                  </a:gs>
                </a:gsLst>
                <a:lin ang="10800000" scaled="1"/>
                <a:tileRect/>
              </a:gradFill>
            </a:endParaRPr>
          </a:p>
        </p:txBody>
      </p:sp>
      <p:sp>
        <p:nvSpPr>
          <p:cNvPr id="15" name="Rectangle 29"/>
          <p:cNvSpPr/>
          <p:nvPr userDrawn="1"/>
        </p:nvSpPr>
        <p:spPr>
          <a:xfrm>
            <a:off x="461963" y="5630863"/>
            <a:ext cx="314325"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algn="ctr" fontAlgn="auto">
              <a:spcBef>
                <a:spcPts val="0"/>
              </a:spcBef>
              <a:spcAft>
                <a:spcPts val="0"/>
              </a:spcAft>
              <a:defRPr/>
            </a:pPr>
            <a:endParaRPr lang="en-US" sz="2000" b="1" dirty="0">
              <a:gradFill flip="none" rotWithShape="1">
                <a:gsLst>
                  <a:gs pos="0">
                    <a:schemeClr val="accent6">
                      <a:lumMod val="20000"/>
                      <a:lumOff val="80000"/>
                    </a:schemeClr>
                  </a:gs>
                  <a:gs pos="38000">
                    <a:srgbClr val="E2E3E7"/>
                  </a:gs>
                  <a:gs pos="100000">
                    <a:schemeClr val="accent6">
                      <a:lumMod val="40000"/>
                      <a:lumOff val="60000"/>
                    </a:schemeClr>
                  </a:gs>
                </a:gsLst>
                <a:lin ang="10800000" scaled="1"/>
                <a:tileRect/>
              </a:gradFill>
            </a:endParaRPr>
          </a:p>
        </p:txBody>
      </p:sp>
      <p:sp>
        <p:nvSpPr>
          <p:cNvPr id="16" name="Rectangle 13"/>
          <p:cNvSpPr/>
          <p:nvPr userDrawn="1"/>
        </p:nvSpPr>
        <p:spPr>
          <a:xfrm>
            <a:off x="471488" y="4408488"/>
            <a:ext cx="317500" cy="830262"/>
          </a:xfrm>
          <a:prstGeom prst="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16200000" scaled="1"/>
            <a:tileRect/>
          </a:gra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r>
              <a:rPr lang="en-US" dirty="0"/>
              <a:t>4</a:t>
            </a:r>
          </a:p>
        </p:txBody>
      </p:sp>
      <p:sp>
        <p:nvSpPr>
          <p:cNvPr id="17" name="Rectangle 16"/>
          <p:cNvSpPr/>
          <p:nvPr userDrawn="1"/>
        </p:nvSpPr>
        <p:spPr>
          <a:xfrm>
            <a:off x="484188" y="5449888"/>
            <a:ext cx="317500" cy="830262"/>
          </a:xfrm>
          <a:prstGeom prst="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16200000" scaled="1"/>
            <a:tileRect/>
          </a:gra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r>
              <a:rPr lang="en-US" dirty="0"/>
              <a:t>5</a:t>
            </a:r>
          </a:p>
        </p:txBody>
      </p:sp>
      <p:sp>
        <p:nvSpPr>
          <p:cNvPr id="26" name="Title 1"/>
          <p:cNvSpPr>
            <a:spLocks noGrp="1"/>
          </p:cNvSpPr>
          <p:nvPr>
            <p:ph type="ctrTitle"/>
          </p:nvPr>
        </p:nvSpPr>
        <p:spPr>
          <a:xfrm>
            <a:off x="460375" y="145522"/>
            <a:ext cx="8189776" cy="554400"/>
          </a:xfrm>
        </p:spPr>
        <p:txBody>
          <a:bodyPr/>
          <a:lstStyle>
            <a:lvl1pPr>
              <a:defRPr/>
            </a:lvl1pPr>
          </a:lstStyle>
          <a:p>
            <a:r>
              <a:rPr lang="en-US" dirty="0" smtClean="0"/>
              <a:t>Click to edit Master title style</a:t>
            </a:r>
            <a:endParaRPr lang="en-IN" dirty="0"/>
          </a:p>
        </p:txBody>
      </p:sp>
      <p:sp>
        <p:nvSpPr>
          <p:cNvPr id="39" name="Text Placeholder 38"/>
          <p:cNvSpPr>
            <a:spLocks noGrp="1"/>
          </p:cNvSpPr>
          <p:nvPr>
            <p:ph type="body" sz="quarter" idx="10"/>
          </p:nvPr>
        </p:nvSpPr>
        <p:spPr>
          <a:xfrm>
            <a:off x="1005339" y="1350509"/>
            <a:ext cx="7010400" cy="652462"/>
          </a:xfrm>
        </p:spPr>
        <p:txBody>
          <a:bodyPr>
            <a:normAutofit/>
          </a:bodyPr>
          <a:lstStyle>
            <a:lvl1pPr marL="0" indent="0">
              <a:buNone/>
              <a:defRPr sz="2800" b="1">
                <a:solidFill>
                  <a:srgbClr val="595959"/>
                </a:solidFill>
              </a:defRPr>
            </a:lvl1pPr>
            <a:lvl2pPr>
              <a:buNone/>
              <a:defRPr/>
            </a:lvl2pPr>
            <a:lvl3pPr>
              <a:buNone/>
              <a:defRPr/>
            </a:lvl3pPr>
            <a:lvl4pPr>
              <a:buNone/>
              <a:defRPr/>
            </a:lvl4pPr>
            <a:lvl5pPr>
              <a:buNone/>
              <a:defRPr/>
            </a:lvl5pPr>
          </a:lstStyle>
          <a:p>
            <a:pPr lvl="0"/>
            <a:r>
              <a:rPr lang="en-US" dirty="0" smtClean="0"/>
              <a:t>Click to edit Master text styles</a:t>
            </a:r>
          </a:p>
        </p:txBody>
      </p:sp>
      <p:sp>
        <p:nvSpPr>
          <p:cNvPr id="40" name="Text Placeholder 38"/>
          <p:cNvSpPr>
            <a:spLocks noGrp="1"/>
          </p:cNvSpPr>
          <p:nvPr>
            <p:ph type="body" sz="quarter" idx="11"/>
          </p:nvPr>
        </p:nvSpPr>
        <p:spPr>
          <a:xfrm>
            <a:off x="1005339" y="2380789"/>
            <a:ext cx="7010400" cy="652462"/>
          </a:xfrm>
        </p:spPr>
        <p:txBody>
          <a:bodyPr>
            <a:normAutofit/>
          </a:bodyPr>
          <a:lstStyle>
            <a:lvl1pPr marL="0" indent="0">
              <a:buNone/>
              <a:tabLst/>
              <a:defRPr sz="2800" b="1">
                <a:solidFill>
                  <a:srgbClr val="595959"/>
                </a:solidFill>
              </a:defRPr>
            </a:lvl1pPr>
            <a:lvl2pPr>
              <a:buNone/>
              <a:defRPr/>
            </a:lvl2pPr>
            <a:lvl3pPr>
              <a:buNone/>
              <a:defRPr/>
            </a:lvl3pPr>
            <a:lvl4pPr>
              <a:buNone/>
              <a:defRPr/>
            </a:lvl4pPr>
            <a:lvl5pPr>
              <a:buNone/>
              <a:defRPr/>
            </a:lvl5pPr>
          </a:lstStyle>
          <a:p>
            <a:pPr lvl="0"/>
            <a:r>
              <a:rPr lang="en-US" dirty="0" smtClean="0"/>
              <a:t>Click to edit Master text styles</a:t>
            </a:r>
          </a:p>
        </p:txBody>
      </p:sp>
      <p:sp>
        <p:nvSpPr>
          <p:cNvPr id="41" name="Text Placeholder 38"/>
          <p:cNvSpPr>
            <a:spLocks noGrp="1"/>
          </p:cNvSpPr>
          <p:nvPr>
            <p:ph type="body" sz="quarter" idx="12"/>
          </p:nvPr>
        </p:nvSpPr>
        <p:spPr>
          <a:xfrm>
            <a:off x="1005339" y="3403153"/>
            <a:ext cx="7010400" cy="652462"/>
          </a:xfrm>
        </p:spPr>
        <p:txBody>
          <a:bodyPr>
            <a:normAutofit/>
          </a:bodyPr>
          <a:lstStyle>
            <a:lvl1pPr marL="0" indent="0">
              <a:buNone/>
              <a:defRPr sz="2800" b="1">
                <a:solidFill>
                  <a:srgbClr val="595959"/>
                </a:solidFill>
              </a:defRPr>
            </a:lvl1pPr>
            <a:lvl2pPr>
              <a:buNone/>
              <a:defRPr/>
            </a:lvl2pPr>
            <a:lvl3pPr>
              <a:buNone/>
              <a:defRPr/>
            </a:lvl3pPr>
            <a:lvl4pPr>
              <a:buNone/>
              <a:defRPr/>
            </a:lvl4pPr>
            <a:lvl5pPr>
              <a:buNone/>
              <a:defRPr/>
            </a:lvl5pPr>
          </a:lstStyle>
          <a:p>
            <a:pPr lvl="0"/>
            <a:r>
              <a:rPr lang="en-US" dirty="0" smtClean="0"/>
              <a:t>Click to edit Master text styles</a:t>
            </a:r>
          </a:p>
        </p:txBody>
      </p:sp>
      <p:sp>
        <p:nvSpPr>
          <p:cNvPr id="20" name="Text Placeholder 38"/>
          <p:cNvSpPr>
            <a:spLocks noGrp="1"/>
          </p:cNvSpPr>
          <p:nvPr>
            <p:ph type="body" sz="quarter" idx="13"/>
          </p:nvPr>
        </p:nvSpPr>
        <p:spPr>
          <a:xfrm>
            <a:off x="1005339" y="4457253"/>
            <a:ext cx="7010400" cy="652462"/>
          </a:xfrm>
        </p:spPr>
        <p:txBody>
          <a:bodyPr>
            <a:normAutofit/>
          </a:bodyPr>
          <a:lstStyle>
            <a:lvl1pPr marL="0" indent="0">
              <a:buNone/>
              <a:defRPr sz="2800" b="1">
                <a:solidFill>
                  <a:srgbClr val="595959"/>
                </a:solidFill>
              </a:defRPr>
            </a:lvl1pPr>
            <a:lvl2pPr>
              <a:buNone/>
              <a:defRPr/>
            </a:lvl2pPr>
            <a:lvl3pPr>
              <a:buNone/>
              <a:defRPr/>
            </a:lvl3pPr>
            <a:lvl4pPr>
              <a:buNone/>
              <a:defRPr/>
            </a:lvl4pPr>
            <a:lvl5pPr>
              <a:buNone/>
              <a:defRPr/>
            </a:lvl5pPr>
          </a:lstStyle>
          <a:p>
            <a:pPr lvl="0"/>
            <a:r>
              <a:rPr lang="en-US" dirty="0" smtClean="0"/>
              <a:t>Click to edit Master text styles</a:t>
            </a:r>
          </a:p>
        </p:txBody>
      </p:sp>
      <p:sp>
        <p:nvSpPr>
          <p:cNvPr id="21" name="Text Placeholder 38"/>
          <p:cNvSpPr>
            <a:spLocks noGrp="1"/>
          </p:cNvSpPr>
          <p:nvPr>
            <p:ph type="body" sz="quarter" idx="14"/>
          </p:nvPr>
        </p:nvSpPr>
        <p:spPr>
          <a:xfrm>
            <a:off x="1018039" y="5422453"/>
            <a:ext cx="7010400" cy="652462"/>
          </a:xfrm>
        </p:spPr>
        <p:txBody>
          <a:bodyPr>
            <a:normAutofit/>
          </a:bodyPr>
          <a:lstStyle>
            <a:lvl1pPr marL="0" indent="0">
              <a:buNone/>
              <a:defRPr sz="2800" b="1">
                <a:solidFill>
                  <a:srgbClr val="595959"/>
                </a:solidFill>
              </a:defRPr>
            </a:lvl1pPr>
            <a:lvl2pPr>
              <a:buNone/>
              <a:defRPr/>
            </a:lvl2pPr>
            <a:lvl3pPr>
              <a:buNone/>
              <a:defRPr/>
            </a:lvl3pPr>
            <a:lvl4pPr>
              <a:buNone/>
              <a:defRPr/>
            </a:lvl4pPr>
            <a:lvl5pPr>
              <a:buNone/>
              <a:defRPr/>
            </a:lvl5pPr>
          </a:lstStyle>
          <a:p>
            <a:pPr lvl="0"/>
            <a:r>
              <a:rPr lang="en-US" dirty="0" smtClean="0"/>
              <a:t>Click to edit Master text styles</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Name Here">
    <p:spTree>
      <p:nvGrpSpPr>
        <p:cNvPr id="1" name=""/>
        <p:cNvGrpSpPr/>
        <p:nvPr/>
      </p:nvGrpSpPr>
      <p:grpSpPr>
        <a:xfrm>
          <a:off x="0" y="0"/>
          <a:ext cx="0" cy="0"/>
          <a:chOff x="0" y="0"/>
          <a:chExt cx="0" cy="0"/>
        </a:xfrm>
      </p:grpSpPr>
      <p:sp>
        <p:nvSpPr>
          <p:cNvPr id="4" name="Rectangle 10"/>
          <p:cNvSpPr/>
          <p:nvPr userDrawn="1"/>
        </p:nvSpPr>
        <p:spPr>
          <a:xfrm>
            <a:off x="0" y="647700"/>
            <a:ext cx="9144000" cy="30480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IN"/>
          </a:p>
        </p:txBody>
      </p:sp>
      <p:pic>
        <p:nvPicPr>
          <p:cNvPr id="5" name="Picture 6" descr="WIPRO PPT Design.jpg"/>
          <p:cNvPicPr>
            <a:picLocks noChangeAspect="1"/>
          </p:cNvPicPr>
          <p:nvPr userDrawn="1"/>
        </p:nvPicPr>
        <p:blipFill>
          <a:blip r:embed="rId2"/>
          <a:srcRect/>
          <a:stretch>
            <a:fillRect/>
          </a:stretch>
        </p:blipFill>
        <p:spPr bwMode="auto">
          <a:xfrm>
            <a:off x="4763" y="4470400"/>
            <a:ext cx="9134475" cy="2171700"/>
          </a:xfrm>
          <a:prstGeom prst="rect">
            <a:avLst/>
          </a:prstGeom>
          <a:noFill/>
          <a:ln w="9525">
            <a:noFill/>
            <a:miter lim="800000"/>
            <a:headEnd/>
            <a:tailEnd/>
          </a:ln>
        </p:spPr>
      </p:pic>
      <p:sp>
        <p:nvSpPr>
          <p:cNvPr id="6" name="Text Placeholder 3"/>
          <p:cNvSpPr>
            <a:spLocks noGrp="1"/>
          </p:cNvSpPr>
          <p:nvPr>
            <p:ph type="body" sz="quarter" idx="11"/>
          </p:nvPr>
        </p:nvSpPr>
        <p:spPr>
          <a:xfrm>
            <a:off x="469901" y="2612799"/>
            <a:ext cx="8220074" cy="623887"/>
          </a:xfrm>
        </p:spPr>
        <p:txBody>
          <a:bodyPr>
            <a:normAutofit/>
          </a:bodyPr>
          <a:lstStyle>
            <a:lvl1pPr algn="ctr">
              <a:buNone/>
              <a:defRPr kumimoji="0" lang="en-US" sz="3400" b="1" i="0" u="none" strike="noStrike" kern="1200" cap="none" spc="0" normalizeH="0" baseline="0" noProof="0" dirty="0" smtClean="0">
                <a:ln>
                  <a:noFill/>
                </a:ln>
                <a:solidFill>
                  <a:schemeClr val="tx1">
                    <a:lumMod val="65000"/>
                    <a:lumOff val="35000"/>
                  </a:schemeClr>
                </a:solidFill>
                <a:effectLst/>
                <a:uLnTx/>
                <a:uFillTx/>
                <a:latin typeface="+mn-lt"/>
                <a:ea typeface="+mn-ea"/>
                <a:cs typeface="Arial"/>
              </a:defRPr>
            </a:lvl1pPr>
          </a:lstStyle>
          <a:p>
            <a:pPr lvl="0"/>
            <a:r>
              <a:rPr lang="en-US" dirty="0" smtClean="0"/>
              <a:t>Click to edit Master text styles</a:t>
            </a:r>
          </a:p>
        </p:txBody>
      </p:sp>
      <p:sp>
        <p:nvSpPr>
          <p:cNvPr id="8" name="Text Placeholder 3"/>
          <p:cNvSpPr>
            <a:spLocks noGrp="1"/>
          </p:cNvSpPr>
          <p:nvPr>
            <p:ph type="body" sz="quarter" idx="12"/>
          </p:nvPr>
        </p:nvSpPr>
        <p:spPr>
          <a:xfrm>
            <a:off x="469901" y="3290677"/>
            <a:ext cx="8220074" cy="439496"/>
          </a:xfrm>
        </p:spPr>
        <p:txBody>
          <a:bodyPr>
            <a:normAutofit/>
          </a:bodyPr>
          <a:lstStyle>
            <a:lvl1pPr algn="ctr">
              <a:buNone/>
              <a:defRPr kumimoji="0" lang="en-US" sz="2000" b="0" i="0" u="none" strike="noStrike" kern="1200" cap="none" spc="0" normalizeH="0" baseline="0" noProof="0" dirty="0" smtClean="0">
                <a:ln>
                  <a:noFill/>
                </a:ln>
                <a:solidFill>
                  <a:schemeClr val="tx1">
                    <a:lumMod val="65000"/>
                    <a:lumOff val="35000"/>
                  </a:schemeClr>
                </a:solidFill>
                <a:effectLst/>
                <a:uLnTx/>
                <a:uFillTx/>
                <a:latin typeface="+mn-lt"/>
                <a:ea typeface="+mn-ea"/>
                <a:cs typeface="Arial"/>
              </a:defRPr>
            </a:lvl1pPr>
          </a:lstStyle>
          <a:p>
            <a:pPr lvl="0"/>
            <a:r>
              <a:rPr lang="en-US" dirty="0" smtClean="0"/>
              <a:t>Click to edit Master text styles</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lide with 2 lists">
    <p:spTree>
      <p:nvGrpSpPr>
        <p:cNvPr id="1" name=""/>
        <p:cNvGrpSpPr/>
        <p:nvPr/>
      </p:nvGrpSpPr>
      <p:grpSpPr>
        <a:xfrm>
          <a:off x="0" y="0"/>
          <a:ext cx="0" cy="0"/>
          <a:chOff x="0" y="0"/>
          <a:chExt cx="0" cy="0"/>
        </a:xfrm>
      </p:grpSpPr>
      <p:sp>
        <p:nvSpPr>
          <p:cNvPr id="8" name="Rectangle 8"/>
          <p:cNvSpPr/>
          <p:nvPr userDrawn="1"/>
        </p:nvSpPr>
        <p:spPr>
          <a:xfrm>
            <a:off x="750888" y="2395538"/>
            <a:ext cx="3625850" cy="630237"/>
          </a:xfrm>
          <a:prstGeom prst="rect">
            <a:avLst/>
          </a:prstGeom>
          <a:solidFill>
            <a:srgbClr val="0070C0"/>
          </a:solidFill>
          <a:effectLst/>
        </p:spPr>
        <p:style>
          <a:lnRef idx="1">
            <a:schemeClr val="accent1"/>
          </a:lnRef>
          <a:fillRef idx="3">
            <a:schemeClr val="accent1"/>
          </a:fillRef>
          <a:effectRef idx="2">
            <a:schemeClr val="accent1"/>
          </a:effectRef>
          <a:fontRef idx="minor">
            <a:schemeClr val="lt1"/>
          </a:fontRef>
        </p:style>
        <p:txBody>
          <a:bodyPr anchor="ctr"/>
          <a:lstStyle/>
          <a:p>
            <a:pPr marL="0" lvl="1" fontAlgn="auto">
              <a:spcBef>
                <a:spcPts val="0"/>
              </a:spcBef>
              <a:spcAft>
                <a:spcPts val="0"/>
              </a:spcAft>
              <a:buFont typeface="Arial"/>
              <a:buNone/>
              <a:defRPr/>
            </a:pPr>
            <a:endParaRPr lang="en-IN" sz="2600" dirty="0">
              <a:solidFill>
                <a:schemeClr val="bg1"/>
              </a:solidFill>
              <a:latin typeface="+mj-lt"/>
            </a:endParaRPr>
          </a:p>
        </p:txBody>
      </p:sp>
      <p:sp>
        <p:nvSpPr>
          <p:cNvPr id="9" name="Rectangle 24"/>
          <p:cNvSpPr/>
          <p:nvPr userDrawn="1"/>
        </p:nvSpPr>
        <p:spPr>
          <a:xfrm>
            <a:off x="4751388" y="2395538"/>
            <a:ext cx="3624262" cy="630237"/>
          </a:xfrm>
          <a:prstGeom prst="rect">
            <a:avLst/>
          </a:prstGeom>
          <a:solidFill>
            <a:srgbClr val="0070C0"/>
          </a:solidFill>
          <a:effectLst/>
        </p:spPr>
        <p:style>
          <a:lnRef idx="1">
            <a:schemeClr val="accent1"/>
          </a:lnRef>
          <a:fillRef idx="3">
            <a:schemeClr val="accent1"/>
          </a:fillRef>
          <a:effectRef idx="2">
            <a:schemeClr val="accent1"/>
          </a:effectRef>
          <a:fontRef idx="minor">
            <a:schemeClr val="lt1"/>
          </a:fontRef>
        </p:style>
        <p:txBody>
          <a:bodyPr anchor="ctr"/>
          <a:lstStyle/>
          <a:p>
            <a:pPr marL="0" lvl="1" fontAlgn="auto">
              <a:spcBef>
                <a:spcPts val="0"/>
              </a:spcBef>
              <a:spcAft>
                <a:spcPts val="0"/>
              </a:spcAft>
              <a:buFont typeface="Arial"/>
              <a:buNone/>
              <a:defRPr/>
            </a:pPr>
            <a:endParaRPr lang="en-IN" sz="2600" dirty="0">
              <a:solidFill>
                <a:schemeClr val="bg1"/>
              </a:solidFill>
              <a:latin typeface="+mj-lt"/>
            </a:endParaRPr>
          </a:p>
        </p:txBody>
      </p:sp>
      <p:sp>
        <p:nvSpPr>
          <p:cNvPr id="19" name="Text Placeholder 17"/>
          <p:cNvSpPr>
            <a:spLocks noGrp="1"/>
          </p:cNvSpPr>
          <p:nvPr>
            <p:ph type="body" sz="quarter" idx="21"/>
          </p:nvPr>
        </p:nvSpPr>
        <p:spPr>
          <a:xfrm>
            <a:off x="751339" y="3178402"/>
            <a:ext cx="3635375" cy="2344093"/>
          </a:xfrm>
          <a:ln w="12700">
            <a:solidFill>
              <a:srgbClr val="D2D2D2"/>
            </a:solidFill>
          </a:ln>
        </p:spPr>
        <p:txBody>
          <a:bodyPr>
            <a:normAutofit/>
          </a:bodyPr>
          <a:lstStyle>
            <a:lvl1pPr marL="231775" marR="0" indent="-231775" algn="l" defTabSz="457200" rtl="0" eaLnBrk="1" fontAlgn="auto" latinLnBrk="0" hangingPunct="1">
              <a:lnSpc>
                <a:spcPct val="100000"/>
              </a:lnSpc>
              <a:spcBef>
                <a:spcPct val="20000"/>
              </a:spcBef>
              <a:spcAft>
                <a:spcPts val="0"/>
              </a:spcAft>
              <a:buClr>
                <a:srgbClr val="0070C0"/>
              </a:buClr>
              <a:buSzTx/>
              <a:buFont typeface="Arial" pitchFamily="34" charset="0"/>
              <a:buChar char="•"/>
              <a:tabLst/>
              <a:defRPr kumimoji="0" lang="en-US" sz="2000" b="0" i="0" u="none" strike="noStrike" kern="1200" cap="none" spc="0" normalizeH="0" baseline="0" noProof="0" dirty="0" smtClean="0">
                <a:ln>
                  <a:noFill/>
                </a:ln>
                <a:solidFill>
                  <a:schemeClr val="tx1">
                    <a:lumMod val="75000"/>
                    <a:lumOff val="25000"/>
                  </a:schemeClr>
                </a:solidFill>
                <a:effectLst/>
                <a:uLnTx/>
                <a:uFillTx/>
                <a:latin typeface="+mn-lt"/>
                <a:ea typeface="+mn-ea"/>
                <a:cs typeface="+mn-cs"/>
              </a:defRPr>
            </a:lvl1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p>
        </p:txBody>
      </p:sp>
      <p:sp>
        <p:nvSpPr>
          <p:cNvPr id="21" name="Text Placeholder 15"/>
          <p:cNvSpPr>
            <a:spLocks noGrp="1"/>
          </p:cNvSpPr>
          <p:nvPr>
            <p:ph type="body" sz="quarter" idx="22"/>
          </p:nvPr>
        </p:nvSpPr>
        <p:spPr>
          <a:xfrm>
            <a:off x="729340" y="2384652"/>
            <a:ext cx="3679372" cy="663575"/>
          </a:xfrm>
        </p:spPr>
        <p:txBody>
          <a:bodyPr anchor="ctr">
            <a:normAutofit/>
          </a:bodyPr>
          <a:lstStyle>
            <a:lvl1pPr>
              <a:buNone/>
              <a:defRPr kumimoji="0" lang="en-US" sz="3000" b="0" i="0" u="none" strike="noStrike" kern="1200" cap="none" spc="0" normalizeH="0" baseline="0" noProof="0" dirty="0" smtClean="0">
                <a:ln>
                  <a:noFill/>
                </a:ln>
                <a:solidFill>
                  <a:schemeClr val="bg1"/>
                </a:solidFill>
                <a:effectLst/>
                <a:uLnTx/>
                <a:uFillTx/>
                <a:latin typeface="+mj-lt"/>
                <a:ea typeface="+mn-ea"/>
                <a:cs typeface="+mn-cs"/>
              </a:defRPr>
            </a:lvl1pPr>
            <a:lvl2pPr>
              <a:defRPr kumimoji="0" lang="en-US" sz="2200" b="0" i="0" u="none" strike="noStrike" kern="1200" cap="none" spc="0" normalizeH="0" baseline="0" noProof="0" dirty="0" smtClean="0">
                <a:ln>
                  <a:noFill/>
                </a:ln>
                <a:solidFill>
                  <a:schemeClr val="bg1"/>
                </a:solidFill>
                <a:effectLst/>
                <a:uLnTx/>
                <a:uFillTx/>
                <a:latin typeface="+mj-lt"/>
                <a:ea typeface="+mn-ea"/>
                <a:cs typeface="+mn-cs"/>
              </a:defRPr>
            </a:lvl2pPr>
            <a:lvl3pPr>
              <a:defRPr kumimoji="0" lang="en-US" sz="2200" b="0" i="0" u="none" strike="noStrike" kern="1200" cap="none" spc="0" normalizeH="0" baseline="0" noProof="0" dirty="0" smtClean="0">
                <a:ln>
                  <a:noFill/>
                </a:ln>
                <a:solidFill>
                  <a:schemeClr val="bg1"/>
                </a:solidFill>
                <a:effectLst/>
                <a:uLnTx/>
                <a:uFillTx/>
                <a:latin typeface="+mj-lt"/>
                <a:ea typeface="+mn-ea"/>
                <a:cs typeface="+mn-cs"/>
              </a:defRPr>
            </a:lvl3pPr>
            <a:lvl4pPr>
              <a:defRPr kumimoji="0" lang="en-US" sz="2200" b="0" i="0" u="none" strike="noStrike" kern="1200" cap="none" spc="0" normalizeH="0" baseline="0" noProof="0" dirty="0" smtClean="0">
                <a:ln>
                  <a:noFill/>
                </a:ln>
                <a:solidFill>
                  <a:schemeClr val="bg1"/>
                </a:solidFill>
                <a:effectLst/>
                <a:uLnTx/>
                <a:uFillTx/>
                <a:latin typeface="+mj-lt"/>
                <a:ea typeface="+mn-ea"/>
                <a:cs typeface="+mn-cs"/>
              </a:defRPr>
            </a:lvl4pPr>
          </a:lstStyle>
          <a:p>
            <a:pPr lvl="0"/>
            <a:r>
              <a:rPr lang="en-US" dirty="0" smtClean="0"/>
              <a:t>Click to edit Master text styles</a:t>
            </a:r>
          </a:p>
        </p:txBody>
      </p:sp>
      <p:sp>
        <p:nvSpPr>
          <p:cNvPr id="26" name="Text Placeholder 17"/>
          <p:cNvSpPr>
            <a:spLocks noGrp="1"/>
          </p:cNvSpPr>
          <p:nvPr>
            <p:ph type="body" sz="quarter" idx="23"/>
          </p:nvPr>
        </p:nvSpPr>
        <p:spPr>
          <a:xfrm>
            <a:off x="4751616" y="3178402"/>
            <a:ext cx="3635375" cy="2344093"/>
          </a:xfrm>
          <a:ln w="12700">
            <a:solidFill>
              <a:srgbClr val="D2D2D2"/>
            </a:solidFill>
          </a:ln>
        </p:spPr>
        <p:txBody>
          <a:bodyPr>
            <a:normAutofit/>
          </a:bodyPr>
          <a:lstStyle>
            <a:lvl1pPr marL="231775" marR="0" indent="-231775" algn="l" defTabSz="457200" rtl="0" eaLnBrk="1" fontAlgn="auto" latinLnBrk="0" hangingPunct="1">
              <a:lnSpc>
                <a:spcPct val="100000"/>
              </a:lnSpc>
              <a:spcBef>
                <a:spcPct val="20000"/>
              </a:spcBef>
              <a:spcAft>
                <a:spcPts val="0"/>
              </a:spcAft>
              <a:buClr>
                <a:srgbClr val="0070C0"/>
              </a:buClr>
              <a:buSzTx/>
              <a:buFont typeface="Arial" pitchFamily="34" charset="0"/>
              <a:buChar char="•"/>
              <a:tabLst/>
              <a:defRPr kumimoji="0" lang="en-US" sz="2000" b="0" i="0" u="none" strike="noStrike" kern="1200" cap="none" spc="0" normalizeH="0" baseline="0" noProof="0" dirty="0" smtClean="0">
                <a:ln>
                  <a:noFill/>
                </a:ln>
                <a:solidFill>
                  <a:schemeClr val="tx1">
                    <a:lumMod val="75000"/>
                    <a:lumOff val="25000"/>
                  </a:schemeClr>
                </a:solidFill>
                <a:effectLst/>
                <a:uLnTx/>
                <a:uFillTx/>
                <a:latin typeface="+mn-lt"/>
                <a:ea typeface="+mn-ea"/>
                <a:cs typeface="+mn-cs"/>
              </a:defRPr>
            </a:lvl1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p>
        </p:txBody>
      </p:sp>
      <p:sp>
        <p:nvSpPr>
          <p:cNvPr id="27" name="Text Placeholder 15"/>
          <p:cNvSpPr>
            <a:spLocks noGrp="1"/>
          </p:cNvSpPr>
          <p:nvPr>
            <p:ph type="body" sz="quarter" idx="24"/>
          </p:nvPr>
        </p:nvSpPr>
        <p:spPr>
          <a:xfrm>
            <a:off x="4729617" y="2384652"/>
            <a:ext cx="3679372" cy="663575"/>
          </a:xfrm>
        </p:spPr>
        <p:txBody>
          <a:bodyPr anchor="ctr">
            <a:normAutofit/>
          </a:bodyPr>
          <a:lstStyle>
            <a:lvl1pPr>
              <a:buNone/>
              <a:defRPr kumimoji="0" lang="en-US" sz="3000" b="0" i="0" u="none" strike="noStrike" kern="1200" cap="none" spc="0" normalizeH="0" baseline="0" noProof="0" dirty="0" smtClean="0">
                <a:ln>
                  <a:noFill/>
                </a:ln>
                <a:solidFill>
                  <a:schemeClr val="bg1"/>
                </a:solidFill>
                <a:effectLst/>
                <a:uLnTx/>
                <a:uFillTx/>
                <a:latin typeface="+mj-lt"/>
                <a:ea typeface="+mn-ea"/>
                <a:cs typeface="+mn-cs"/>
              </a:defRPr>
            </a:lvl1pPr>
            <a:lvl2pPr>
              <a:defRPr kumimoji="0" lang="en-US" sz="2200" b="0" i="0" u="none" strike="noStrike" kern="1200" cap="none" spc="0" normalizeH="0" baseline="0" noProof="0" dirty="0" smtClean="0">
                <a:ln>
                  <a:noFill/>
                </a:ln>
                <a:solidFill>
                  <a:schemeClr val="bg1"/>
                </a:solidFill>
                <a:effectLst/>
                <a:uLnTx/>
                <a:uFillTx/>
                <a:latin typeface="+mj-lt"/>
                <a:ea typeface="+mn-ea"/>
                <a:cs typeface="+mn-cs"/>
              </a:defRPr>
            </a:lvl2pPr>
            <a:lvl3pPr>
              <a:defRPr kumimoji="0" lang="en-US" sz="2200" b="0" i="0" u="none" strike="noStrike" kern="1200" cap="none" spc="0" normalizeH="0" baseline="0" noProof="0" dirty="0" smtClean="0">
                <a:ln>
                  <a:noFill/>
                </a:ln>
                <a:solidFill>
                  <a:schemeClr val="bg1"/>
                </a:solidFill>
                <a:effectLst/>
                <a:uLnTx/>
                <a:uFillTx/>
                <a:latin typeface="+mj-lt"/>
                <a:ea typeface="+mn-ea"/>
                <a:cs typeface="+mn-cs"/>
              </a:defRPr>
            </a:lvl3pPr>
            <a:lvl4pPr>
              <a:defRPr kumimoji="0" lang="en-US" sz="2200" b="0" i="0" u="none" strike="noStrike" kern="1200" cap="none" spc="0" normalizeH="0" baseline="0" noProof="0" dirty="0" smtClean="0">
                <a:ln>
                  <a:noFill/>
                </a:ln>
                <a:solidFill>
                  <a:schemeClr val="bg1"/>
                </a:solidFill>
                <a:effectLst/>
                <a:uLnTx/>
                <a:uFillTx/>
                <a:latin typeface="+mj-lt"/>
                <a:ea typeface="+mn-ea"/>
                <a:cs typeface="+mn-cs"/>
              </a:defRPr>
            </a:lvl4pPr>
          </a:lstStyle>
          <a:p>
            <a:pPr lvl="0"/>
            <a:r>
              <a:rPr lang="en-US" dirty="0" smtClean="0"/>
              <a:t>Click to edit Master text styles</a:t>
            </a:r>
          </a:p>
        </p:txBody>
      </p:sp>
      <p:sp>
        <p:nvSpPr>
          <p:cNvPr id="10" name="Text Placeholder 14"/>
          <p:cNvSpPr>
            <a:spLocks noGrp="1"/>
          </p:cNvSpPr>
          <p:nvPr>
            <p:ph type="body" sz="quarter" idx="11"/>
          </p:nvPr>
        </p:nvSpPr>
        <p:spPr>
          <a:xfrm>
            <a:off x="460376" y="145140"/>
            <a:ext cx="8229600" cy="553998"/>
          </a:xfrm>
          <a:noFill/>
          <a:ln w="9525">
            <a:noFill/>
            <a:miter lim="800000"/>
            <a:headEnd/>
            <a:tailEnd/>
          </a:ln>
        </p:spPr>
        <p:txBody>
          <a:bodyPr rtlCol="0">
            <a:spAutoFit/>
          </a:bodyPr>
          <a:lstStyle>
            <a:lvl1pPr algn="l" defTabSz="457200" rtl="0" eaLnBrk="1" latinLnBrk="0" hangingPunct="1">
              <a:spcBef>
                <a:spcPct val="0"/>
              </a:spcBef>
              <a:buNone/>
              <a:defRPr lang="en-US" sz="3000" b="1" kern="1200" baseline="0" dirty="0" smtClean="0">
                <a:solidFill>
                  <a:schemeClr val="tx1">
                    <a:lumMod val="65000"/>
                    <a:lumOff val="35000"/>
                  </a:schemeClr>
                </a:solidFill>
                <a:latin typeface="+mj-lt"/>
                <a:ea typeface="+mn-ea"/>
                <a:cs typeface="Arial"/>
              </a:defRPr>
            </a:lvl1pPr>
          </a:lstStyle>
          <a:p>
            <a:pPr lvl="0"/>
            <a:r>
              <a:rPr lang="en-US" dirty="0" smtClean="0"/>
              <a:t>Click to edit Master text styles</a:t>
            </a:r>
          </a:p>
        </p:txBody>
      </p:sp>
      <p:sp>
        <p:nvSpPr>
          <p:cNvPr id="7" name="Text Placeholder 18"/>
          <p:cNvSpPr>
            <a:spLocks noGrp="1"/>
          </p:cNvSpPr>
          <p:nvPr>
            <p:ph type="body" sz="quarter" idx="14"/>
          </p:nvPr>
        </p:nvSpPr>
        <p:spPr>
          <a:xfrm>
            <a:off x="451301" y="1465489"/>
            <a:ext cx="8238674" cy="360000"/>
          </a:xfrm>
        </p:spPr>
        <p:txBody>
          <a:bodyPr>
            <a:noAutofit/>
          </a:bodyPr>
          <a:lstStyle>
            <a:lvl1pPr marL="231775" indent="-231775" algn="ctr" defTabSz="457200" rtl="0" eaLnBrk="1" latinLnBrk="0" hangingPunct="1">
              <a:spcBef>
                <a:spcPct val="20000"/>
              </a:spcBef>
              <a:buFont typeface="Arial"/>
              <a:buNone/>
              <a:defRPr kumimoji="0" lang="en-IN" sz="2200" b="1" i="0" u="none" strike="noStrike" kern="1200" cap="none" spc="80" normalizeH="0" baseline="0" noProof="0" dirty="0" smtClean="0">
                <a:ln>
                  <a:noFill/>
                </a:ln>
                <a:solidFill>
                  <a:schemeClr val="tx1">
                    <a:lumMod val="65000"/>
                    <a:lumOff val="35000"/>
                  </a:schemeClr>
                </a:solidFill>
                <a:effectLst/>
                <a:uLnTx/>
                <a:uFillTx/>
                <a:latin typeface="Arial"/>
                <a:ea typeface="+mn-ea"/>
                <a:cs typeface="Arial"/>
              </a:defRPr>
            </a:lvl1pPr>
          </a:lstStyle>
          <a:p>
            <a:pPr lvl="0"/>
            <a:r>
              <a:rPr lang="en-US" dirty="0" smtClean="0"/>
              <a:t>Click to edit Master text styles</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ext Layout 1">
    <p:spTree>
      <p:nvGrpSpPr>
        <p:cNvPr id="1" name=""/>
        <p:cNvGrpSpPr/>
        <p:nvPr/>
      </p:nvGrpSpPr>
      <p:grpSpPr>
        <a:xfrm>
          <a:off x="0" y="0"/>
          <a:ext cx="0" cy="0"/>
          <a:chOff x="0" y="0"/>
          <a:chExt cx="0" cy="0"/>
        </a:xfrm>
      </p:grpSpPr>
      <p:sp>
        <p:nvSpPr>
          <p:cNvPr id="43" name="Text Placeholder 42"/>
          <p:cNvSpPr>
            <a:spLocks noGrp="1"/>
          </p:cNvSpPr>
          <p:nvPr>
            <p:ph type="body" sz="quarter" idx="15"/>
          </p:nvPr>
        </p:nvSpPr>
        <p:spPr>
          <a:xfrm>
            <a:off x="465138" y="1363889"/>
            <a:ext cx="8224837" cy="4456339"/>
          </a:xfrm>
        </p:spPr>
        <p:txBody>
          <a:bodyPr>
            <a:noAutofit/>
          </a:bodyPr>
          <a:lstStyle>
            <a:lvl1pPr marL="381000" indent="-381000" algn="l" defTabSz="457200" rtl="0" eaLnBrk="1" latinLnBrk="0" hangingPunct="1">
              <a:spcBef>
                <a:spcPct val="20000"/>
              </a:spcBef>
              <a:buClr>
                <a:srgbClr val="0070C0"/>
              </a:buClr>
              <a:buFont typeface="Arial" pitchFamily="34" charset="0"/>
              <a:buChar char="•"/>
              <a:tabLst>
                <a:tab pos="358775" algn="l"/>
              </a:tabLst>
              <a:defRPr baseline="0"/>
            </a:lvl1pPr>
            <a:lvl2pPr marL="0" indent="0" algn="l" defTabSz="457200" rtl="0" eaLnBrk="1" latinLnBrk="0" hangingPunct="1">
              <a:spcBef>
                <a:spcPct val="20000"/>
              </a:spcBef>
              <a:buFont typeface="Arial"/>
              <a:buNone/>
              <a:defRPr kumimoji="0" lang="en-US" sz="1600" b="0" i="0" u="none" strike="noStrike" kern="1200" cap="none" spc="0" normalizeH="0" baseline="0" noProof="0" dirty="0" smtClean="0">
                <a:ln>
                  <a:noFill/>
                </a:ln>
                <a:solidFill>
                  <a:srgbClr val="595959"/>
                </a:solidFill>
                <a:effectLst/>
                <a:uLnTx/>
                <a:uFillTx/>
                <a:latin typeface="+mn-lt"/>
                <a:ea typeface="+mn-ea"/>
                <a:cs typeface="Arial"/>
              </a:defRPr>
            </a:lvl2pPr>
            <a:lvl3pPr marL="0" indent="0" algn="l" defTabSz="457200" rtl="0" eaLnBrk="1" latinLnBrk="0" hangingPunct="1">
              <a:spcBef>
                <a:spcPct val="20000"/>
              </a:spcBef>
              <a:buFont typeface="Arial"/>
              <a:buNone/>
              <a:defRPr kumimoji="0" lang="en-US" sz="1600" b="0" i="0" u="none" strike="noStrike" kern="1200" cap="none" spc="0" normalizeH="0" baseline="0" noProof="0" dirty="0" smtClean="0">
                <a:ln>
                  <a:noFill/>
                </a:ln>
                <a:solidFill>
                  <a:srgbClr val="595959"/>
                </a:solidFill>
                <a:effectLst/>
                <a:uLnTx/>
                <a:uFillTx/>
                <a:latin typeface="+mn-lt"/>
                <a:ea typeface="+mn-ea"/>
                <a:cs typeface="Arial"/>
              </a:defRPr>
            </a:lvl3pPr>
            <a:lvl4pPr marL="0" indent="0" algn="l" defTabSz="457200" rtl="0" eaLnBrk="1" latinLnBrk="0" hangingPunct="1">
              <a:spcBef>
                <a:spcPct val="20000"/>
              </a:spcBef>
              <a:buFont typeface="Arial"/>
              <a:buNone/>
              <a:defRPr kumimoji="0" lang="en-US" sz="1600" b="0" i="0" u="none" strike="noStrike" kern="1200" cap="none" spc="0" normalizeH="0" baseline="0" noProof="0" dirty="0" smtClean="0">
                <a:ln>
                  <a:noFill/>
                </a:ln>
                <a:solidFill>
                  <a:srgbClr val="595959"/>
                </a:solidFill>
                <a:effectLst/>
                <a:uLnTx/>
                <a:uFillTx/>
                <a:latin typeface="+mn-lt"/>
                <a:ea typeface="+mn-ea"/>
                <a:cs typeface="Arial"/>
              </a:defRPr>
            </a:lvl4pPr>
            <a:lvl5pPr marL="0" indent="0" algn="l" defTabSz="457200" rtl="0" eaLnBrk="1" latinLnBrk="0" hangingPunct="1">
              <a:spcBef>
                <a:spcPct val="20000"/>
              </a:spcBef>
              <a:buFont typeface="Arial"/>
              <a:buNone/>
              <a:defRPr kumimoji="0" lang="en-IN" sz="1600" b="0" i="0" u="none" strike="noStrike" kern="1200" cap="none" spc="0" normalizeH="0" baseline="0" noProof="0" dirty="0" smtClean="0">
                <a:ln>
                  <a:noFill/>
                </a:ln>
                <a:solidFill>
                  <a:srgbClr val="595959"/>
                </a:solidFill>
                <a:effectLst/>
                <a:uLnTx/>
                <a:uFillTx/>
                <a:latin typeface="+mn-lt"/>
                <a:ea typeface="+mn-ea"/>
                <a:cs typeface="Arial"/>
              </a:defRPr>
            </a:lvl5pPr>
          </a:lstStyle>
          <a:p>
            <a:pPr lvl="0"/>
            <a:r>
              <a:rPr lang="en-US" dirty="0" smtClean="0"/>
              <a:t>Click to edit Master text styles</a:t>
            </a:r>
          </a:p>
        </p:txBody>
      </p:sp>
      <p:sp>
        <p:nvSpPr>
          <p:cNvPr id="5" name="Text Placeholder 14"/>
          <p:cNvSpPr>
            <a:spLocks noGrp="1"/>
          </p:cNvSpPr>
          <p:nvPr>
            <p:ph type="body" sz="quarter" idx="11"/>
          </p:nvPr>
        </p:nvSpPr>
        <p:spPr>
          <a:xfrm>
            <a:off x="460376" y="145140"/>
            <a:ext cx="8229600" cy="553998"/>
          </a:xfrm>
          <a:noFill/>
          <a:ln w="9525">
            <a:noFill/>
            <a:miter lim="800000"/>
            <a:headEnd/>
            <a:tailEnd/>
          </a:ln>
        </p:spPr>
        <p:txBody>
          <a:bodyPr rtlCol="0">
            <a:spAutoFit/>
          </a:bodyPr>
          <a:lstStyle>
            <a:lvl1pPr algn="l" defTabSz="457200" rtl="0" eaLnBrk="1" latinLnBrk="0" hangingPunct="1">
              <a:spcBef>
                <a:spcPct val="0"/>
              </a:spcBef>
              <a:buNone/>
              <a:defRPr lang="en-US" sz="3000" b="1" kern="1200" baseline="0" dirty="0" smtClean="0">
                <a:solidFill>
                  <a:schemeClr val="tx1">
                    <a:lumMod val="65000"/>
                    <a:lumOff val="35000"/>
                  </a:schemeClr>
                </a:solidFill>
                <a:latin typeface="+mj-lt"/>
                <a:ea typeface="+mn-ea"/>
                <a:cs typeface="Arial"/>
              </a:defRPr>
            </a:lvl1pPr>
          </a:lstStyle>
          <a:p>
            <a:pPr lvl="0"/>
            <a:r>
              <a:rPr lang="en-US" dirty="0" smtClean="0"/>
              <a:t>Click to edit Master text styles</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Picture Layout">
    <p:spTree>
      <p:nvGrpSpPr>
        <p:cNvPr id="1" name=""/>
        <p:cNvGrpSpPr/>
        <p:nvPr/>
      </p:nvGrpSpPr>
      <p:grpSpPr>
        <a:xfrm>
          <a:off x="0" y="0"/>
          <a:ext cx="0" cy="0"/>
          <a:chOff x="0" y="0"/>
          <a:chExt cx="0" cy="0"/>
        </a:xfrm>
      </p:grpSpPr>
      <p:sp>
        <p:nvSpPr>
          <p:cNvPr id="5" name="Picture Placeholder 4"/>
          <p:cNvSpPr>
            <a:spLocks noGrp="1"/>
          </p:cNvSpPr>
          <p:nvPr>
            <p:ph type="pic" sz="quarter" idx="10"/>
          </p:nvPr>
        </p:nvSpPr>
        <p:spPr>
          <a:xfrm>
            <a:off x="0" y="957943"/>
            <a:ext cx="9144000" cy="5442858"/>
          </a:xfrm>
        </p:spPr>
        <p:txBody>
          <a:bodyPr anchor="ctr">
            <a:normAutofit/>
          </a:bodyPr>
          <a:lstStyle>
            <a:lvl1pPr algn="ctr">
              <a:buNone/>
              <a:defRPr sz="5400" baseline="0"/>
            </a:lvl1pPr>
          </a:lstStyle>
          <a:p>
            <a:pPr lvl="0"/>
            <a:r>
              <a:rPr lang="en-US" noProof="0" dirty="0" smtClean="0"/>
              <a:t>Click icon to add picture</a:t>
            </a:r>
            <a:endParaRPr lang="en-IN" noProof="0" dirty="0"/>
          </a:p>
        </p:txBody>
      </p:sp>
      <p:sp>
        <p:nvSpPr>
          <p:cNvPr id="8" name="Text Placeholder 5"/>
          <p:cNvSpPr>
            <a:spLocks noGrp="1"/>
          </p:cNvSpPr>
          <p:nvPr>
            <p:ph type="body" sz="quarter" idx="11"/>
          </p:nvPr>
        </p:nvSpPr>
        <p:spPr>
          <a:xfrm>
            <a:off x="0" y="4517571"/>
            <a:ext cx="9144000" cy="1110343"/>
          </a:xfrm>
          <a:solidFill>
            <a:schemeClr val="accent6">
              <a:lumMod val="40000"/>
              <a:lumOff val="60000"/>
              <a:alpha val="75000"/>
            </a:schemeClr>
          </a:solidFill>
          <a:ln>
            <a:noFill/>
          </a:ln>
          <a:effectLst/>
          <a:scene3d>
            <a:camera prst="orthographicFront">
              <a:rot lat="0" lon="0" rev="0"/>
            </a:camera>
            <a:lightRig rig="contrasting" dir="t">
              <a:rot lat="0" lon="0" rev="7800000"/>
            </a:lightRig>
          </a:scene3d>
          <a:sp3d>
            <a:bevelT w="139700" h="139700"/>
          </a:sp3d>
        </p:spPr>
        <p:txBody>
          <a:bodyPr anchor="ctr">
            <a:normAutofit/>
          </a:bodyPr>
          <a:lstStyle>
            <a:lvl1pPr algn="ctr">
              <a:buNone/>
              <a:defRPr lang="en-US" sz="2000" b="1" kern="1200" baseline="0" dirty="0" smtClean="0">
                <a:solidFill>
                  <a:schemeClr val="tx1">
                    <a:lumMod val="75000"/>
                    <a:lumOff val="25000"/>
                  </a:schemeClr>
                </a:solidFill>
                <a:latin typeface="Arial" pitchFamily="34" charset="0"/>
                <a:ea typeface="+mn-ea"/>
                <a:cs typeface="Arial" pitchFamily="34" charset="0"/>
              </a:defRPr>
            </a:lvl1pPr>
          </a:lstStyle>
          <a:p>
            <a:pPr lvl="0"/>
            <a:r>
              <a:rPr lang="en-US" dirty="0" smtClean="0"/>
              <a:t>Click to edit Master text styles</a:t>
            </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Image with Paragarph Text">
    <p:spTree>
      <p:nvGrpSpPr>
        <p:cNvPr id="1" name=""/>
        <p:cNvGrpSpPr/>
        <p:nvPr/>
      </p:nvGrpSpPr>
      <p:grpSpPr>
        <a:xfrm>
          <a:off x="0" y="0"/>
          <a:ext cx="0" cy="0"/>
          <a:chOff x="0" y="0"/>
          <a:chExt cx="0" cy="0"/>
        </a:xfrm>
      </p:grpSpPr>
      <p:sp>
        <p:nvSpPr>
          <p:cNvPr id="2" name="Title 1"/>
          <p:cNvSpPr>
            <a:spLocks noGrp="1"/>
          </p:cNvSpPr>
          <p:nvPr>
            <p:ph type="title"/>
          </p:nvPr>
        </p:nvSpPr>
        <p:spPr>
          <a:xfrm>
            <a:off x="448140" y="140511"/>
            <a:ext cx="8229600" cy="553998"/>
          </a:xfrm>
        </p:spPr>
        <p:txBody>
          <a:bodyPr/>
          <a:lstStyle>
            <a:lvl1pPr>
              <a:defRPr/>
            </a:lvl1pPr>
          </a:lstStyle>
          <a:p>
            <a:r>
              <a:rPr lang="en-US" dirty="0" smtClean="0"/>
              <a:t>Click to edit Master title style</a:t>
            </a:r>
            <a:endParaRPr lang="en-IN" dirty="0"/>
          </a:p>
        </p:txBody>
      </p:sp>
      <p:sp>
        <p:nvSpPr>
          <p:cNvPr id="10" name="Picture Placeholder 8"/>
          <p:cNvSpPr>
            <a:spLocks noGrp="1"/>
          </p:cNvSpPr>
          <p:nvPr>
            <p:ph type="pic" sz="quarter" idx="10"/>
          </p:nvPr>
        </p:nvSpPr>
        <p:spPr>
          <a:xfrm>
            <a:off x="448140" y="1208314"/>
            <a:ext cx="4417774" cy="5046436"/>
          </a:xfrm>
        </p:spPr>
        <p:txBody>
          <a:bodyPr>
            <a:normAutofit/>
          </a:bodyPr>
          <a:lstStyle>
            <a:lvl1pPr>
              <a:buNone/>
              <a:defRPr/>
            </a:lvl1pPr>
          </a:lstStyle>
          <a:p>
            <a:pPr lvl="0"/>
            <a:endParaRPr lang="en-IN" noProof="0" dirty="0"/>
          </a:p>
        </p:txBody>
      </p:sp>
      <p:sp>
        <p:nvSpPr>
          <p:cNvPr id="13" name="Text Placeholder 11"/>
          <p:cNvSpPr>
            <a:spLocks noGrp="1"/>
          </p:cNvSpPr>
          <p:nvPr>
            <p:ph type="body" sz="quarter" idx="11"/>
          </p:nvPr>
        </p:nvSpPr>
        <p:spPr>
          <a:xfrm>
            <a:off x="5159829" y="2331357"/>
            <a:ext cx="3530146" cy="2800350"/>
          </a:xfrm>
        </p:spPr>
        <p:txBody>
          <a:bodyPr>
            <a:normAutofit/>
          </a:bodyPr>
          <a:lstStyle>
            <a:lvl1pPr marL="0" indent="0">
              <a:buNone/>
              <a:defRPr lang="en-US" sz="2000" kern="1200" dirty="0" smtClean="0">
                <a:solidFill>
                  <a:schemeClr val="tx1">
                    <a:lumMod val="65000"/>
                    <a:lumOff val="35000"/>
                  </a:schemeClr>
                </a:solidFill>
                <a:latin typeface="Arial"/>
                <a:ea typeface="+mn-ea"/>
                <a:cs typeface="Arial"/>
              </a:defRPr>
            </a:lvl1pPr>
            <a:lvl2pPr>
              <a:buNone/>
              <a:defRPr lang="en-US" sz="2000" kern="1200" dirty="0" smtClean="0">
                <a:solidFill>
                  <a:schemeClr val="tx1">
                    <a:lumMod val="65000"/>
                    <a:lumOff val="35000"/>
                  </a:schemeClr>
                </a:solidFill>
                <a:latin typeface="Arial"/>
                <a:ea typeface="+mn-ea"/>
                <a:cs typeface="Arial"/>
              </a:defRPr>
            </a:lvl2pPr>
            <a:lvl3pPr>
              <a:buNone/>
              <a:defRPr lang="en-US" sz="2000" kern="1200" dirty="0" smtClean="0">
                <a:solidFill>
                  <a:schemeClr val="tx1">
                    <a:lumMod val="65000"/>
                    <a:lumOff val="35000"/>
                  </a:schemeClr>
                </a:solidFill>
                <a:latin typeface="Arial"/>
                <a:ea typeface="+mn-ea"/>
                <a:cs typeface="Arial"/>
              </a:defRPr>
            </a:lvl3pPr>
            <a:lvl4pPr>
              <a:buNone/>
              <a:defRPr lang="en-US" sz="2000" kern="1200" dirty="0" smtClean="0">
                <a:solidFill>
                  <a:schemeClr val="tx1">
                    <a:lumMod val="65000"/>
                    <a:lumOff val="35000"/>
                  </a:schemeClr>
                </a:solidFill>
                <a:latin typeface="Arial"/>
                <a:ea typeface="+mn-ea"/>
                <a:cs typeface="Arial"/>
              </a:defRPr>
            </a:lvl4pPr>
            <a:lvl5pPr>
              <a:buNone/>
              <a:defRPr lang="en-IN" sz="2000" kern="1200" dirty="0" smtClean="0">
                <a:solidFill>
                  <a:schemeClr val="tx1">
                    <a:lumMod val="65000"/>
                    <a:lumOff val="35000"/>
                  </a:schemeClr>
                </a:solidFill>
                <a:latin typeface="Arial"/>
                <a:ea typeface="+mn-ea"/>
                <a:cs typeface="Arial"/>
              </a:defRPr>
            </a:lvl5pPr>
          </a:lstStyle>
          <a:p>
            <a:pPr lvl="0"/>
            <a:r>
              <a:rPr lang="en-US" dirty="0" smtClean="0"/>
              <a:t>Click to edit Master text styles</a:t>
            </a: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Image with Bullet Points">
    <p:spTree>
      <p:nvGrpSpPr>
        <p:cNvPr id="1" name=""/>
        <p:cNvGrpSpPr/>
        <p:nvPr/>
      </p:nvGrpSpPr>
      <p:grpSpPr>
        <a:xfrm>
          <a:off x="0" y="0"/>
          <a:ext cx="0" cy="0"/>
          <a:chOff x="0" y="0"/>
          <a:chExt cx="0" cy="0"/>
        </a:xfrm>
      </p:grpSpPr>
      <p:sp>
        <p:nvSpPr>
          <p:cNvPr id="7" name="Text Placeholder 6"/>
          <p:cNvSpPr>
            <a:spLocks noGrp="1"/>
          </p:cNvSpPr>
          <p:nvPr>
            <p:ph type="body" sz="quarter" idx="11"/>
          </p:nvPr>
        </p:nvSpPr>
        <p:spPr>
          <a:xfrm>
            <a:off x="5173663" y="2204017"/>
            <a:ext cx="3516312" cy="3055030"/>
          </a:xfrm>
        </p:spPr>
        <p:txBody>
          <a:bodyPr/>
          <a:lstStyle>
            <a:lvl1pPr>
              <a:buClr>
                <a:srgbClr val="0070C0"/>
              </a:buClr>
              <a:buFont typeface="Arial" pitchFamily="34" charset="0"/>
              <a:buChar char="•"/>
              <a:defRPr/>
            </a:lvl1pPr>
          </a:lstStyle>
          <a:p>
            <a:pPr lvl="0"/>
            <a:r>
              <a:rPr lang="en-US" dirty="0" smtClean="0"/>
              <a:t>Click to edit Master text styles</a:t>
            </a:r>
          </a:p>
        </p:txBody>
      </p:sp>
      <p:sp>
        <p:nvSpPr>
          <p:cNvPr id="5" name="Picture Placeholder 8"/>
          <p:cNvSpPr>
            <a:spLocks noGrp="1"/>
          </p:cNvSpPr>
          <p:nvPr>
            <p:ph type="pic" sz="quarter" idx="10"/>
          </p:nvPr>
        </p:nvSpPr>
        <p:spPr>
          <a:xfrm>
            <a:off x="448140" y="1208314"/>
            <a:ext cx="4417774" cy="5046436"/>
          </a:xfrm>
        </p:spPr>
        <p:txBody>
          <a:bodyPr>
            <a:normAutofit/>
          </a:bodyPr>
          <a:lstStyle>
            <a:lvl1pPr>
              <a:buNone/>
              <a:defRPr/>
            </a:lvl1pPr>
          </a:lstStyle>
          <a:p>
            <a:pPr lvl="0"/>
            <a:endParaRPr lang="en-IN" noProof="0" dirty="0"/>
          </a:p>
        </p:txBody>
      </p:sp>
      <p:sp>
        <p:nvSpPr>
          <p:cNvPr id="8" name="Title 1"/>
          <p:cNvSpPr>
            <a:spLocks noGrp="1"/>
          </p:cNvSpPr>
          <p:nvPr>
            <p:ph type="title"/>
          </p:nvPr>
        </p:nvSpPr>
        <p:spPr>
          <a:xfrm>
            <a:off x="448140" y="140511"/>
            <a:ext cx="8229600" cy="553998"/>
          </a:xfrm>
        </p:spPr>
        <p:txBody>
          <a:bodyPr/>
          <a:lstStyle>
            <a:lvl1pPr>
              <a:defRPr/>
            </a:lvl1pPr>
          </a:lstStyle>
          <a:p>
            <a:r>
              <a:rPr lang="en-US" dirty="0" smtClean="0"/>
              <a:t>Click to edit Master title style</a:t>
            </a:r>
            <a:endParaRPr lang="en-IN"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Horizonatal image with p text">
    <p:spTree>
      <p:nvGrpSpPr>
        <p:cNvPr id="1" name=""/>
        <p:cNvGrpSpPr/>
        <p:nvPr/>
      </p:nvGrpSpPr>
      <p:grpSpPr>
        <a:xfrm>
          <a:off x="0" y="0"/>
          <a:ext cx="0" cy="0"/>
          <a:chOff x="0" y="0"/>
          <a:chExt cx="0" cy="0"/>
        </a:xfrm>
      </p:grpSpPr>
      <p:sp>
        <p:nvSpPr>
          <p:cNvPr id="6" name="Title 1"/>
          <p:cNvSpPr>
            <a:spLocks noGrp="1"/>
          </p:cNvSpPr>
          <p:nvPr>
            <p:ph type="title"/>
          </p:nvPr>
        </p:nvSpPr>
        <p:spPr>
          <a:xfrm>
            <a:off x="457200" y="140511"/>
            <a:ext cx="8229600" cy="553998"/>
          </a:xfrm>
        </p:spPr>
        <p:txBody>
          <a:bodyPr/>
          <a:lstStyle>
            <a:lvl1pPr marL="0" marR="0" indent="0" defTabSz="457200" rtl="0" eaLnBrk="1" fontAlgn="auto" latinLnBrk="0" hangingPunct="1">
              <a:lnSpc>
                <a:spcPct val="100000"/>
              </a:lnSpc>
              <a:spcBef>
                <a:spcPct val="0"/>
              </a:spcBef>
              <a:spcAft>
                <a:spcPts val="0"/>
              </a:spcAft>
              <a:tabLst/>
              <a:defRPr baseline="0"/>
            </a:lvl1pPr>
          </a:lstStyle>
          <a:p>
            <a:pPr lvl="0"/>
            <a:r>
              <a:rPr lang="en-US" noProof="0" dirty="0" smtClean="0"/>
              <a:t>Click to edit Master title style</a:t>
            </a:r>
            <a:endParaRPr lang="en-US" noProof="0" dirty="0"/>
          </a:p>
        </p:txBody>
      </p:sp>
      <p:sp>
        <p:nvSpPr>
          <p:cNvPr id="10" name="Picture Placeholder 8"/>
          <p:cNvSpPr>
            <a:spLocks noGrp="1"/>
          </p:cNvSpPr>
          <p:nvPr>
            <p:ph type="pic" sz="quarter" idx="10"/>
          </p:nvPr>
        </p:nvSpPr>
        <p:spPr>
          <a:xfrm>
            <a:off x="460376" y="1103313"/>
            <a:ext cx="8229600" cy="3149600"/>
          </a:xfrm>
        </p:spPr>
        <p:txBody>
          <a:bodyPr>
            <a:normAutofit/>
          </a:bodyPr>
          <a:lstStyle>
            <a:lvl1pPr>
              <a:buNone/>
              <a:defRPr/>
            </a:lvl1pPr>
          </a:lstStyle>
          <a:p>
            <a:pPr lvl="0"/>
            <a:endParaRPr lang="en-IN" noProof="0" dirty="0"/>
          </a:p>
        </p:txBody>
      </p:sp>
      <p:sp>
        <p:nvSpPr>
          <p:cNvPr id="12" name="Text Placeholder 11"/>
          <p:cNvSpPr>
            <a:spLocks noGrp="1"/>
          </p:cNvSpPr>
          <p:nvPr>
            <p:ph type="body" sz="quarter" idx="11"/>
          </p:nvPr>
        </p:nvSpPr>
        <p:spPr>
          <a:xfrm>
            <a:off x="1146289" y="4498975"/>
            <a:ext cx="6851423" cy="1495425"/>
          </a:xfrm>
        </p:spPr>
        <p:txBody>
          <a:bodyPr>
            <a:normAutofit/>
          </a:bodyPr>
          <a:lstStyle>
            <a:lvl1pPr marL="0" indent="0">
              <a:buFont typeface="Arial" pitchFamily="34" charset="0"/>
              <a:buNone/>
              <a:defRPr lang="en-US" sz="2000" kern="1200" dirty="0" smtClean="0">
                <a:solidFill>
                  <a:srgbClr val="595959"/>
                </a:solidFill>
                <a:latin typeface="+mn-lt"/>
                <a:ea typeface="+mn-ea"/>
                <a:cs typeface="+mn-cs"/>
              </a:defRPr>
            </a:lvl1pPr>
          </a:lstStyle>
          <a:p>
            <a:pPr lvl="0"/>
            <a:r>
              <a:rPr lang="en-US" dirty="0" smtClean="0"/>
              <a:t>Click to edit Master text styles</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Horizonatal image with Bullet Points">
    <p:spTree>
      <p:nvGrpSpPr>
        <p:cNvPr id="1" name=""/>
        <p:cNvGrpSpPr/>
        <p:nvPr/>
      </p:nvGrpSpPr>
      <p:grpSpPr>
        <a:xfrm>
          <a:off x="0" y="0"/>
          <a:ext cx="0" cy="0"/>
          <a:chOff x="0" y="0"/>
          <a:chExt cx="0" cy="0"/>
        </a:xfrm>
      </p:grpSpPr>
      <p:sp>
        <p:nvSpPr>
          <p:cNvPr id="6" name="Title 1"/>
          <p:cNvSpPr>
            <a:spLocks noGrp="1"/>
          </p:cNvSpPr>
          <p:nvPr>
            <p:ph type="title"/>
          </p:nvPr>
        </p:nvSpPr>
        <p:spPr>
          <a:xfrm>
            <a:off x="460374" y="140511"/>
            <a:ext cx="8229601" cy="553998"/>
          </a:xfrm>
        </p:spPr>
        <p:txBody>
          <a:bodyPr/>
          <a:lstStyle>
            <a:lvl1pPr marL="0" marR="0" indent="0" defTabSz="457200" rtl="0" eaLnBrk="1" fontAlgn="auto" latinLnBrk="0" hangingPunct="1">
              <a:lnSpc>
                <a:spcPct val="100000"/>
              </a:lnSpc>
              <a:spcBef>
                <a:spcPct val="0"/>
              </a:spcBef>
              <a:spcAft>
                <a:spcPts val="0"/>
              </a:spcAft>
              <a:tabLst/>
              <a:defRPr baseline="0"/>
            </a:lvl1pPr>
          </a:lstStyle>
          <a:p>
            <a:pPr lvl="0"/>
            <a:r>
              <a:rPr lang="en-US" noProof="0" dirty="0" smtClean="0"/>
              <a:t>Click to edit Master title style</a:t>
            </a:r>
            <a:endParaRPr lang="en-US" noProof="0" dirty="0"/>
          </a:p>
        </p:txBody>
      </p:sp>
      <p:sp>
        <p:nvSpPr>
          <p:cNvPr id="10" name="Picture Placeholder 8"/>
          <p:cNvSpPr>
            <a:spLocks noGrp="1"/>
          </p:cNvSpPr>
          <p:nvPr>
            <p:ph type="pic" sz="quarter" idx="10"/>
          </p:nvPr>
        </p:nvSpPr>
        <p:spPr>
          <a:xfrm>
            <a:off x="460376" y="1103313"/>
            <a:ext cx="8229600" cy="2699430"/>
          </a:xfrm>
        </p:spPr>
        <p:txBody>
          <a:bodyPr>
            <a:normAutofit/>
          </a:bodyPr>
          <a:lstStyle>
            <a:lvl1pPr>
              <a:buNone/>
              <a:defRPr/>
            </a:lvl1pPr>
          </a:lstStyle>
          <a:p>
            <a:pPr lvl="0"/>
            <a:endParaRPr lang="en-IN" noProof="0" dirty="0"/>
          </a:p>
        </p:txBody>
      </p:sp>
      <p:sp>
        <p:nvSpPr>
          <p:cNvPr id="16" name="Text Placeholder 14"/>
          <p:cNvSpPr>
            <a:spLocks noGrp="1"/>
          </p:cNvSpPr>
          <p:nvPr>
            <p:ph type="body" sz="quarter" idx="14"/>
          </p:nvPr>
        </p:nvSpPr>
        <p:spPr>
          <a:xfrm>
            <a:off x="1130300" y="4508500"/>
            <a:ext cx="6883400" cy="1498600"/>
          </a:xfrm>
        </p:spPr>
        <p:txBody>
          <a:bodyPr>
            <a:normAutofit/>
          </a:bodyPr>
          <a:lstStyle>
            <a:lvl1pPr>
              <a:buClr>
                <a:srgbClr val="0070C0"/>
              </a:buClr>
              <a:buFont typeface="Arial" pitchFamily="34" charset="0"/>
              <a:buChar char="•"/>
              <a:defRPr sz="2000" baseline="0"/>
            </a:lvl1pPr>
          </a:lstStyle>
          <a:p>
            <a:pPr lvl="0"/>
            <a:r>
              <a:rPr lang="en-US" dirty="0" smtClean="0"/>
              <a:t>Click to edit Master text styles</a:t>
            </a: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Case in point">
    <p:spTree>
      <p:nvGrpSpPr>
        <p:cNvPr id="1" name=""/>
        <p:cNvGrpSpPr/>
        <p:nvPr/>
      </p:nvGrpSpPr>
      <p:grpSpPr>
        <a:xfrm>
          <a:off x="0" y="0"/>
          <a:ext cx="0" cy="0"/>
          <a:chOff x="0" y="0"/>
          <a:chExt cx="0" cy="0"/>
        </a:xfrm>
      </p:grpSpPr>
      <p:sp>
        <p:nvSpPr>
          <p:cNvPr id="7" name="Rectangle 9"/>
          <p:cNvSpPr/>
          <p:nvPr userDrawn="1"/>
        </p:nvSpPr>
        <p:spPr>
          <a:xfrm>
            <a:off x="0" y="647700"/>
            <a:ext cx="9144000" cy="30480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IN"/>
          </a:p>
        </p:txBody>
      </p:sp>
      <p:sp>
        <p:nvSpPr>
          <p:cNvPr id="8" name="Rectangle 1"/>
          <p:cNvSpPr>
            <a:spLocks noChangeArrowheads="1"/>
          </p:cNvSpPr>
          <p:nvPr userDrawn="1"/>
        </p:nvSpPr>
        <p:spPr bwMode="auto">
          <a:xfrm>
            <a:off x="-4763" y="5486400"/>
            <a:ext cx="8542338" cy="685800"/>
          </a:xfrm>
          <a:prstGeom prst="rect">
            <a:avLst/>
          </a:prstGeom>
          <a:gradFill rotWithShape="1">
            <a:gsLst>
              <a:gs pos="0">
                <a:srgbClr val="77787D"/>
              </a:gs>
              <a:gs pos="50000">
                <a:srgbClr val="ADAEB5"/>
              </a:gs>
              <a:gs pos="100000">
                <a:srgbClr val="CED0D8"/>
              </a:gs>
            </a:gsLst>
            <a:lin ang="5400000" scaled="1"/>
          </a:gradFill>
          <a:ln w="9525">
            <a:noFill/>
            <a:miter lim="800000"/>
            <a:headEnd/>
            <a:tailEnd/>
          </a:ln>
        </p:spPr>
        <p:txBody>
          <a:bodyPr/>
          <a:lstStyle/>
          <a:p>
            <a:pPr fontAlgn="auto">
              <a:spcBef>
                <a:spcPts val="0"/>
              </a:spcBef>
              <a:spcAft>
                <a:spcPts val="0"/>
              </a:spcAft>
              <a:defRPr/>
            </a:pPr>
            <a:endParaRPr lang="en-US">
              <a:latin typeface="+mn-lt"/>
            </a:endParaRPr>
          </a:p>
        </p:txBody>
      </p:sp>
      <p:sp>
        <p:nvSpPr>
          <p:cNvPr id="9" name="Rectangle 2"/>
          <p:cNvSpPr>
            <a:spLocks noChangeArrowheads="1"/>
          </p:cNvSpPr>
          <p:nvPr userDrawn="1"/>
        </p:nvSpPr>
        <p:spPr bwMode="auto">
          <a:xfrm>
            <a:off x="-4763" y="5611813"/>
            <a:ext cx="8542338" cy="407987"/>
          </a:xfrm>
          <a:prstGeom prst="rect">
            <a:avLst/>
          </a:prstGeom>
          <a:gradFill rotWithShape="1">
            <a:gsLst>
              <a:gs pos="0">
                <a:srgbClr val="494A58"/>
              </a:gs>
              <a:gs pos="50000">
                <a:srgbClr val="6C6E81"/>
              </a:gs>
              <a:gs pos="100000">
                <a:srgbClr val="81849B"/>
              </a:gs>
            </a:gsLst>
            <a:lin ang="5400000" scaled="1"/>
          </a:gradFill>
          <a:ln w="9525">
            <a:noFill/>
            <a:miter lim="800000"/>
            <a:headEnd/>
            <a:tailEnd/>
          </a:ln>
        </p:spPr>
        <p:txBody>
          <a:bodyPr/>
          <a:lstStyle/>
          <a:p>
            <a:pPr fontAlgn="auto">
              <a:spcBef>
                <a:spcPts val="0"/>
              </a:spcBef>
              <a:spcAft>
                <a:spcPts val="0"/>
              </a:spcAft>
              <a:defRPr/>
            </a:pPr>
            <a:endParaRPr lang="en-US">
              <a:latin typeface="+mn-lt"/>
            </a:endParaRPr>
          </a:p>
        </p:txBody>
      </p:sp>
      <p:sp>
        <p:nvSpPr>
          <p:cNvPr id="10" name="Right Arrow 14"/>
          <p:cNvSpPr/>
          <p:nvPr userDrawn="1"/>
        </p:nvSpPr>
        <p:spPr>
          <a:xfrm>
            <a:off x="5037138" y="773113"/>
            <a:ext cx="160337" cy="315912"/>
          </a:xfrm>
          <a:prstGeom prst="rightArrow">
            <a:avLst>
              <a:gd name="adj1" fmla="val 50000"/>
              <a:gd name="adj2" fmla="val 201887"/>
            </a:avLst>
          </a:prstGeom>
          <a:solidFill>
            <a:srgbClr val="03A3D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23" name="Text Placeholder 11"/>
          <p:cNvSpPr>
            <a:spLocks noGrp="1"/>
          </p:cNvSpPr>
          <p:nvPr>
            <p:ph type="body" sz="quarter" idx="10"/>
          </p:nvPr>
        </p:nvSpPr>
        <p:spPr>
          <a:xfrm>
            <a:off x="1023713" y="1164317"/>
            <a:ext cx="3929063" cy="479424"/>
          </a:xfrm>
        </p:spPr>
        <p:txBody>
          <a:bodyPr>
            <a:noAutofit/>
          </a:bodyPr>
          <a:lstStyle>
            <a:lvl1pPr marL="231775" marR="0" indent="-231775" algn="r" defTabSz="457200" rtl="0" eaLnBrk="1" fontAlgn="auto" latinLnBrk="0" hangingPunct="1">
              <a:lnSpc>
                <a:spcPct val="100000"/>
              </a:lnSpc>
              <a:spcBef>
                <a:spcPct val="20000"/>
              </a:spcBef>
              <a:spcAft>
                <a:spcPts val="0"/>
              </a:spcAft>
              <a:buClrTx/>
              <a:buSzTx/>
              <a:buFont typeface="Arial"/>
              <a:buNone/>
              <a:tabLst/>
              <a:defRPr lang="en-US" sz="2800" b="1" kern="1200" baseline="0" dirty="0" smtClean="0">
                <a:solidFill>
                  <a:srgbClr val="3C3D48"/>
                </a:solidFill>
                <a:latin typeface="+mj-lt"/>
                <a:ea typeface="+mj-ea"/>
                <a:cs typeface="+mj-cs"/>
              </a:defRPr>
            </a:lvl1pPr>
            <a:lvl2pPr>
              <a:defRPr lang="en-US" sz="2800" b="1" kern="1200" dirty="0" smtClean="0">
                <a:solidFill>
                  <a:srgbClr val="3C3D48"/>
                </a:solidFill>
                <a:latin typeface="Gill Sans MT" pitchFamily="34" charset="0"/>
                <a:ea typeface="+mj-ea"/>
                <a:cs typeface="+mj-cs"/>
              </a:defRPr>
            </a:lvl2pPr>
            <a:lvl3pPr>
              <a:defRPr lang="en-US" sz="2800" b="1" kern="1200" dirty="0" smtClean="0">
                <a:solidFill>
                  <a:srgbClr val="3C3D48"/>
                </a:solidFill>
                <a:latin typeface="Gill Sans MT" pitchFamily="34" charset="0"/>
                <a:ea typeface="+mj-ea"/>
                <a:cs typeface="+mj-cs"/>
              </a:defRPr>
            </a:lvl3pPr>
            <a:lvl4pPr>
              <a:defRPr lang="en-US" sz="2800" b="1" kern="1200" dirty="0" smtClean="0">
                <a:solidFill>
                  <a:srgbClr val="3C3D48"/>
                </a:solidFill>
                <a:latin typeface="Gill Sans MT" pitchFamily="34" charset="0"/>
                <a:ea typeface="+mj-ea"/>
                <a:cs typeface="+mj-cs"/>
              </a:defRPr>
            </a:lvl4pPr>
            <a:lvl5pPr>
              <a:defRPr lang="en-IN" sz="2800" b="1" kern="1200" dirty="0">
                <a:solidFill>
                  <a:srgbClr val="3C3D48"/>
                </a:solidFill>
                <a:latin typeface="Gill Sans MT" pitchFamily="34" charset="0"/>
                <a:ea typeface="+mj-ea"/>
                <a:cs typeface="+mj-cs"/>
              </a:defRPr>
            </a:lvl5pPr>
          </a:lstStyle>
          <a:p>
            <a:pPr lvl="0"/>
            <a:r>
              <a:rPr lang="en-US" dirty="0" smtClean="0"/>
              <a:t>Click to edit Master text styles</a:t>
            </a:r>
          </a:p>
        </p:txBody>
      </p:sp>
      <p:sp>
        <p:nvSpPr>
          <p:cNvPr id="24" name="Text Placeholder 11"/>
          <p:cNvSpPr>
            <a:spLocks noGrp="1"/>
          </p:cNvSpPr>
          <p:nvPr>
            <p:ph type="body" sz="quarter" idx="11"/>
          </p:nvPr>
        </p:nvSpPr>
        <p:spPr>
          <a:xfrm>
            <a:off x="1023713" y="758593"/>
            <a:ext cx="3929063" cy="286438"/>
          </a:xfrm>
        </p:spPr>
        <p:txBody>
          <a:bodyPr>
            <a:noAutofit/>
          </a:bodyPr>
          <a:lstStyle>
            <a:lvl1pPr marL="231775" marR="0" indent="-231775" algn="r" defTabSz="457200" rtl="0" eaLnBrk="1" fontAlgn="auto" latinLnBrk="0" hangingPunct="1">
              <a:lnSpc>
                <a:spcPct val="100000"/>
              </a:lnSpc>
              <a:spcBef>
                <a:spcPct val="20000"/>
              </a:spcBef>
              <a:spcAft>
                <a:spcPts val="0"/>
              </a:spcAft>
              <a:buClrTx/>
              <a:buSzTx/>
              <a:buFont typeface="Arial"/>
              <a:buNone/>
              <a:tabLst/>
              <a:defRPr lang="en-US" sz="1600" b="1" kern="1200" dirty="0" smtClean="0">
                <a:solidFill>
                  <a:srgbClr val="A1A2B1"/>
                </a:solidFill>
                <a:latin typeface="+mj-lt"/>
                <a:ea typeface="+mj-ea"/>
                <a:cs typeface="+mj-cs"/>
              </a:defRPr>
            </a:lvl1pPr>
            <a:lvl2pPr>
              <a:defRPr lang="en-US" sz="2800" b="1" kern="1200" dirty="0" smtClean="0">
                <a:solidFill>
                  <a:srgbClr val="3C3D48"/>
                </a:solidFill>
                <a:latin typeface="Gill Sans MT" pitchFamily="34" charset="0"/>
                <a:ea typeface="+mj-ea"/>
                <a:cs typeface="+mj-cs"/>
              </a:defRPr>
            </a:lvl2pPr>
            <a:lvl3pPr>
              <a:defRPr lang="en-US" sz="2800" b="1" kern="1200" dirty="0" smtClean="0">
                <a:solidFill>
                  <a:srgbClr val="3C3D48"/>
                </a:solidFill>
                <a:latin typeface="Gill Sans MT" pitchFamily="34" charset="0"/>
                <a:ea typeface="+mj-ea"/>
                <a:cs typeface="+mj-cs"/>
              </a:defRPr>
            </a:lvl3pPr>
            <a:lvl4pPr>
              <a:defRPr lang="en-US" sz="2800" b="1" kern="1200" dirty="0" smtClean="0">
                <a:solidFill>
                  <a:srgbClr val="3C3D48"/>
                </a:solidFill>
                <a:latin typeface="Gill Sans MT" pitchFamily="34" charset="0"/>
                <a:ea typeface="+mj-ea"/>
                <a:cs typeface="+mj-cs"/>
              </a:defRPr>
            </a:lvl4pPr>
            <a:lvl5pPr>
              <a:defRPr lang="en-IN" sz="2800" b="1" kern="1200" dirty="0">
                <a:solidFill>
                  <a:srgbClr val="3C3D48"/>
                </a:solidFill>
                <a:latin typeface="Gill Sans MT" pitchFamily="34" charset="0"/>
                <a:ea typeface="+mj-ea"/>
                <a:cs typeface="+mj-cs"/>
              </a:defRPr>
            </a:lvl5pPr>
          </a:lstStyle>
          <a:p>
            <a:pPr lvl="0"/>
            <a:r>
              <a:rPr lang="en-US" dirty="0" smtClean="0"/>
              <a:t>Click to edit Master text styles</a:t>
            </a:r>
          </a:p>
        </p:txBody>
      </p:sp>
      <p:sp>
        <p:nvSpPr>
          <p:cNvPr id="27" name="Text Placeholder 11"/>
          <p:cNvSpPr>
            <a:spLocks noGrp="1"/>
          </p:cNvSpPr>
          <p:nvPr>
            <p:ph type="body" sz="quarter" idx="12"/>
          </p:nvPr>
        </p:nvSpPr>
        <p:spPr>
          <a:xfrm>
            <a:off x="903515" y="2104328"/>
            <a:ext cx="4049262" cy="1596815"/>
          </a:xfrm>
        </p:spPr>
        <p:txBody>
          <a:bodyPr>
            <a:normAutofit/>
          </a:bodyPr>
          <a:lstStyle>
            <a:lvl1pPr marL="231775" marR="0" indent="-231775" algn="r" defTabSz="457200" rtl="0" eaLnBrk="1" fontAlgn="auto" latinLnBrk="0" hangingPunct="1">
              <a:lnSpc>
                <a:spcPct val="100000"/>
              </a:lnSpc>
              <a:spcBef>
                <a:spcPct val="20000"/>
              </a:spcBef>
              <a:spcAft>
                <a:spcPts val="0"/>
              </a:spcAft>
              <a:buClrTx/>
              <a:buSzTx/>
              <a:buFont typeface="Arial"/>
              <a:buNone/>
              <a:tabLst/>
              <a:defRPr lang="en-IN" sz="1600" kern="1200" baseline="0">
                <a:solidFill>
                  <a:schemeClr val="accent6">
                    <a:lumMod val="75000"/>
                  </a:schemeClr>
                </a:solidFill>
                <a:latin typeface="+mj-lt"/>
                <a:ea typeface="+mn-ea"/>
                <a:cs typeface="+mn-cs"/>
              </a:defRPr>
            </a:lvl1pPr>
            <a:lvl2pPr>
              <a:defRPr lang="en-US" sz="2800" b="1" kern="1200" dirty="0" smtClean="0">
                <a:solidFill>
                  <a:srgbClr val="3C3D48"/>
                </a:solidFill>
                <a:latin typeface="Gill Sans MT" pitchFamily="34" charset="0"/>
                <a:ea typeface="+mj-ea"/>
                <a:cs typeface="+mj-cs"/>
              </a:defRPr>
            </a:lvl2pPr>
            <a:lvl3pPr>
              <a:defRPr lang="en-US" sz="2800" b="1" kern="1200" dirty="0" smtClean="0">
                <a:solidFill>
                  <a:srgbClr val="3C3D48"/>
                </a:solidFill>
                <a:latin typeface="Gill Sans MT" pitchFamily="34" charset="0"/>
                <a:ea typeface="+mj-ea"/>
                <a:cs typeface="+mj-cs"/>
              </a:defRPr>
            </a:lvl3pPr>
            <a:lvl4pPr>
              <a:defRPr lang="en-US" sz="2800" b="1" kern="1200" dirty="0" smtClean="0">
                <a:solidFill>
                  <a:srgbClr val="3C3D48"/>
                </a:solidFill>
                <a:latin typeface="Gill Sans MT" pitchFamily="34" charset="0"/>
                <a:ea typeface="+mj-ea"/>
                <a:cs typeface="+mj-cs"/>
              </a:defRPr>
            </a:lvl4pPr>
            <a:lvl5pPr>
              <a:defRPr lang="en-IN" sz="2800" b="1" kern="1200" dirty="0">
                <a:solidFill>
                  <a:srgbClr val="3C3D48"/>
                </a:solidFill>
                <a:latin typeface="Gill Sans MT" pitchFamily="34" charset="0"/>
                <a:ea typeface="+mj-ea"/>
                <a:cs typeface="+mj-cs"/>
              </a:defRPr>
            </a:lvl5pPr>
          </a:lstStyle>
          <a:p>
            <a:pPr lvl="0"/>
            <a:r>
              <a:rPr lang="en-US" dirty="0" smtClean="0"/>
              <a:t>Click to edit Master text styles</a:t>
            </a:r>
          </a:p>
        </p:txBody>
      </p:sp>
      <p:sp>
        <p:nvSpPr>
          <p:cNvPr id="40" name="Picture Placeholder 38"/>
          <p:cNvSpPr>
            <a:spLocks noGrp="1"/>
          </p:cNvSpPr>
          <p:nvPr>
            <p:ph type="pic" sz="quarter" idx="14"/>
          </p:nvPr>
        </p:nvSpPr>
        <p:spPr>
          <a:xfrm>
            <a:off x="5690960" y="490538"/>
            <a:ext cx="2874963" cy="5692775"/>
          </a:xfrm>
          <a:ln>
            <a:noFill/>
          </a:ln>
          <a:effectLst/>
          <a:scene3d>
            <a:camera prst="orthographicFront"/>
            <a:lightRig rig="flood" dir="t">
              <a:rot lat="0" lon="0" rev="0"/>
            </a:lightRig>
          </a:scene3d>
          <a:sp3d prstMaterial="plastic">
            <a:bevelT w="0" h="0" prst="divot"/>
            <a:bevelB w="0" h="0"/>
          </a:sp3d>
        </p:spPr>
        <p:txBody>
          <a:bodyPr>
            <a:normAutofit/>
            <a:flatTx/>
          </a:bodyPr>
          <a:lstStyle>
            <a:lvl1pPr>
              <a:buNone/>
              <a:defRPr>
                <a:effectLst/>
              </a:defRPr>
            </a:lvl1pPr>
          </a:lstStyle>
          <a:p>
            <a:pPr lvl="0"/>
            <a:endParaRPr lang="en-IN" noProof="0" dirty="0"/>
          </a:p>
        </p:txBody>
      </p:sp>
      <p:sp>
        <p:nvSpPr>
          <p:cNvPr id="12" name="Text Placeholder 11"/>
          <p:cNvSpPr>
            <a:spLocks noGrp="1"/>
          </p:cNvSpPr>
          <p:nvPr>
            <p:ph type="body" sz="quarter" idx="16"/>
          </p:nvPr>
        </p:nvSpPr>
        <p:spPr>
          <a:xfrm>
            <a:off x="903515" y="3864429"/>
            <a:ext cx="4049262" cy="1545771"/>
          </a:xfrm>
        </p:spPr>
        <p:txBody>
          <a:bodyPr>
            <a:normAutofit/>
          </a:bodyPr>
          <a:lstStyle>
            <a:lvl1pPr marL="231775" marR="0" indent="-231775" algn="r" defTabSz="457200" rtl="0" eaLnBrk="1" fontAlgn="auto" latinLnBrk="0" hangingPunct="1">
              <a:lnSpc>
                <a:spcPct val="100000"/>
              </a:lnSpc>
              <a:spcBef>
                <a:spcPct val="20000"/>
              </a:spcBef>
              <a:spcAft>
                <a:spcPts val="0"/>
              </a:spcAft>
              <a:buClrTx/>
              <a:buSzTx/>
              <a:buFont typeface="Arial"/>
              <a:buNone/>
              <a:tabLst/>
              <a:defRPr lang="en-IN" sz="1400" kern="1200" baseline="0">
                <a:solidFill>
                  <a:srgbClr val="0070C0"/>
                </a:solidFill>
                <a:latin typeface="+mj-lt"/>
                <a:ea typeface="+mn-ea"/>
                <a:cs typeface="+mn-cs"/>
              </a:defRPr>
            </a:lvl1pPr>
            <a:lvl2pPr>
              <a:defRPr lang="en-US" sz="2800" b="1" kern="1200" dirty="0" smtClean="0">
                <a:solidFill>
                  <a:srgbClr val="3C3D48"/>
                </a:solidFill>
                <a:latin typeface="Gill Sans MT" pitchFamily="34" charset="0"/>
                <a:ea typeface="+mj-ea"/>
                <a:cs typeface="+mj-cs"/>
              </a:defRPr>
            </a:lvl2pPr>
            <a:lvl3pPr>
              <a:defRPr lang="en-US" sz="2800" b="1" kern="1200" dirty="0" smtClean="0">
                <a:solidFill>
                  <a:srgbClr val="3C3D48"/>
                </a:solidFill>
                <a:latin typeface="Gill Sans MT" pitchFamily="34" charset="0"/>
                <a:ea typeface="+mj-ea"/>
                <a:cs typeface="+mj-cs"/>
              </a:defRPr>
            </a:lvl3pPr>
            <a:lvl4pPr>
              <a:defRPr lang="en-US" sz="2800" b="1" kern="1200" dirty="0" smtClean="0">
                <a:solidFill>
                  <a:srgbClr val="3C3D48"/>
                </a:solidFill>
                <a:latin typeface="Gill Sans MT" pitchFamily="34" charset="0"/>
                <a:ea typeface="+mj-ea"/>
                <a:cs typeface="+mj-cs"/>
              </a:defRPr>
            </a:lvl4pPr>
            <a:lvl5pPr>
              <a:defRPr lang="en-IN" sz="2800" b="1" kern="1200" dirty="0">
                <a:solidFill>
                  <a:srgbClr val="3C3D48"/>
                </a:solidFill>
                <a:latin typeface="Gill Sans MT" pitchFamily="34" charset="0"/>
                <a:ea typeface="+mj-ea"/>
                <a:cs typeface="+mj-cs"/>
              </a:defRPr>
            </a:lvl5pPr>
          </a:lstStyle>
          <a:p>
            <a:pPr lvl="0"/>
            <a:r>
              <a:rPr lang="en-US" dirty="0" smtClean="0"/>
              <a:t>Click to edit Master text styles</a:t>
            </a: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2_Case in point">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10" name="Right Arrow 22"/>
          <p:cNvSpPr/>
          <p:nvPr userDrawn="1"/>
        </p:nvSpPr>
        <p:spPr>
          <a:xfrm flipH="1">
            <a:off x="3727450" y="1165225"/>
            <a:ext cx="158750" cy="312738"/>
          </a:xfrm>
          <a:prstGeom prst="rightArrow">
            <a:avLst>
              <a:gd name="adj1" fmla="val 50000"/>
              <a:gd name="adj2" fmla="val 201887"/>
            </a:avLst>
          </a:prstGeom>
          <a:solidFill>
            <a:srgbClr val="03A3D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11" name="Right Arrow 33"/>
          <p:cNvSpPr/>
          <p:nvPr userDrawn="1"/>
        </p:nvSpPr>
        <p:spPr>
          <a:xfrm flipH="1">
            <a:off x="3727450" y="2846388"/>
            <a:ext cx="158750" cy="312737"/>
          </a:xfrm>
          <a:prstGeom prst="rightArrow">
            <a:avLst>
              <a:gd name="adj1" fmla="val 50000"/>
              <a:gd name="adj2" fmla="val 201887"/>
            </a:avLst>
          </a:prstGeom>
          <a:solidFill>
            <a:srgbClr val="03A3D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12" name="Right Arrow 37"/>
          <p:cNvSpPr/>
          <p:nvPr userDrawn="1"/>
        </p:nvSpPr>
        <p:spPr>
          <a:xfrm flipH="1">
            <a:off x="3727450" y="4562475"/>
            <a:ext cx="158750" cy="312738"/>
          </a:xfrm>
          <a:prstGeom prst="rightArrow">
            <a:avLst>
              <a:gd name="adj1" fmla="val 50000"/>
              <a:gd name="adj2" fmla="val 201887"/>
            </a:avLst>
          </a:prstGeom>
          <a:solidFill>
            <a:srgbClr val="03A3D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28" name="Picture Placeholder 25"/>
          <p:cNvSpPr>
            <a:spLocks noGrp="1"/>
          </p:cNvSpPr>
          <p:nvPr>
            <p:ph type="pic" sz="quarter" idx="10"/>
          </p:nvPr>
        </p:nvSpPr>
        <p:spPr>
          <a:xfrm>
            <a:off x="451756" y="1668732"/>
            <a:ext cx="2590800" cy="3873500"/>
          </a:xfrm>
        </p:spPr>
        <p:txBody>
          <a:bodyPr>
            <a:normAutofit/>
          </a:bodyPr>
          <a:lstStyle/>
          <a:p>
            <a:pPr lvl="0"/>
            <a:endParaRPr lang="en-IN" noProof="0"/>
          </a:p>
        </p:txBody>
      </p:sp>
      <p:sp>
        <p:nvSpPr>
          <p:cNvPr id="37" name="Text Placeholder 34"/>
          <p:cNvSpPr>
            <a:spLocks noGrp="1"/>
          </p:cNvSpPr>
          <p:nvPr>
            <p:ph type="body" sz="quarter" idx="12"/>
          </p:nvPr>
        </p:nvSpPr>
        <p:spPr>
          <a:xfrm>
            <a:off x="3990974" y="1565729"/>
            <a:ext cx="4686301" cy="1152071"/>
          </a:xfrm>
        </p:spPr>
        <p:txBody>
          <a:bodyPr>
            <a:normAutofit/>
          </a:bodyPr>
          <a:lstStyle>
            <a:lvl1pPr marL="0" indent="0">
              <a:buClr>
                <a:srgbClr val="0070C0"/>
              </a:buClr>
              <a:buFont typeface="Webdings" pitchFamily="18" charset="2"/>
              <a:buNone/>
              <a:tabLst/>
              <a:defRPr lang="en-US" sz="1200" kern="1200" baseline="0" dirty="0" smtClean="0">
                <a:solidFill>
                  <a:schemeClr val="tx2">
                    <a:lumMod val="60000"/>
                    <a:lumOff val="40000"/>
                  </a:schemeClr>
                </a:solidFill>
                <a:latin typeface="+mn-lt"/>
                <a:ea typeface="+mn-ea"/>
                <a:cs typeface="+mn-cs"/>
              </a:defRPr>
            </a:lvl1pPr>
            <a:lvl2pPr>
              <a:buNone/>
              <a:defRPr lang="en-US" sz="1600" kern="1200" dirty="0" smtClean="0">
                <a:solidFill>
                  <a:srgbClr val="404040"/>
                </a:solidFill>
                <a:latin typeface="+mn-lt"/>
                <a:ea typeface="+mn-ea"/>
                <a:cs typeface="+mn-cs"/>
              </a:defRPr>
            </a:lvl2pPr>
            <a:lvl3pPr>
              <a:buNone/>
              <a:defRPr lang="en-US" sz="1600" kern="1200" dirty="0" smtClean="0">
                <a:solidFill>
                  <a:srgbClr val="404040"/>
                </a:solidFill>
                <a:latin typeface="+mn-lt"/>
                <a:ea typeface="+mn-ea"/>
                <a:cs typeface="+mn-cs"/>
              </a:defRPr>
            </a:lvl3pPr>
            <a:lvl4pPr>
              <a:buNone/>
              <a:defRPr lang="en-US" sz="1600" kern="1200" dirty="0" smtClean="0">
                <a:solidFill>
                  <a:srgbClr val="404040"/>
                </a:solidFill>
                <a:latin typeface="+mn-lt"/>
                <a:ea typeface="+mn-ea"/>
                <a:cs typeface="+mn-cs"/>
              </a:defRPr>
            </a:lvl4pPr>
            <a:lvl5pPr>
              <a:buNone/>
              <a:defRPr lang="en-IN" sz="1600" kern="1200" dirty="0" smtClean="0">
                <a:solidFill>
                  <a:srgbClr val="404040"/>
                </a:solidFill>
                <a:latin typeface="+mn-lt"/>
                <a:ea typeface="+mn-ea"/>
                <a:cs typeface="+mn-cs"/>
              </a:defRPr>
            </a:lvl5pPr>
          </a:lstStyle>
          <a:p>
            <a:pPr lvl="0"/>
            <a:r>
              <a:rPr lang="en-US" dirty="0" smtClean="0"/>
              <a:t>Click to edit Master text styles</a:t>
            </a:r>
          </a:p>
        </p:txBody>
      </p:sp>
      <p:sp>
        <p:nvSpPr>
          <p:cNvPr id="15" name="Text Placeholder 31"/>
          <p:cNvSpPr>
            <a:spLocks noGrp="1"/>
          </p:cNvSpPr>
          <p:nvPr>
            <p:ph type="body" sz="quarter" idx="14"/>
          </p:nvPr>
        </p:nvSpPr>
        <p:spPr>
          <a:xfrm>
            <a:off x="3990974" y="1162957"/>
            <a:ext cx="4673600" cy="261258"/>
          </a:xfrm>
        </p:spPr>
        <p:txBody>
          <a:bodyPr anchor="ctr">
            <a:noAutofit/>
          </a:bodyPr>
          <a:lstStyle>
            <a:lvl1pPr>
              <a:buNone/>
              <a:defRPr lang="en-US" sz="1400" b="1" kern="1200" dirty="0" smtClean="0">
                <a:solidFill>
                  <a:srgbClr val="3C3D48"/>
                </a:solidFill>
                <a:latin typeface="+mj-lt"/>
                <a:ea typeface="+mj-ea"/>
                <a:cs typeface="+mj-cs"/>
              </a:defRPr>
            </a:lvl1pPr>
          </a:lstStyle>
          <a:p>
            <a:pPr lvl="0"/>
            <a:r>
              <a:rPr lang="en-US" dirty="0" smtClean="0"/>
              <a:t>Click to edit Master text styles</a:t>
            </a:r>
          </a:p>
        </p:txBody>
      </p:sp>
      <p:sp>
        <p:nvSpPr>
          <p:cNvPr id="19" name="Title 1"/>
          <p:cNvSpPr>
            <a:spLocks noGrp="1"/>
          </p:cNvSpPr>
          <p:nvPr>
            <p:ph type="title"/>
          </p:nvPr>
        </p:nvSpPr>
        <p:spPr>
          <a:xfrm>
            <a:off x="457200" y="140511"/>
            <a:ext cx="8229600" cy="532589"/>
          </a:xfrm>
        </p:spPr>
        <p:txBody>
          <a:bodyPr/>
          <a:lstStyle>
            <a:lvl1pPr marL="0" marR="0" indent="0" defTabSz="457200" rtl="0" eaLnBrk="1" fontAlgn="auto" latinLnBrk="0" hangingPunct="1">
              <a:lnSpc>
                <a:spcPct val="100000"/>
              </a:lnSpc>
              <a:spcBef>
                <a:spcPct val="0"/>
              </a:spcBef>
              <a:spcAft>
                <a:spcPts val="0"/>
              </a:spcAft>
              <a:tabLst/>
              <a:defRPr baseline="0"/>
            </a:lvl1pPr>
          </a:lstStyle>
          <a:p>
            <a:pPr lvl="0"/>
            <a:r>
              <a:rPr lang="en-US" dirty="0" smtClean="0"/>
              <a:t>Click to edit Master title style</a:t>
            </a:r>
            <a:endParaRPr lang="en-US" noProof="0" dirty="0"/>
          </a:p>
        </p:txBody>
      </p:sp>
      <p:sp>
        <p:nvSpPr>
          <p:cNvPr id="32" name="Text Placeholder 34"/>
          <p:cNvSpPr>
            <a:spLocks noGrp="1"/>
          </p:cNvSpPr>
          <p:nvPr>
            <p:ph type="body" sz="quarter" idx="19"/>
          </p:nvPr>
        </p:nvSpPr>
        <p:spPr>
          <a:xfrm>
            <a:off x="3990974" y="3246435"/>
            <a:ext cx="4686301" cy="1152071"/>
          </a:xfrm>
        </p:spPr>
        <p:txBody>
          <a:bodyPr>
            <a:normAutofit/>
          </a:bodyPr>
          <a:lstStyle>
            <a:lvl1pPr marL="0" indent="0">
              <a:buClr>
                <a:srgbClr val="0070C0"/>
              </a:buClr>
              <a:buFont typeface="Webdings" pitchFamily="18" charset="2"/>
              <a:buNone/>
              <a:tabLst/>
              <a:defRPr lang="en-US" sz="1200" kern="1200" baseline="0" dirty="0" smtClean="0">
                <a:solidFill>
                  <a:schemeClr val="tx2">
                    <a:lumMod val="60000"/>
                    <a:lumOff val="40000"/>
                  </a:schemeClr>
                </a:solidFill>
                <a:latin typeface="+mn-lt"/>
                <a:ea typeface="+mn-ea"/>
                <a:cs typeface="+mn-cs"/>
              </a:defRPr>
            </a:lvl1pPr>
            <a:lvl2pPr>
              <a:buNone/>
              <a:defRPr lang="en-US" sz="1600" kern="1200" dirty="0" smtClean="0">
                <a:solidFill>
                  <a:srgbClr val="404040"/>
                </a:solidFill>
                <a:latin typeface="+mn-lt"/>
                <a:ea typeface="+mn-ea"/>
                <a:cs typeface="+mn-cs"/>
              </a:defRPr>
            </a:lvl2pPr>
            <a:lvl3pPr>
              <a:buNone/>
              <a:defRPr lang="en-US" sz="1600" kern="1200" dirty="0" smtClean="0">
                <a:solidFill>
                  <a:srgbClr val="404040"/>
                </a:solidFill>
                <a:latin typeface="+mn-lt"/>
                <a:ea typeface="+mn-ea"/>
                <a:cs typeface="+mn-cs"/>
              </a:defRPr>
            </a:lvl3pPr>
            <a:lvl4pPr>
              <a:buNone/>
              <a:defRPr lang="en-US" sz="1600" kern="1200" dirty="0" smtClean="0">
                <a:solidFill>
                  <a:srgbClr val="404040"/>
                </a:solidFill>
                <a:latin typeface="+mn-lt"/>
                <a:ea typeface="+mn-ea"/>
                <a:cs typeface="+mn-cs"/>
              </a:defRPr>
            </a:lvl4pPr>
            <a:lvl5pPr>
              <a:buNone/>
              <a:defRPr lang="en-IN" sz="1600" kern="1200" dirty="0" smtClean="0">
                <a:solidFill>
                  <a:srgbClr val="404040"/>
                </a:solidFill>
                <a:latin typeface="+mn-lt"/>
                <a:ea typeface="+mn-ea"/>
                <a:cs typeface="+mn-cs"/>
              </a:defRPr>
            </a:lvl5pPr>
          </a:lstStyle>
          <a:p>
            <a:pPr lvl="0"/>
            <a:r>
              <a:rPr lang="en-US" dirty="0" smtClean="0"/>
              <a:t>Click to edit Master text styles</a:t>
            </a:r>
          </a:p>
        </p:txBody>
      </p:sp>
      <p:sp>
        <p:nvSpPr>
          <p:cNvPr id="33" name="Text Placeholder 31"/>
          <p:cNvSpPr>
            <a:spLocks noGrp="1"/>
          </p:cNvSpPr>
          <p:nvPr>
            <p:ph type="body" sz="quarter" idx="20"/>
          </p:nvPr>
        </p:nvSpPr>
        <p:spPr>
          <a:xfrm>
            <a:off x="3990974" y="2843663"/>
            <a:ext cx="4673600" cy="261258"/>
          </a:xfrm>
        </p:spPr>
        <p:txBody>
          <a:bodyPr anchor="ctr">
            <a:noAutofit/>
          </a:bodyPr>
          <a:lstStyle>
            <a:lvl1pPr>
              <a:buNone/>
              <a:defRPr lang="en-US" sz="1400" b="1" kern="1200" baseline="0" dirty="0" smtClean="0">
                <a:solidFill>
                  <a:srgbClr val="3C3D48"/>
                </a:solidFill>
                <a:latin typeface="+mj-lt"/>
                <a:ea typeface="+mj-ea"/>
                <a:cs typeface="+mj-cs"/>
              </a:defRPr>
            </a:lvl1pPr>
          </a:lstStyle>
          <a:p>
            <a:pPr lvl="0"/>
            <a:r>
              <a:rPr lang="en-US" dirty="0" smtClean="0"/>
              <a:t>Click to edit Master text styles</a:t>
            </a:r>
          </a:p>
        </p:txBody>
      </p:sp>
      <p:sp>
        <p:nvSpPr>
          <p:cNvPr id="35" name="Text Placeholder 34"/>
          <p:cNvSpPr>
            <a:spLocks noGrp="1"/>
          </p:cNvSpPr>
          <p:nvPr>
            <p:ph type="body" sz="quarter" idx="21"/>
          </p:nvPr>
        </p:nvSpPr>
        <p:spPr>
          <a:xfrm>
            <a:off x="3990974" y="4962546"/>
            <a:ext cx="4686301" cy="1152071"/>
          </a:xfrm>
        </p:spPr>
        <p:txBody>
          <a:bodyPr>
            <a:normAutofit/>
          </a:bodyPr>
          <a:lstStyle>
            <a:lvl1pPr marL="0" indent="0">
              <a:buClr>
                <a:srgbClr val="0070C0"/>
              </a:buClr>
              <a:buFont typeface="Webdings" pitchFamily="18" charset="2"/>
              <a:buNone/>
              <a:tabLst/>
              <a:defRPr lang="en-US" sz="1200" kern="1200" baseline="0" dirty="0" smtClean="0">
                <a:solidFill>
                  <a:schemeClr val="tx2">
                    <a:lumMod val="60000"/>
                    <a:lumOff val="40000"/>
                  </a:schemeClr>
                </a:solidFill>
                <a:latin typeface="+mn-lt"/>
                <a:ea typeface="+mn-ea"/>
                <a:cs typeface="+mn-cs"/>
              </a:defRPr>
            </a:lvl1pPr>
            <a:lvl2pPr>
              <a:buNone/>
              <a:defRPr lang="en-US" sz="1600" kern="1200" dirty="0" smtClean="0">
                <a:solidFill>
                  <a:srgbClr val="404040"/>
                </a:solidFill>
                <a:latin typeface="+mn-lt"/>
                <a:ea typeface="+mn-ea"/>
                <a:cs typeface="+mn-cs"/>
              </a:defRPr>
            </a:lvl2pPr>
            <a:lvl3pPr>
              <a:buNone/>
              <a:defRPr lang="en-US" sz="1600" kern="1200" dirty="0" smtClean="0">
                <a:solidFill>
                  <a:srgbClr val="404040"/>
                </a:solidFill>
                <a:latin typeface="+mn-lt"/>
                <a:ea typeface="+mn-ea"/>
                <a:cs typeface="+mn-cs"/>
              </a:defRPr>
            </a:lvl3pPr>
            <a:lvl4pPr>
              <a:buNone/>
              <a:defRPr lang="en-US" sz="1600" kern="1200" dirty="0" smtClean="0">
                <a:solidFill>
                  <a:srgbClr val="404040"/>
                </a:solidFill>
                <a:latin typeface="+mn-lt"/>
                <a:ea typeface="+mn-ea"/>
                <a:cs typeface="+mn-cs"/>
              </a:defRPr>
            </a:lvl4pPr>
            <a:lvl5pPr>
              <a:buNone/>
              <a:defRPr lang="en-IN" sz="1600" kern="1200" dirty="0" smtClean="0">
                <a:solidFill>
                  <a:srgbClr val="404040"/>
                </a:solidFill>
                <a:latin typeface="+mn-lt"/>
                <a:ea typeface="+mn-ea"/>
                <a:cs typeface="+mn-cs"/>
              </a:defRPr>
            </a:lvl5pPr>
          </a:lstStyle>
          <a:p>
            <a:pPr lvl="0"/>
            <a:r>
              <a:rPr lang="en-US" dirty="0" smtClean="0"/>
              <a:t>Click to edit Master text styles</a:t>
            </a:r>
          </a:p>
        </p:txBody>
      </p:sp>
      <p:sp>
        <p:nvSpPr>
          <p:cNvPr id="36" name="Text Placeholder 31"/>
          <p:cNvSpPr>
            <a:spLocks noGrp="1"/>
          </p:cNvSpPr>
          <p:nvPr>
            <p:ph type="body" sz="quarter" idx="22"/>
          </p:nvPr>
        </p:nvSpPr>
        <p:spPr>
          <a:xfrm>
            <a:off x="3990974" y="4559774"/>
            <a:ext cx="4673600" cy="261258"/>
          </a:xfrm>
        </p:spPr>
        <p:txBody>
          <a:bodyPr anchor="ctr">
            <a:noAutofit/>
          </a:bodyPr>
          <a:lstStyle>
            <a:lvl1pPr>
              <a:buNone/>
              <a:defRPr lang="en-US" sz="1400" b="1" kern="1200" dirty="0" smtClean="0">
                <a:solidFill>
                  <a:srgbClr val="3C3D48"/>
                </a:solidFill>
                <a:latin typeface="+mj-lt"/>
                <a:ea typeface="+mj-ea"/>
                <a:cs typeface="+mj-cs"/>
              </a:defRPr>
            </a:lvl1pPr>
          </a:lstStyle>
          <a:p>
            <a:pPr lvl="0"/>
            <a:r>
              <a:rPr lang="en-US" dirty="0" smtClean="0"/>
              <a:t>Click to edit Master text styles</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of Coloumn Graph">
    <p:spTree>
      <p:nvGrpSpPr>
        <p:cNvPr id="1" name=""/>
        <p:cNvGrpSpPr/>
        <p:nvPr/>
      </p:nvGrpSpPr>
      <p:grpSpPr>
        <a:xfrm>
          <a:off x="0" y="0"/>
          <a:ext cx="0" cy="0"/>
          <a:chOff x="0" y="0"/>
          <a:chExt cx="0" cy="0"/>
        </a:xfrm>
      </p:grpSpPr>
      <p:sp>
        <p:nvSpPr>
          <p:cNvPr id="6" name="Title 1"/>
          <p:cNvSpPr>
            <a:spLocks noGrp="1"/>
          </p:cNvSpPr>
          <p:nvPr>
            <p:ph type="title"/>
          </p:nvPr>
        </p:nvSpPr>
        <p:spPr>
          <a:xfrm>
            <a:off x="457200" y="153211"/>
            <a:ext cx="8229600" cy="553998"/>
          </a:xfrm>
        </p:spPr>
        <p:txBody>
          <a:bodyPr/>
          <a:lstStyle>
            <a:lvl1pPr marL="0" marR="0" indent="0" defTabSz="457200" rtl="0" eaLnBrk="1" fontAlgn="auto" latinLnBrk="0" hangingPunct="1">
              <a:lnSpc>
                <a:spcPct val="100000"/>
              </a:lnSpc>
              <a:spcBef>
                <a:spcPct val="0"/>
              </a:spcBef>
              <a:spcAft>
                <a:spcPts val="0"/>
              </a:spcAft>
              <a:tabLst/>
              <a:defRPr baseline="0"/>
            </a:lvl1pPr>
          </a:lstStyle>
          <a:p>
            <a:pPr lvl="0"/>
            <a:r>
              <a:rPr lang="en-US" dirty="0" smtClean="0"/>
              <a:t>Click to edit Master title style</a:t>
            </a:r>
            <a:endParaRPr lang="en-US" noProof="0" dirty="0"/>
          </a:p>
        </p:txBody>
      </p:sp>
      <p:sp>
        <p:nvSpPr>
          <p:cNvPr id="14" name="Chart Placeholder 13"/>
          <p:cNvSpPr>
            <a:spLocks noGrp="1"/>
          </p:cNvSpPr>
          <p:nvPr>
            <p:ph type="chart" sz="quarter" idx="10"/>
          </p:nvPr>
        </p:nvSpPr>
        <p:spPr>
          <a:xfrm>
            <a:off x="460375" y="1509713"/>
            <a:ext cx="8229600" cy="4716462"/>
          </a:xfrm>
        </p:spPr>
        <p:txBody>
          <a:bodyPr>
            <a:normAutofit/>
          </a:bodyPr>
          <a:lstStyle/>
          <a:p>
            <a:pPr lvl="0"/>
            <a:endParaRPr lang="en-IN" noProof="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of Bar Graph">
    <p:spTree>
      <p:nvGrpSpPr>
        <p:cNvPr id="1" name=""/>
        <p:cNvGrpSpPr/>
        <p:nvPr/>
      </p:nvGrpSpPr>
      <p:grpSpPr>
        <a:xfrm>
          <a:off x="0" y="0"/>
          <a:ext cx="0" cy="0"/>
          <a:chOff x="0" y="0"/>
          <a:chExt cx="0" cy="0"/>
        </a:xfrm>
      </p:grpSpPr>
      <p:sp>
        <p:nvSpPr>
          <p:cNvPr id="6" name="Title 1"/>
          <p:cNvSpPr>
            <a:spLocks noGrp="1"/>
          </p:cNvSpPr>
          <p:nvPr>
            <p:ph type="title"/>
          </p:nvPr>
        </p:nvSpPr>
        <p:spPr>
          <a:xfrm>
            <a:off x="457200" y="153211"/>
            <a:ext cx="8229600" cy="553998"/>
          </a:xfrm>
        </p:spPr>
        <p:txBody>
          <a:bodyPr/>
          <a:lstStyle>
            <a:lvl1pPr marL="0" marR="0" indent="0" defTabSz="457200" rtl="0" eaLnBrk="1" fontAlgn="auto" latinLnBrk="0" hangingPunct="1">
              <a:lnSpc>
                <a:spcPct val="100000"/>
              </a:lnSpc>
              <a:spcBef>
                <a:spcPct val="0"/>
              </a:spcBef>
              <a:spcAft>
                <a:spcPts val="0"/>
              </a:spcAft>
              <a:tabLst/>
              <a:defRPr baseline="0"/>
            </a:lvl1pPr>
          </a:lstStyle>
          <a:p>
            <a:pPr lvl="0"/>
            <a:r>
              <a:rPr lang="en-US" dirty="0" smtClean="0"/>
              <a:t>Click to edit Master title style</a:t>
            </a:r>
            <a:endParaRPr lang="en-US" noProof="0" dirty="0"/>
          </a:p>
        </p:txBody>
      </p:sp>
      <p:sp>
        <p:nvSpPr>
          <p:cNvPr id="14" name="Chart Placeholder 13"/>
          <p:cNvSpPr>
            <a:spLocks noGrp="1"/>
          </p:cNvSpPr>
          <p:nvPr>
            <p:ph type="chart" sz="quarter" idx="10"/>
          </p:nvPr>
        </p:nvSpPr>
        <p:spPr>
          <a:xfrm>
            <a:off x="460375" y="1509713"/>
            <a:ext cx="8229600" cy="4716462"/>
          </a:xfrm>
        </p:spPr>
        <p:txBody>
          <a:bodyPr>
            <a:normAutofit/>
          </a:bodyPr>
          <a:lstStyle/>
          <a:p>
            <a:pPr lvl="0"/>
            <a:endParaRPr lang="en-IN" noProof="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of Pie Chart">
    <p:spTree>
      <p:nvGrpSpPr>
        <p:cNvPr id="1" name=""/>
        <p:cNvGrpSpPr/>
        <p:nvPr/>
      </p:nvGrpSpPr>
      <p:grpSpPr>
        <a:xfrm>
          <a:off x="0" y="0"/>
          <a:ext cx="0" cy="0"/>
          <a:chOff x="0" y="0"/>
          <a:chExt cx="0" cy="0"/>
        </a:xfrm>
      </p:grpSpPr>
      <p:sp>
        <p:nvSpPr>
          <p:cNvPr id="6" name="Title 1"/>
          <p:cNvSpPr>
            <a:spLocks noGrp="1"/>
          </p:cNvSpPr>
          <p:nvPr>
            <p:ph type="title"/>
          </p:nvPr>
        </p:nvSpPr>
        <p:spPr>
          <a:xfrm>
            <a:off x="457200" y="153211"/>
            <a:ext cx="8229600" cy="553998"/>
          </a:xfrm>
        </p:spPr>
        <p:txBody>
          <a:bodyPr/>
          <a:lstStyle>
            <a:lvl1pPr marL="0" marR="0" indent="0" defTabSz="457200" rtl="0" eaLnBrk="1" fontAlgn="auto" latinLnBrk="0" hangingPunct="1">
              <a:lnSpc>
                <a:spcPct val="100000"/>
              </a:lnSpc>
              <a:spcBef>
                <a:spcPct val="0"/>
              </a:spcBef>
              <a:spcAft>
                <a:spcPts val="0"/>
              </a:spcAft>
              <a:tabLst/>
              <a:defRPr baseline="0"/>
            </a:lvl1pPr>
          </a:lstStyle>
          <a:p>
            <a:pPr lvl="0"/>
            <a:r>
              <a:rPr lang="en-US" dirty="0" smtClean="0"/>
              <a:t>Click to edit Master title style</a:t>
            </a:r>
            <a:endParaRPr lang="en-US" noProof="0" dirty="0"/>
          </a:p>
        </p:txBody>
      </p:sp>
      <p:sp>
        <p:nvSpPr>
          <p:cNvPr id="4" name="Chart Placeholder 13"/>
          <p:cNvSpPr>
            <a:spLocks noGrp="1"/>
          </p:cNvSpPr>
          <p:nvPr>
            <p:ph type="chart" sz="quarter" idx="10"/>
          </p:nvPr>
        </p:nvSpPr>
        <p:spPr>
          <a:xfrm>
            <a:off x="460375" y="1509713"/>
            <a:ext cx="8229600" cy="4716462"/>
          </a:xfrm>
        </p:spPr>
        <p:txBody>
          <a:bodyPr>
            <a:normAutofit/>
          </a:bodyPr>
          <a:lstStyle/>
          <a:p>
            <a:pPr lvl="0"/>
            <a:endParaRPr lang="en-IN" noProof="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itle of Pie Chart 2">
    <p:spTree>
      <p:nvGrpSpPr>
        <p:cNvPr id="1" name=""/>
        <p:cNvGrpSpPr/>
        <p:nvPr/>
      </p:nvGrpSpPr>
      <p:grpSpPr>
        <a:xfrm>
          <a:off x="0" y="0"/>
          <a:ext cx="0" cy="0"/>
          <a:chOff x="0" y="0"/>
          <a:chExt cx="0" cy="0"/>
        </a:xfrm>
      </p:grpSpPr>
      <p:sp>
        <p:nvSpPr>
          <p:cNvPr id="6" name="Title 1"/>
          <p:cNvSpPr>
            <a:spLocks noGrp="1"/>
          </p:cNvSpPr>
          <p:nvPr>
            <p:ph type="title"/>
          </p:nvPr>
        </p:nvSpPr>
        <p:spPr>
          <a:xfrm>
            <a:off x="457200" y="153211"/>
            <a:ext cx="8229600" cy="553998"/>
          </a:xfrm>
        </p:spPr>
        <p:txBody>
          <a:bodyPr/>
          <a:lstStyle>
            <a:lvl1pPr marL="0" marR="0" indent="0" defTabSz="457200" rtl="0" eaLnBrk="1" fontAlgn="auto" latinLnBrk="0" hangingPunct="1">
              <a:lnSpc>
                <a:spcPct val="100000"/>
              </a:lnSpc>
              <a:spcBef>
                <a:spcPct val="0"/>
              </a:spcBef>
              <a:spcAft>
                <a:spcPts val="0"/>
              </a:spcAft>
              <a:tabLst/>
              <a:defRPr baseline="0"/>
            </a:lvl1pPr>
          </a:lstStyle>
          <a:p>
            <a:pPr lvl="0"/>
            <a:r>
              <a:rPr lang="en-US" dirty="0" smtClean="0"/>
              <a:t>Click to edit Master title style</a:t>
            </a:r>
            <a:endParaRPr lang="en-US" noProof="0" dirty="0"/>
          </a:p>
        </p:txBody>
      </p:sp>
      <p:sp>
        <p:nvSpPr>
          <p:cNvPr id="4" name="Chart Placeholder 13"/>
          <p:cNvSpPr>
            <a:spLocks noGrp="1"/>
          </p:cNvSpPr>
          <p:nvPr>
            <p:ph type="chart" sz="quarter" idx="10"/>
          </p:nvPr>
        </p:nvSpPr>
        <p:spPr>
          <a:xfrm>
            <a:off x="460375" y="1509713"/>
            <a:ext cx="8229600" cy="4716462"/>
          </a:xfrm>
        </p:spPr>
        <p:txBody>
          <a:bodyPr>
            <a:normAutofit/>
          </a:bodyPr>
          <a:lstStyle/>
          <a:p>
            <a:pPr lvl="0"/>
            <a:endParaRPr lang="en-IN" noProof="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4 Icons">
    <p:spTree>
      <p:nvGrpSpPr>
        <p:cNvPr id="1" name=""/>
        <p:cNvGrpSpPr/>
        <p:nvPr/>
      </p:nvGrpSpPr>
      <p:grpSpPr>
        <a:xfrm>
          <a:off x="0" y="0"/>
          <a:ext cx="0" cy="0"/>
          <a:chOff x="0" y="0"/>
          <a:chExt cx="0" cy="0"/>
        </a:xfrm>
      </p:grpSpPr>
      <p:sp>
        <p:nvSpPr>
          <p:cNvPr id="7" name="Oval 40"/>
          <p:cNvSpPr>
            <a:spLocks noChangeAspect="1"/>
          </p:cNvSpPr>
          <p:nvPr/>
        </p:nvSpPr>
        <p:spPr>
          <a:xfrm>
            <a:off x="779463" y="2695575"/>
            <a:ext cx="1463675" cy="1463675"/>
          </a:xfrm>
          <a:prstGeom prst="ellipse">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1620000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baseline="-25000" dirty="0">
              <a:solidFill>
                <a:srgbClr val="FFFFFF"/>
              </a:solidFill>
            </a:endParaRPr>
          </a:p>
        </p:txBody>
      </p:sp>
      <p:sp>
        <p:nvSpPr>
          <p:cNvPr id="8" name="Oval 6"/>
          <p:cNvSpPr>
            <a:spLocks noChangeArrowheads="1"/>
          </p:cNvSpPr>
          <p:nvPr userDrawn="1"/>
        </p:nvSpPr>
        <p:spPr bwMode="gray">
          <a:xfrm>
            <a:off x="355600" y="5857875"/>
            <a:ext cx="8432800" cy="550863"/>
          </a:xfrm>
          <a:prstGeom prst="ellipse">
            <a:avLst/>
          </a:prstGeom>
          <a:gradFill rotWithShape="1">
            <a:gsLst>
              <a:gs pos="0">
                <a:srgbClr val="080808">
                  <a:alpha val="30000"/>
                </a:srgbClr>
              </a:gs>
              <a:gs pos="100000">
                <a:srgbClr val="0040A8">
                  <a:alpha val="0"/>
                </a:srgbClr>
              </a:gs>
            </a:gsLst>
            <a:path path="shape">
              <a:fillToRect l="50000" t="50000" r="50000" b="50000"/>
            </a:path>
          </a:gradFill>
          <a:ln w="9525" algn="ctr">
            <a:noFill/>
            <a:miter lim="800000"/>
            <a:headEnd/>
            <a:tailEnd/>
          </a:ln>
          <a:effectLst/>
        </p:spPr>
        <p:txBody>
          <a:bodyPr anchor="ctr"/>
          <a:lstStyle/>
          <a:p>
            <a:pPr algn="ctr" fontAlgn="auto">
              <a:spcBef>
                <a:spcPts val="0"/>
              </a:spcBef>
              <a:spcAft>
                <a:spcPts val="0"/>
              </a:spcAft>
              <a:defRPr/>
            </a:pPr>
            <a:endParaRPr lang="en-US" kern="0" dirty="0">
              <a:solidFill>
                <a:srgbClr val="000000"/>
              </a:solidFill>
              <a:latin typeface="+mn-lt"/>
            </a:endParaRPr>
          </a:p>
        </p:txBody>
      </p:sp>
      <p:sp>
        <p:nvSpPr>
          <p:cNvPr id="9" name="Oval 58"/>
          <p:cNvSpPr>
            <a:spLocks noChangeAspect="1"/>
          </p:cNvSpPr>
          <p:nvPr userDrawn="1"/>
        </p:nvSpPr>
        <p:spPr>
          <a:xfrm>
            <a:off x="2825750" y="2695575"/>
            <a:ext cx="1465263" cy="1463675"/>
          </a:xfrm>
          <a:prstGeom prst="ellipse">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1620000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baseline="-25000" dirty="0">
              <a:solidFill>
                <a:srgbClr val="FFFFFF"/>
              </a:solidFill>
            </a:endParaRPr>
          </a:p>
        </p:txBody>
      </p:sp>
      <p:sp>
        <p:nvSpPr>
          <p:cNvPr id="10" name="Oval 61"/>
          <p:cNvSpPr>
            <a:spLocks noChangeAspect="1"/>
          </p:cNvSpPr>
          <p:nvPr userDrawn="1"/>
        </p:nvSpPr>
        <p:spPr>
          <a:xfrm>
            <a:off x="4899025" y="2695575"/>
            <a:ext cx="1465263" cy="1463675"/>
          </a:xfrm>
          <a:prstGeom prst="ellipse">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1620000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baseline="-25000" dirty="0">
              <a:solidFill>
                <a:srgbClr val="FFFFFF"/>
              </a:solidFill>
            </a:endParaRPr>
          </a:p>
        </p:txBody>
      </p:sp>
      <p:sp>
        <p:nvSpPr>
          <p:cNvPr id="11" name="Oval 64"/>
          <p:cNvSpPr>
            <a:spLocks noChangeAspect="1"/>
          </p:cNvSpPr>
          <p:nvPr userDrawn="1"/>
        </p:nvSpPr>
        <p:spPr>
          <a:xfrm>
            <a:off x="6878638" y="2695575"/>
            <a:ext cx="1463675" cy="1463675"/>
          </a:xfrm>
          <a:prstGeom prst="ellipse">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1620000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baseline="-25000" dirty="0">
              <a:solidFill>
                <a:srgbClr val="FFFFFF"/>
              </a:solidFill>
            </a:endParaRPr>
          </a:p>
        </p:txBody>
      </p:sp>
      <p:sp>
        <p:nvSpPr>
          <p:cNvPr id="13" name="Freeform 47"/>
          <p:cNvSpPr>
            <a:spLocks/>
          </p:cNvSpPr>
          <p:nvPr userDrawn="1"/>
        </p:nvSpPr>
        <p:spPr bwMode="auto">
          <a:xfrm>
            <a:off x="1001713" y="3084513"/>
            <a:ext cx="915987" cy="755650"/>
          </a:xfrm>
          <a:custGeom>
            <a:avLst/>
            <a:gdLst/>
            <a:ahLst/>
            <a:cxnLst>
              <a:cxn ang="0">
                <a:pos x="2259" y="1161"/>
              </a:cxn>
              <a:cxn ang="0">
                <a:pos x="2061" y="1682"/>
              </a:cxn>
              <a:cxn ang="0">
                <a:pos x="1579" y="1872"/>
              </a:cxn>
              <a:cxn ang="0">
                <a:pos x="1303" y="1676"/>
              </a:cxn>
              <a:cxn ang="0">
                <a:pos x="1126" y="1290"/>
              </a:cxn>
              <a:cxn ang="0">
                <a:pos x="1247" y="1190"/>
              </a:cxn>
              <a:cxn ang="0">
                <a:pos x="1378" y="1538"/>
              </a:cxn>
              <a:cxn ang="0">
                <a:pos x="1594" y="1724"/>
              </a:cxn>
              <a:cxn ang="0">
                <a:pos x="1854" y="1676"/>
              </a:cxn>
              <a:cxn ang="0">
                <a:pos x="2053" y="1391"/>
              </a:cxn>
              <a:cxn ang="0">
                <a:pos x="2130" y="951"/>
              </a:cxn>
              <a:cxn ang="0">
                <a:pos x="2097" y="658"/>
              </a:cxn>
              <a:cxn ang="0">
                <a:pos x="2008" y="413"/>
              </a:cxn>
              <a:cxn ang="0">
                <a:pos x="1896" y="263"/>
              </a:cxn>
              <a:cxn ang="0">
                <a:pos x="1807" y="198"/>
              </a:cxn>
              <a:cxn ang="0">
                <a:pos x="1711" y="168"/>
              </a:cxn>
              <a:cxn ang="0">
                <a:pos x="1513" y="221"/>
              </a:cxn>
              <a:cxn ang="0">
                <a:pos x="1320" y="488"/>
              </a:cxn>
              <a:cxn ang="0">
                <a:pos x="1229" y="936"/>
              </a:cxn>
              <a:cxn ang="0">
                <a:pos x="1414" y="689"/>
              </a:cxn>
              <a:cxn ang="0">
                <a:pos x="1517" y="503"/>
              </a:cxn>
              <a:cxn ang="0">
                <a:pos x="1650" y="454"/>
              </a:cxn>
              <a:cxn ang="0">
                <a:pos x="1762" y="519"/>
              </a:cxn>
              <a:cxn ang="0">
                <a:pos x="1876" y="773"/>
              </a:cxn>
              <a:cxn ang="0">
                <a:pos x="1883" y="1107"/>
              </a:cxn>
              <a:cxn ang="0">
                <a:pos x="1798" y="1347"/>
              </a:cxn>
              <a:cxn ang="0">
                <a:pos x="1657" y="1460"/>
              </a:cxn>
              <a:cxn ang="0">
                <a:pos x="1517" y="1414"/>
              </a:cxn>
              <a:cxn ang="0">
                <a:pos x="1414" y="1249"/>
              </a:cxn>
              <a:cxn ang="0">
                <a:pos x="1490" y="1049"/>
              </a:cxn>
              <a:cxn ang="0">
                <a:pos x="1573" y="1218"/>
              </a:cxn>
              <a:cxn ang="0">
                <a:pos x="1708" y="1152"/>
              </a:cxn>
              <a:cxn ang="0">
                <a:pos x="1736" y="851"/>
              </a:cxn>
              <a:cxn ang="0">
                <a:pos x="1613" y="683"/>
              </a:cxn>
              <a:cxn ang="0">
                <a:pos x="1496" y="833"/>
              </a:cxn>
              <a:cxn ang="0">
                <a:pos x="1537" y="930"/>
              </a:cxn>
              <a:cxn ang="0">
                <a:pos x="1577" y="904"/>
              </a:cxn>
              <a:cxn ang="0">
                <a:pos x="1613" y="864"/>
              </a:cxn>
              <a:cxn ang="0">
                <a:pos x="1657" y="920"/>
              </a:cxn>
              <a:cxn ang="0">
                <a:pos x="1647" y="1024"/>
              </a:cxn>
              <a:cxn ang="0">
                <a:pos x="1600" y="1047"/>
              </a:cxn>
              <a:cxn ang="0">
                <a:pos x="1571" y="990"/>
              </a:cxn>
              <a:cxn ang="0">
                <a:pos x="1469" y="989"/>
              </a:cxn>
              <a:cxn ang="0">
                <a:pos x="1252" y="989"/>
              </a:cxn>
              <a:cxn ang="0">
                <a:pos x="1013" y="989"/>
              </a:cxn>
              <a:cxn ang="0">
                <a:pos x="789" y="989"/>
              </a:cxn>
              <a:cxn ang="0">
                <a:pos x="649" y="990"/>
              </a:cxn>
              <a:cxn ang="0">
                <a:pos x="216" y="990"/>
              </a:cxn>
              <a:cxn ang="0">
                <a:pos x="628" y="930"/>
              </a:cxn>
              <a:cxn ang="0">
                <a:pos x="711" y="930"/>
              </a:cxn>
              <a:cxn ang="0">
                <a:pos x="915" y="930"/>
              </a:cxn>
              <a:cxn ang="0">
                <a:pos x="1097" y="743"/>
              </a:cxn>
              <a:cxn ang="0">
                <a:pos x="1258" y="273"/>
              </a:cxn>
              <a:cxn ang="0">
                <a:pos x="1552" y="18"/>
              </a:cxn>
              <a:cxn ang="0">
                <a:pos x="1761" y="8"/>
              </a:cxn>
              <a:cxn ang="0">
                <a:pos x="1900" y="63"/>
              </a:cxn>
              <a:cxn ang="0">
                <a:pos x="2038" y="185"/>
              </a:cxn>
              <a:cxn ang="0">
                <a:pos x="2092" y="260"/>
              </a:cxn>
              <a:cxn ang="0">
                <a:pos x="2236" y="560"/>
              </a:cxn>
            </a:cxnLst>
            <a:rect l="0" t="0" r="r" b="b"/>
            <a:pathLst>
              <a:path w="2284" h="1882">
                <a:moveTo>
                  <a:pt x="2284" y="930"/>
                </a:moveTo>
                <a:lnTo>
                  <a:pt x="2284" y="942"/>
                </a:lnTo>
                <a:lnTo>
                  <a:pt x="2282" y="973"/>
                </a:lnTo>
                <a:lnTo>
                  <a:pt x="2277" y="1023"/>
                </a:lnTo>
                <a:lnTo>
                  <a:pt x="2270" y="1086"/>
                </a:lnTo>
                <a:lnTo>
                  <a:pt x="2259" y="1161"/>
                </a:lnTo>
                <a:lnTo>
                  <a:pt x="2243" y="1244"/>
                </a:lnTo>
                <a:lnTo>
                  <a:pt x="2221" y="1333"/>
                </a:lnTo>
                <a:lnTo>
                  <a:pt x="2193" y="1424"/>
                </a:lnTo>
                <a:lnTo>
                  <a:pt x="2157" y="1514"/>
                </a:lnTo>
                <a:lnTo>
                  <a:pt x="2114" y="1602"/>
                </a:lnTo>
                <a:lnTo>
                  <a:pt x="2061" y="1682"/>
                </a:lnTo>
                <a:lnTo>
                  <a:pt x="1998" y="1754"/>
                </a:lnTo>
                <a:lnTo>
                  <a:pt x="1925" y="1811"/>
                </a:lnTo>
                <a:lnTo>
                  <a:pt x="1840" y="1855"/>
                </a:lnTo>
                <a:lnTo>
                  <a:pt x="1743" y="1879"/>
                </a:lnTo>
                <a:lnTo>
                  <a:pt x="1632" y="1882"/>
                </a:lnTo>
                <a:lnTo>
                  <a:pt x="1579" y="1872"/>
                </a:lnTo>
                <a:lnTo>
                  <a:pt x="1528" y="1855"/>
                </a:lnTo>
                <a:lnTo>
                  <a:pt x="1479" y="1832"/>
                </a:lnTo>
                <a:lnTo>
                  <a:pt x="1431" y="1802"/>
                </a:lnTo>
                <a:lnTo>
                  <a:pt x="1386" y="1765"/>
                </a:lnTo>
                <a:lnTo>
                  <a:pt x="1344" y="1724"/>
                </a:lnTo>
                <a:lnTo>
                  <a:pt x="1303" y="1676"/>
                </a:lnTo>
                <a:lnTo>
                  <a:pt x="1265" y="1623"/>
                </a:lnTo>
                <a:lnTo>
                  <a:pt x="1231" y="1565"/>
                </a:lnTo>
                <a:lnTo>
                  <a:pt x="1200" y="1502"/>
                </a:lnTo>
                <a:lnTo>
                  <a:pt x="1171" y="1435"/>
                </a:lnTo>
                <a:lnTo>
                  <a:pt x="1147" y="1365"/>
                </a:lnTo>
                <a:lnTo>
                  <a:pt x="1126" y="1290"/>
                </a:lnTo>
                <a:lnTo>
                  <a:pt x="1109" y="1213"/>
                </a:lnTo>
                <a:lnTo>
                  <a:pt x="1096" y="1132"/>
                </a:lnTo>
                <a:lnTo>
                  <a:pt x="1088" y="1049"/>
                </a:lnTo>
                <a:lnTo>
                  <a:pt x="1230" y="1049"/>
                </a:lnTo>
                <a:lnTo>
                  <a:pt x="1237" y="1120"/>
                </a:lnTo>
                <a:lnTo>
                  <a:pt x="1247" y="1190"/>
                </a:lnTo>
                <a:lnTo>
                  <a:pt x="1262" y="1256"/>
                </a:lnTo>
                <a:lnTo>
                  <a:pt x="1279" y="1321"/>
                </a:lnTo>
                <a:lnTo>
                  <a:pt x="1300" y="1381"/>
                </a:lnTo>
                <a:lnTo>
                  <a:pt x="1323" y="1437"/>
                </a:lnTo>
                <a:lnTo>
                  <a:pt x="1350" y="1490"/>
                </a:lnTo>
                <a:lnTo>
                  <a:pt x="1378" y="1538"/>
                </a:lnTo>
                <a:lnTo>
                  <a:pt x="1408" y="1583"/>
                </a:lnTo>
                <a:lnTo>
                  <a:pt x="1442" y="1623"/>
                </a:lnTo>
                <a:lnTo>
                  <a:pt x="1477" y="1656"/>
                </a:lnTo>
                <a:lnTo>
                  <a:pt x="1514" y="1685"/>
                </a:lnTo>
                <a:lnTo>
                  <a:pt x="1554" y="1708"/>
                </a:lnTo>
                <a:lnTo>
                  <a:pt x="1594" y="1724"/>
                </a:lnTo>
                <a:lnTo>
                  <a:pt x="1635" y="1734"/>
                </a:lnTo>
                <a:lnTo>
                  <a:pt x="1678" y="1738"/>
                </a:lnTo>
                <a:lnTo>
                  <a:pt x="1724" y="1733"/>
                </a:lnTo>
                <a:lnTo>
                  <a:pt x="1769" y="1722"/>
                </a:lnTo>
                <a:lnTo>
                  <a:pt x="1813" y="1702"/>
                </a:lnTo>
                <a:lnTo>
                  <a:pt x="1854" y="1676"/>
                </a:lnTo>
                <a:lnTo>
                  <a:pt x="1893" y="1643"/>
                </a:lnTo>
                <a:lnTo>
                  <a:pt x="1930" y="1603"/>
                </a:lnTo>
                <a:lnTo>
                  <a:pt x="1966" y="1558"/>
                </a:lnTo>
                <a:lnTo>
                  <a:pt x="1997" y="1507"/>
                </a:lnTo>
                <a:lnTo>
                  <a:pt x="2027" y="1451"/>
                </a:lnTo>
                <a:lnTo>
                  <a:pt x="2053" y="1391"/>
                </a:lnTo>
                <a:lnTo>
                  <a:pt x="2076" y="1325"/>
                </a:lnTo>
                <a:lnTo>
                  <a:pt x="2094" y="1257"/>
                </a:lnTo>
                <a:lnTo>
                  <a:pt x="2109" y="1185"/>
                </a:lnTo>
                <a:lnTo>
                  <a:pt x="2121" y="1110"/>
                </a:lnTo>
                <a:lnTo>
                  <a:pt x="2127" y="1032"/>
                </a:lnTo>
                <a:lnTo>
                  <a:pt x="2130" y="951"/>
                </a:lnTo>
                <a:lnTo>
                  <a:pt x="2129" y="899"/>
                </a:lnTo>
                <a:lnTo>
                  <a:pt x="2126" y="849"/>
                </a:lnTo>
                <a:lnTo>
                  <a:pt x="2122" y="799"/>
                </a:lnTo>
                <a:lnTo>
                  <a:pt x="2115" y="751"/>
                </a:lnTo>
                <a:lnTo>
                  <a:pt x="2107" y="704"/>
                </a:lnTo>
                <a:lnTo>
                  <a:pt x="2097" y="658"/>
                </a:lnTo>
                <a:lnTo>
                  <a:pt x="2086" y="613"/>
                </a:lnTo>
                <a:lnTo>
                  <a:pt x="2073" y="570"/>
                </a:lnTo>
                <a:lnTo>
                  <a:pt x="2058" y="529"/>
                </a:lnTo>
                <a:lnTo>
                  <a:pt x="2042" y="488"/>
                </a:lnTo>
                <a:lnTo>
                  <a:pt x="2026" y="450"/>
                </a:lnTo>
                <a:lnTo>
                  <a:pt x="2008" y="413"/>
                </a:lnTo>
                <a:lnTo>
                  <a:pt x="1988" y="380"/>
                </a:lnTo>
                <a:lnTo>
                  <a:pt x="1967" y="348"/>
                </a:lnTo>
                <a:lnTo>
                  <a:pt x="1945" y="318"/>
                </a:lnTo>
                <a:lnTo>
                  <a:pt x="1922" y="290"/>
                </a:lnTo>
                <a:lnTo>
                  <a:pt x="1908" y="276"/>
                </a:lnTo>
                <a:lnTo>
                  <a:pt x="1896" y="263"/>
                </a:lnTo>
                <a:lnTo>
                  <a:pt x="1881" y="250"/>
                </a:lnTo>
                <a:lnTo>
                  <a:pt x="1867" y="237"/>
                </a:lnTo>
                <a:lnTo>
                  <a:pt x="1853" y="227"/>
                </a:lnTo>
                <a:lnTo>
                  <a:pt x="1838" y="216"/>
                </a:lnTo>
                <a:lnTo>
                  <a:pt x="1823" y="207"/>
                </a:lnTo>
                <a:lnTo>
                  <a:pt x="1807" y="198"/>
                </a:lnTo>
                <a:lnTo>
                  <a:pt x="1792" y="191"/>
                </a:lnTo>
                <a:lnTo>
                  <a:pt x="1776" y="184"/>
                </a:lnTo>
                <a:lnTo>
                  <a:pt x="1760" y="178"/>
                </a:lnTo>
                <a:lnTo>
                  <a:pt x="1744" y="174"/>
                </a:lnTo>
                <a:lnTo>
                  <a:pt x="1728" y="170"/>
                </a:lnTo>
                <a:lnTo>
                  <a:pt x="1711" y="168"/>
                </a:lnTo>
                <a:lnTo>
                  <a:pt x="1695" y="166"/>
                </a:lnTo>
                <a:lnTo>
                  <a:pt x="1678" y="166"/>
                </a:lnTo>
                <a:lnTo>
                  <a:pt x="1635" y="169"/>
                </a:lnTo>
                <a:lnTo>
                  <a:pt x="1593" y="180"/>
                </a:lnTo>
                <a:lnTo>
                  <a:pt x="1552" y="197"/>
                </a:lnTo>
                <a:lnTo>
                  <a:pt x="1513" y="221"/>
                </a:lnTo>
                <a:lnTo>
                  <a:pt x="1475" y="251"/>
                </a:lnTo>
                <a:lnTo>
                  <a:pt x="1439" y="287"/>
                </a:lnTo>
                <a:lnTo>
                  <a:pt x="1406" y="329"/>
                </a:lnTo>
                <a:lnTo>
                  <a:pt x="1375" y="377"/>
                </a:lnTo>
                <a:lnTo>
                  <a:pt x="1346" y="431"/>
                </a:lnTo>
                <a:lnTo>
                  <a:pt x="1320" y="488"/>
                </a:lnTo>
                <a:lnTo>
                  <a:pt x="1297" y="552"/>
                </a:lnTo>
                <a:lnTo>
                  <a:pt x="1276" y="620"/>
                </a:lnTo>
                <a:lnTo>
                  <a:pt x="1258" y="693"/>
                </a:lnTo>
                <a:lnTo>
                  <a:pt x="1246" y="770"/>
                </a:lnTo>
                <a:lnTo>
                  <a:pt x="1235" y="851"/>
                </a:lnTo>
                <a:lnTo>
                  <a:pt x="1229" y="936"/>
                </a:lnTo>
                <a:lnTo>
                  <a:pt x="1370" y="936"/>
                </a:lnTo>
                <a:lnTo>
                  <a:pt x="1375" y="881"/>
                </a:lnTo>
                <a:lnTo>
                  <a:pt x="1383" y="828"/>
                </a:lnTo>
                <a:lnTo>
                  <a:pt x="1391" y="778"/>
                </a:lnTo>
                <a:lnTo>
                  <a:pt x="1401" y="732"/>
                </a:lnTo>
                <a:lnTo>
                  <a:pt x="1414" y="689"/>
                </a:lnTo>
                <a:lnTo>
                  <a:pt x="1428" y="649"/>
                </a:lnTo>
                <a:lnTo>
                  <a:pt x="1443" y="613"/>
                </a:lnTo>
                <a:lnTo>
                  <a:pt x="1460" y="580"/>
                </a:lnTo>
                <a:lnTo>
                  <a:pt x="1477" y="550"/>
                </a:lnTo>
                <a:lnTo>
                  <a:pt x="1497" y="525"/>
                </a:lnTo>
                <a:lnTo>
                  <a:pt x="1517" y="503"/>
                </a:lnTo>
                <a:lnTo>
                  <a:pt x="1537" y="485"/>
                </a:lnTo>
                <a:lnTo>
                  <a:pt x="1559" y="471"/>
                </a:lnTo>
                <a:lnTo>
                  <a:pt x="1582" y="461"/>
                </a:lnTo>
                <a:lnTo>
                  <a:pt x="1605" y="455"/>
                </a:lnTo>
                <a:lnTo>
                  <a:pt x="1630" y="453"/>
                </a:lnTo>
                <a:lnTo>
                  <a:pt x="1650" y="454"/>
                </a:lnTo>
                <a:lnTo>
                  <a:pt x="1670" y="458"/>
                </a:lnTo>
                <a:lnTo>
                  <a:pt x="1690" y="465"/>
                </a:lnTo>
                <a:lnTo>
                  <a:pt x="1709" y="476"/>
                </a:lnTo>
                <a:lnTo>
                  <a:pt x="1728" y="488"/>
                </a:lnTo>
                <a:lnTo>
                  <a:pt x="1745" y="502"/>
                </a:lnTo>
                <a:lnTo>
                  <a:pt x="1762" y="519"/>
                </a:lnTo>
                <a:lnTo>
                  <a:pt x="1778" y="539"/>
                </a:lnTo>
                <a:lnTo>
                  <a:pt x="1804" y="576"/>
                </a:lnTo>
                <a:lnTo>
                  <a:pt x="1827" y="618"/>
                </a:lnTo>
                <a:lnTo>
                  <a:pt x="1846" y="666"/>
                </a:lnTo>
                <a:lnTo>
                  <a:pt x="1862" y="716"/>
                </a:lnTo>
                <a:lnTo>
                  <a:pt x="1876" y="773"/>
                </a:lnTo>
                <a:lnTo>
                  <a:pt x="1887" y="831"/>
                </a:lnTo>
                <a:lnTo>
                  <a:pt x="1892" y="892"/>
                </a:lnTo>
                <a:lnTo>
                  <a:pt x="1895" y="957"/>
                </a:lnTo>
                <a:lnTo>
                  <a:pt x="1893" y="1009"/>
                </a:lnTo>
                <a:lnTo>
                  <a:pt x="1889" y="1058"/>
                </a:lnTo>
                <a:lnTo>
                  <a:pt x="1883" y="1107"/>
                </a:lnTo>
                <a:lnTo>
                  <a:pt x="1874" y="1154"/>
                </a:lnTo>
                <a:lnTo>
                  <a:pt x="1862" y="1198"/>
                </a:lnTo>
                <a:lnTo>
                  <a:pt x="1850" y="1239"/>
                </a:lnTo>
                <a:lnTo>
                  <a:pt x="1834" y="1278"/>
                </a:lnTo>
                <a:lnTo>
                  <a:pt x="1817" y="1314"/>
                </a:lnTo>
                <a:lnTo>
                  <a:pt x="1798" y="1347"/>
                </a:lnTo>
                <a:lnTo>
                  <a:pt x="1778" y="1376"/>
                </a:lnTo>
                <a:lnTo>
                  <a:pt x="1756" y="1401"/>
                </a:lnTo>
                <a:lnTo>
                  <a:pt x="1733" y="1422"/>
                </a:lnTo>
                <a:lnTo>
                  <a:pt x="1708" y="1439"/>
                </a:lnTo>
                <a:lnTo>
                  <a:pt x="1683" y="1452"/>
                </a:lnTo>
                <a:lnTo>
                  <a:pt x="1657" y="1460"/>
                </a:lnTo>
                <a:lnTo>
                  <a:pt x="1630" y="1462"/>
                </a:lnTo>
                <a:lnTo>
                  <a:pt x="1605" y="1460"/>
                </a:lnTo>
                <a:lnTo>
                  <a:pt x="1582" y="1454"/>
                </a:lnTo>
                <a:lnTo>
                  <a:pt x="1559" y="1444"/>
                </a:lnTo>
                <a:lnTo>
                  <a:pt x="1537" y="1431"/>
                </a:lnTo>
                <a:lnTo>
                  <a:pt x="1517" y="1414"/>
                </a:lnTo>
                <a:lnTo>
                  <a:pt x="1497" y="1393"/>
                </a:lnTo>
                <a:lnTo>
                  <a:pt x="1477" y="1370"/>
                </a:lnTo>
                <a:lnTo>
                  <a:pt x="1460" y="1344"/>
                </a:lnTo>
                <a:lnTo>
                  <a:pt x="1443" y="1315"/>
                </a:lnTo>
                <a:lnTo>
                  <a:pt x="1428" y="1283"/>
                </a:lnTo>
                <a:lnTo>
                  <a:pt x="1414" y="1249"/>
                </a:lnTo>
                <a:lnTo>
                  <a:pt x="1401" y="1213"/>
                </a:lnTo>
                <a:lnTo>
                  <a:pt x="1391" y="1175"/>
                </a:lnTo>
                <a:lnTo>
                  <a:pt x="1383" y="1134"/>
                </a:lnTo>
                <a:lnTo>
                  <a:pt x="1375" y="1093"/>
                </a:lnTo>
                <a:lnTo>
                  <a:pt x="1370" y="1049"/>
                </a:lnTo>
                <a:lnTo>
                  <a:pt x="1490" y="1049"/>
                </a:lnTo>
                <a:lnTo>
                  <a:pt x="1498" y="1087"/>
                </a:lnTo>
                <a:lnTo>
                  <a:pt x="1509" y="1123"/>
                </a:lnTo>
                <a:lnTo>
                  <a:pt x="1522" y="1154"/>
                </a:lnTo>
                <a:lnTo>
                  <a:pt x="1537" y="1180"/>
                </a:lnTo>
                <a:lnTo>
                  <a:pt x="1555" y="1202"/>
                </a:lnTo>
                <a:lnTo>
                  <a:pt x="1573" y="1218"/>
                </a:lnTo>
                <a:lnTo>
                  <a:pt x="1593" y="1229"/>
                </a:lnTo>
                <a:lnTo>
                  <a:pt x="1613" y="1232"/>
                </a:lnTo>
                <a:lnTo>
                  <a:pt x="1640" y="1226"/>
                </a:lnTo>
                <a:lnTo>
                  <a:pt x="1665" y="1210"/>
                </a:lnTo>
                <a:lnTo>
                  <a:pt x="1688" y="1185"/>
                </a:lnTo>
                <a:lnTo>
                  <a:pt x="1708" y="1152"/>
                </a:lnTo>
                <a:lnTo>
                  <a:pt x="1723" y="1111"/>
                </a:lnTo>
                <a:lnTo>
                  <a:pt x="1736" y="1064"/>
                </a:lnTo>
                <a:lnTo>
                  <a:pt x="1744" y="1012"/>
                </a:lnTo>
                <a:lnTo>
                  <a:pt x="1746" y="957"/>
                </a:lnTo>
                <a:lnTo>
                  <a:pt x="1744" y="902"/>
                </a:lnTo>
                <a:lnTo>
                  <a:pt x="1736" y="851"/>
                </a:lnTo>
                <a:lnTo>
                  <a:pt x="1723" y="804"/>
                </a:lnTo>
                <a:lnTo>
                  <a:pt x="1708" y="763"/>
                </a:lnTo>
                <a:lnTo>
                  <a:pt x="1688" y="730"/>
                </a:lnTo>
                <a:lnTo>
                  <a:pt x="1665" y="705"/>
                </a:lnTo>
                <a:lnTo>
                  <a:pt x="1640" y="689"/>
                </a:lnTo>
                <a:lnTo>
                  <a:pt x="1613" y="683"/>
                </a:lnTo>
                <a:lnTo>
                  <a:pt x="1588" y="687"/>
                </a:lnTo>
                <a:lnTo>
                  <a:pt x="1565" y="702"/>
                </a:lnTo>
                <a:lnTo>
                  <a:pt x="1544" y="724"/>
                </a:lnTo>
                <a:lnTo>
                  <a:pt x="1525" y="754"/>
                </a:lnTo>
                <a:lnTo>
                  <a:pt x="1509" y="791"/>
                </a:lnTo>
                <a:lnTo>
                  <a:pt x="1496" y="833"/>
                </a:lnTo>
                <a:lnTo>
                  <a:pt x="1488" y="880"/>
                </a:lnTo>
                <a:lnTo>
                  <a:pt x="1483" y="930"/>
                </a:lnTo>
                <a:lnTo>
                  <a:pt x="1498" y="930"/>
                </a:lnTo>
                <a:lnTo>
                  <a:pt x="1513" y="930"/>
                </a:lnTo>
                <a:lnTo>
                  <a:pt x="1526" y="930"/>
                </a:lnTo>
                <a:lnTo>
                  <a:pt x="1537" y="930"/>
                </a:lnTo>
                <a:lnTo>
                  <a:pt x="1548" y="930"/>
                </a:lnTo>
                <a:lnTo>
                  <a:pt x="1557" y="930"/>
                </a:lnTo>
                <a:lnTo>
                  <a:pt x="1564" y="930"/>
                </a:lnTo>
                <a:lnTo>
                  <a:pt x="1570" y="930"/>
                </a:lnTo>
                <a:lnTo>
                  <a:pt x="1572" y="917"/>
                </a:lnTo>
                <a:lnTo>
                  <a:pt x="1577" y="904"/>
                </a:lnTo>
                <a:lnTo>
                  <a:pt x="1580" y="892"/>
                </a:lnTo>
                <a:lnTo>
                  <a:pt x="1586" y="882"/>
                </a:lnTo>
                <a:lnTo>
                  <a:pt x="1592" y="874"/>
                </a:lnTo>
                <a:lnTo>
                  <a:pt x="1598" y="868"/>
                </a:lnTo>
                <a:lnTo>
                  <a:pt x="1605" y="865"/>
                </a:lnTo>
                <a:lnTo>
                  <a:pt x="1613" y="864"/>
                </a:lnTo>
                <a:lnTo>
                  <a:pt x="1623" y="866"/>
                </a:lnTo>
                <a:lnTo>
                  <a:pt x="1632" y="871"/>
                </a:lnTo>
                <a:lnTo>
                  <a:pt x="1640" y="880"/>
                </a:lnTo>
                <a:lnTo>
                  <a:pt x="1647" y="891"/>
                </a:lnTo>
                <a:lnTo>
                  <a:pt x="1653" y="905"/>
                </a:lnTo>
                <a:lnTo>
                  <a:pt x="1657" y="920"/>
                </a:lnTo>
                <a:lnTo>
                  <a:pt x="1660" y="939"/>
                </a:lnTo>
                <a:lnTo>
                  <a:pt x="1661" y="957"/>
                </a:lnTo>
                <a:lnTo>
                  <a:pt x="1660" y="975"/>
                </a:lnTo>
                <a:lnTo>
                  <a:pt x="1657" y="994"/>
                </a:lnTo>
                <a:lnTo>
                  <a:pt x="1653" y="1010"/>
                </a:lnTo>
                <a:lnTo>
                  <a:pt x="1647" y="1024"/>
                </a:lnTo>
                <a:lnTo>
                  <a:pt x="1640" y="1035"/>
                </a:lnTo>
                <a:lnTo>
                  <a:pt x="1632" y="1044"/>
                </a:lnTo>
                <a:lnTo>
                  <a:pt x="1623" y="1049"/>
                </a:lnTo>
                <a:lnTo>
                  <a:pt x="1613" y="1051"/>
                </a:lnTo>
                <a:lnTo>
                  <a:pt x="1607" y="1050"/>
                </a:lnTo>
                <a:lnTo>
                  <a:pt x="1600" y="1047"/>
                </a:lnTo>
                <a:lnTo>
                  <a:pt x="1593" y="1041"/>
                </a:lnTo>
                <a:lnTo>
                  <a:pt x="1587" y="1034"/>
                </a:lnTo>
                <a:lnTo>
                  <a:pt x="1581" y="1025"/>
                </a:lnTo>
                <a:lnTo>
                  <a:pt x="1578" y="1015"/>
                </a:lnTo>
                <a:lnTo>
                  <a:pt x="1573" y="1003"/>
                </a:lnTo>
                <a:lnTo>
                  <a:pt x="1571" y="990"/>
                </a:lnTo>
                <a:lnTo>
                  <a:pt x="1563" y="990"/>
                </a:lnTo>
                <a:lnTo>
                  <a:pt x="1551" y="990"/>
                </a:lnTo>
                <a:lnTo>
                  <a:pt x="1536" y="990"/>
                </a:lnTo>
                <a:lnTo>
                  <a:pt x="1518" y="989"/>
                </a:lnTo>
                <a:lnTo>
                  <a:pt x="1495" y="989"/>
                </a:lnTo>
                <a:lnTo>
                  <a:pt x="1469" y="989"/>
                </a:lnTo>
                <a:lnTo>
                  <a:pt x="1441" y="989"/>
                </a:lnTo>
                <a:lnTo>
                  <a:pt x="1408" y="989"/>
                </a:lnTo>
                <a:lnTo>
                  <a:pt x="1374" y="989"/>
                </a:lnTo>
                <a:lnTo>
                  <a:pt x="1336" y="989"/>
                </a:lnTo>
                <a:lnTo>
                  <a:pt x="1294" y="989"/>
                </a:lnTo>
                <a:lnTo>
                  <a:pt x="1252" y="989"/>
                </a:lnTo>
                <a:lnTo>
                  <a:pt x="1205" y="989"/>
                </a:lnTo>
                <a:lnTo>
                  <a:pt x="1157" y="989"/>
                </a:lnTo>
                <a:lnTo>
                  <a:pt x="1106" y="989"/>
                </a:lnTo>
                <a:lnTo>
                  <a:pt x="1053" y="989"/>
                </a:lnTo>
                <a:lnTo>
                  <a:pt x="1053" y="989"/>
                </a:lnTo>
                <a:lnTo>
                  <a:pt x="1013" y="989"/>
                </a:lnTo>
                <a:lnTo>
                  <a:pt x="973" y="989"/>
                </a:lnTo>
                <a:lnTo>
                  <a:pt x="932" y="989"/>
                </a:lnTo>
                <a:lnTo>
                  <a:pt x="894" y="989"/>
                </a:lnTo>
                <a:lnTo>
                  <a:pt x="857" y="989"/>
                </a:lnTo>
                <a:lnTo>
                  <a:pt x="823" y="989"/>
                </a:lnTo>
                <a:lnTo>
                  <a:pt x="789" y="989"/>
                </a:lnTo>
                <a:lnTo>
                  <a:pt x="758" y="989"/>
                </a:lnTo>
                <a:lnTo>
                  <a:pt x="731" y="990"/>
                </a:lnTo>
                <a:lnTo>
                  <a:pt x="705" y="990"/>
                </a:lnTo>
                <a:lnTo>
                  <a:pt x="682" y="990"/>
                </a:lnTo>
                <a:lnTo>
                  <a:pt x="664" y="990"/>
                </a:lnTo>
                <a:lnTo>
                  <a:pt x="649" y="990"/>
                </a:lnTo>
                <a:lnTo>
                  <a:pt x="637" y="990"/>
                </a:lnTo>
                <a:lnTo>
                  <a:pt x="630" y="990"/>
                </a:lnTo>
                <a:lnTo>
                  <a:pt x="628" y="990"/>
                </a:lnTo>
                <a:lnTo>
                  <a:pt x="449" y="1218"/>
                </a:lnTo>
                <a:lnTo>
                  <a:pt x="51" y="1218"/>
                </a:lnTo>
                <a:lnTo>
                  <a:pt x="216" y="990"/>
                </a:lnTo>
                <a:lnTo>
                  <a:pt x="0" y="990"/>
                </a:lnTo>
                <a:lnTo>
                  <a:pt x="0" y="930"/>
                </a:lnTo>
                <a:lnTo>
                  <a:pt x="216" y="930"/>
                </a:lnTo>
                <a:lnTo>
                  <a:pt x="17" y="719"/>
                </a:lnTo>
                <a:lnTo>
                  <a:pt x="467" y="724"/>
                </a:lnTo>
                <a:lnTo>
                  <a:pt x="628" y="930"/>
                </a:lnTo>
                <a:lnTo>
                  <a:pt x="630" y="930"/>
                </a:lnTo>
                <a:lnTo>
                  <a:pt x="638" y="930"/>
                </a:lnTo>
                <a:lnTo>
                  <a:pt x="650" y="930"/>
                </a:lnTo>
                <a:lnTo>
                  <a:pt x="667" y="930"/>
                </a:lnTo>
                <a:lnTo>
                  <a:pt x="687" y="930"/>
                </a:lnTo>
                <a:lnTo>
                  <a:pt x="711" y="930"/>
                </a:lnTo>
                <a:lnTo>
                  <a:pt x="739" y="930"/>
                </a:lnTo>
                <a:lnTo>
                  <a:pt x="770" y="930"/>
                </a:lnTo>
                <a:lnTo>
                  <a:pt x="802" y="930"/>
                </a:lnTo>
                <a:lnTo>
                  <a:pt x="838" y="930"/>
                </a:lnTo>
                <a:lnTo>
                  <a:pt x="876" y="930"/>
                </a:lnTo>
                <a:lnTo>
                  <a:pt x="915" y="930"/>
                </a:lnTo>
                <a:lnTo>
                  <a:pt x="957" y="930"/>
                </a:lnTo>
                <a:lnTo>
                  <a:pt x="998" y="930"/>
                </a:lnTo>
                <a:lnTo>
                  <a:pt x="1041" y="930"/>
                </a:lnTo>
                <a:lnTo>
                  <a:pt x="1084" y="930"/>
                </a:lnTo>
                <a:lnTo>
                  <a:pt x="1088" y="835"/>
                </a:lnTo>
                <a:lnTo>
                  <a:pt x="1097" y="743"/>
                </a:lnTo>
                <a:lnTo>
                  <a:pt x="1112" y="654"/>
                </a:lnTo>
                <a:lnTo>
                  <a:pt x="1133" y="569"/>
                </a:lnTo>
                <a:lnTo>
                  <a:pt x="1157" y="487"/>
                </a:lnTo>
                <a:lnTo>
                  <a:pt x="1187" y="410"/>
                </a:lnTo>
                <a:lnTo>
                  <a:pt x="1220" y="339"/>
                </a:lnTo>
                <a:lnTo>
                  <a:pt x="1258" y="273"/>
                </a:lnTo>
                <a:lnTo>
                  <a:pt x="1300" y="213"/>
                </a:lnTo>
                <a:lnTo>
                  <a:pt x="1345" y="159"/>
                </a:lnTo>
                <a:lnTo>
                  <a:pt x="1393" y="113"/>
                </a:lnTo>
                <a:lnTo>
                  <a:pt x="1444" y="74"/>
                </a:lnTo>
                <a:lnTo>
                  <a:pt x="1497" y="41"/>
                </a:lnTo>
                <a:lnTo>
                  <a:pt x="1552" y="18"/>
                </a:lnTo>
                <a:lnTo>
                  <a:pt x="1611" y="5"/>
                </a:lnTo>
                <a:lnTo>
                  <a:pt x="1670" y="0"/>
                </a:lnTo>
                <a:lnTo>
                  <a:pt x="1693" y="0"/>
                </a:lnTo>
                <a:lnTo>
                  <a:pt x="1715" y="2"/>
                </a:lnTo>
                <a:lnTo>
                  <a:pt x="1738" y="5"/>
                </a:lnTo>
                <a:lnTo>
                  <a:pt x="1761" y="8"/>
                </a:lnTo>
                <a:lnTo>
                  <a:pt x="1784" y="14"/>
                </a:lnTo>
                <a:lnTo>
                  <a:pt x="1807" y="21"/>
                </a:lnTo>
                <a:lnTo>
                  <a:pt x="1831" y="29"/>
                </a:lnTo>
                <a:lnTo>
                  <a:pt x="1854" y="38"/>
                </a:lnTo>
                <a:lnTo>
                  <a:pt x="1877" y="50"/>
                </a:lnTo>
                <a:lnTo>
                  <a:pt x="1900" y="63"/>
                </a:lnTo>
                <a:lnTo>
                  <a:pt x="1923" y="78"/>
                </a:lnTo>
                <a:lnTo>
                  <a:pt x="1947" y="96"/>
                </a:lnTo>
                <a:lnTo>
                  <a:pt x="1970" y="114"/>
                </a:lnTo>
                <a:lnTo>
                  <a:pt x="1993" y="136"/>
                </a:lnTo>
                <a:lnTo>
                  <a:pt x="2016" y="159"/>
                </a:lnTo>
                <a:lnTo>
                  <a:pt x="2038" y="185"/>
                </a:lnTo>
                <a:lnTo>
                  <a:pt x="1989" y="136"/>
                </a:lnTo>
                <a:lnTo>
                  <a:pt x="2004" y="151"/>
                </a:lnTo>
                <a:lnTo>
                  <a:pt x="2023" y="172"/>
                </a:lnTo>
                <a:lnTo>
                  <a:pt x="2044" y="197"/>
                </a:lnTo>
                <a:lnTo>
                  <a:pt x="2068" y="226"/>
                </a:lnTo>
                <a:lnTo>
                  <a:pt x="2092" y="260"/>
                </a:lnTo>
                <a:lnTo>
                  <a:pt x="2117" y="298"/>
                </a:lnTo>
                <a:lnTo>
                  <a:pt x="2144" y="342"/>
                </a:lnTo>
                <a:lnTo>
                  <a:pt x="2169" y="389"/>
                </a:lnTo>
                <a:lnTo>
                  <a:pt x="2193" y="441"/>
                </a:lnTo>
                <a:lnTo>
                  <a:pt x="2216" y="499"/>
                </a:lnTo>
                <a:lnTo>
                  <a:pt x="2236" y="560"/>
                </a:lnTo>
                <a:lnTo>
                  <a:pt x="2254" y="625"/>
                </a:lnTo>
                <a:lnTo>
                  <a:pt x="2268" y="694"/>
                </a:lnTo>
                <a:lnTo>
                  <a:pt x="2278" y="769"/>
                </a:lnTo>
                <a:lnTo>
                  <a:pt x="2284" y="848"/>
                </a:lnTo>
                <a:lnTo>
                  <a:pt x="2284" y="930"/>
                </a:lnTo>
                <a:close/>
              </a:path>
            </a:pathLst>
          </a:custGeom>
          <a:solidFill>
            <a:schemeClr val="bg1"/>
          </a:solidFill>
          <a:ln w="9525">
            <a:noFill/>
            <a:round/>
            <a:headEnd/>
            <a:tailEnd/>
          </a:ln>
        </p:spPr>
        <p:txBody>
          <a:bodyPr/>
          <a:lstStyle/>
          <a:p>
            <a:pPr algn="just" fontAlgn="auto">
              <a:spcBef>
                <a:spcPts val="0"/>
              </a:spcBef>
              <a:spcAft>
                <a:spcPts val="0"/>
              </a:spcAft>
              <a:defRPr/>
            </a:pPr>
            <a:endParaRPr lang="en-IN">
              <a:latin typeface="+mn-lt"/>
            </a:endParaRPr>
          </a:p>
        </p:txBody>
      </p:sp>
      <p:grpSp>
        <p:nvGrpSpPr>
          <p:cNvPr id="14" name="Group 63"/>
          <p:cNvGrpSpPr>
            <a:grpSpLocks noChangeAspect="1"/>
          </p:cNvGrpSpPr>
          <p:nvPr userDrawn="1"/>
        </p:nvGrpSpPr>
        <p:grpSpPr bwMode="auto">
          <a:xfrm>
            <a:off x="3115487" y="3199181"/>
            <a:ext cx="907593" cy="611401"/>
            <a:chOff x="4080" y="1536"/>
            <a:chExt cx="1146" cy="772"/>
          </a:xfrm>
          <a:solidFill>
            <a:schemeClr val="bg1"/>
          </a:solidFill>
        </p:grpSpPr>
        <p:sp>
          <p:nvSpPr>
            <p:cNvPr id="15" name="Freeform 64"/>
            <p:cNvSpPr>
              <a:spLocks/>
            </p:cNvSpPr>
            <p:nvPr/>
          </p:nvSpPr>
          <p:spPr bwMode="auto">
            <a:xfrm>
              <a:off x="4518" y="2030"/>
              <a:ext cx="280" cy="278"/>
            </a:xfrm>
            <a:custGeom>
              <a:avLst/>
              <a:gdLst/>
              <a:ahLst/>
              <a:cxnLst>
                <a:cxn ang="0">
                  <a:pos x="238" y="0"/>
                </a:cxn>
                <a:cxn ang="0">
                  <a:pos x="42" y="0"/>
                </a:cxn>
                <a:cxn ang="0">
                  <a:pos x="42" y="0"/>
                </a:cxn>
                <a:cxn ang="0">
                  <a:pos x="34" y="0"/>
                </a:cxn>
                <a:cxn ang="0">
                  <a:pos x="26" y="2"/>
                </a:cxn>
                <a:cxn ang="0">
                  <a:pos x="18" y="6"/>
                </a:cxn>
                <a:cxn ang="0">
                  <a:pos x="12" y="12"/>
                </a:cxn>
                <a:cxn ang="0">
                  <a:pos x="8" y="18"/>
                </a:cxn>
                <a:cxn ang="0">
                  <a:pos x="4" y="26"/>
                </a:cxn>
                <a:cxn ang="0">
                  <a:pos x="0" y="34"/>
                </a:cxn>
                <a:cxn ang="0">
                  <a:pos x="0" y="42"/>
                </a:cxn>
                <a:cxn ang="0">
                  <a:pos x="0" y="236"/>
                </a:cxn>
                <a:cxn ang="0">
                  <a:pos x="0" y="236"/>
                </a:cxn>
                <a:cxn ang="0">
                  <a:pos x="0" y="246"/>
                </a:cxn>
                <a:cxn ang="0">
                  <a:pos x="4" y="252"/>
                </a:cxn>
                <a:cxn ang="0">
                  <a:pos x="8" y="260"/>
                </a:cxn>
                <a:cxn ang="0">
                  <a:pos x="12" y="266"/>
                </a:cxn>
                <a:cxn ang="0">
                  <a:pos x="18" y="272"/>
                </a:cxn>
                <a:cxn ang="0">
                  <a:pos x="26" y="276"/>
                </a:cxn>
                <a:cxn ang="0">
                  <a:pos x="34" y="278"/>
                </a:cxn>
                <a:cxn ang="0">
                  <a:pos x="42" y="278"/>
                </a:cxn>
                <a:cxn ang="0">
                  <a:pos x="238" y="278"/>
                </a:cxn>
                <a:cxn ang="0">
                  <a:pos x="238" y="278"/>
                </a:cxn>
                <a:cxn ang="0">
                  <a:pos x="246" y="278"/>
                </a:cxn>
                <a:cxn ang="0">
                  <a:pos x="254" y="276"/>
                </a:cxn>
                <a:cxn ang="0">
                  <a:pos x="260" y="272"/>
                </a:cxn>
                <a:cxn ang="0">
                  <a:pos x="268" y="266"/>
                </a:cxn>
                <a:cxn ang="0">
                  <a:pos x="272" y="260"/>
                </a:cxn>
                <a:cxn ang="0">
                  <a:pos x="276" y="252"/>
                </a:cxn>
                <a:cxn ang="0">
                  <a:pos x="278" y="246"/>
                </a:cxn>
                <a:cxn ang="0">
                  <a:pos x="280" y="236"/>
                </a:cxn>
                <a:cxn ang="0">
                  <a:pos x="280" y="42"/>
                </a:cxn>
                <a:cxn ang="0">
                  <a:pos x="280" y="42"/>
                </a:cxn>
                <a:cxn ang="0">
                  <a:pos x="278" y="34"/>
                </a:cxn>
                <a:cxn ang="0">
                  <a:pos x="276" y="26"/>
                </a:cxn>
                <a:cxn ang="0">
                  <a:pos x="272" y="18"/>
                </a:cxn>
                <a:cxn ang="0">
                  <a:pos x="268" y="12"/>
                </a:cxn>
                <a:cxn ang="0">
                  <a:pos x="260" y="6"/>
                </a:cxn>
                <a:cxn ang="0">
                  <a:pos x="254" y="2"/>
                </a:cxn>
                <a:cxn ang="0">
                  <a:pos x="246" y="0"/>
                </a:cxn>
                <a:cxn ang="0">
                  <a:pos x="238" y="0"/>
                </a:cxn>
                <a:cxn ang="0">
                  <a:pos x="238" y="0"/>
                </a:cxn>
              </a:cxnLst>
              <a:rect l="0" t="0" r="r" b="b"/>
              <a:pathLst>
                <a:path w="280" h="278">
                  <a:moveTo>
                    <a:pt x="238" y="0"/>
                  </a:moveTo>
                  <a:lnTo>
                    <a:pt x="42" y="0"/>
                  </a:lnTo>
                  <a:lnTo>
                    <a:pt x="42" y="0"/>
                  </a:lnTo>
                  <a:lnTo>
                    <a:pt x="34" y="0"/>
                  </a:lnTo>
                  <a:lnTo>
                    <a:pt x="26" y="2"/>
                  </a:lnTo>
                  <a:lnTo>
                    <a:pt x="18" y="6"/>
                  </a:lnTo>
                  <a:lnTo>
                    <a:pt x="12" y="12"/>
                  </a:lnTo>
                  <a:lnTo>
                    <a:pt x="8" y="18"/>
                  </a:lnTo>
                  <a:lnTo>
                    <a:pt x="4" y="26"/>
                  </a:lnTo>
                  <a:lnTo>
                    <a:pt x="0" y="34"/>
                  </a:lnTo>
                  <a:lnTo>
                    <a:pt x="0" y="42"/>
                  </a:lnTo>
                  <a:lnTo>
                    <a:pt x="0" y="236"/>
                  </a:lnTo>
                  <a:lnTo>
                    <a:pt x="0" y="236"/>
                  </a:lnTo>
                  <a:lnTo>
                    <a:pt x="0" y="246"/>
                  </a:lnTo>
                  <a:lnTo>
                    <a:pt x="4" y="252"/>
                  </a:lnTo>
                  <a:lnTo>
                    <a:pt x="8" y="260"/>
                  </a:lnTo>
                  <a:lnTo>
                    <a:pt x="12" y="266"/>
                  </a:lnTo>
                  <a:lnTo>
                    <a:pt x="18" y="272"/>
                  </a:lnTo>
                  <a:lnTo>
                    <a:pt x="26" y="276"/>
                  </a:lnTo>
                  <a:lnTo>
                    <a:pt x="34" y="278"/>
                  </a:lnTo>
                  <a:lnTo>
                    <a:pt x="42" y="278"/>
                  </a:lnTo>
                  <a:lnTo>
                    <a:pt x="238" y="278"/>
                  </a:lnTo>
                  <a:lnTo>
                    <a:pt x="238" y="278"/>
                  </a:lnTo>
                  <a:lnTo>
                    <a:pt x="246" y="278"/>
                  </a:lnTo>
                  <a:lnTo>
                    <a:pt x="254" y="276"/>
                  </a:lnTo>
                  <a:lnTo>
                    <a:pt x="260" y="272"/>
                  </a:lnTo>
                  <a:lnTo>
                    <a:pt x="268" y="266"/>
                  </a:lnTo>
                  <a:lnTo>
                    <a:pt x="272" y="260"/>
                  </a:lnTo>
                  <a:lnTo>
                    <a:pt x="276" y="252"/>
                  </a:lnTo>
                  <a:lnTo>
                    <a:pt x="278" y="246"/>
                  </a:lnTo>
                  <a:lnTo>
                    <a:pt x="280" y="236"/>
                  </a:lnTo>
                  <a:lnTo>
                    <a:pt x="280" y="42"/>
                  </a:lnTo>
                  <a:lnTo>
                    <a:pt x="280" y="42"/>
                  </a:lnTo>
                  <a:lnTo>
                    <a:pt x="278" y="34"/>
                  </a:lnTo>
                  <a:lnTo>
                    <a:pt x="276" y="26"/>
                  </a:lnTo>
                  <a:lnTo>
                    <a:pt x="272" y="18"/>
                  </a:lnTo>
                  <a:lnTo>
                    <a:pt x="268" y="12"/>
                  </a:lnTo>
                  <a:lnTo>
                    <a:pt x="260" y="6"/>
                  </a:lnTo>
                  <a:lnTo>
                    <a:pt x="254" y="2"/>
                  </a:lnTo>
                  <a:lnTo>
                    <a:pt x="246" y="0"/>
                  </a:lnTo>
                  <a:lnTo>
                    <a:pt x="238" y="0"/>
                  </a:lnTo>
                  <a:lnTo>
                    <a:pt x="238" y="0"/>
                  </a:lnTo>
                  <a:close/>
                </a:path>
              </a:pathLst>
            </a:custGeom>
            <a:grpFill/>
            <a:ln w="9525">
              <a:noFill/>
              <a:round/>
              <a:headEnd/>
              <a:tailEnd/>
            </a:ln>
          </p:spPr>
          <p:txBody>
            <a:bodyPr/>
            <a:lstStyle/>
            <a:p>
              <a:pPr algn="just" fontAlgn="auto">
                <a:spcBef>
                  <a:spcPts val="0"/>
                </a:spcBef>
                <a:spcAft>
                  <a:spcPts val="0"/>
                </a:spcAft>
                <a:defRPr/>
              </a:pPr>
              <a:endParaRPr lang="en-IN">
                <a:latin typeface="+mn-lt"/>
              </a:endParaRPr>
            </a:p>
          </p:txBody>
        </p:sp>
        <p:sp>
          <p:nvSpPr>
            <p:cNvPr id="16" name="Freeform 65"/>
            <p:cNvSpPr>
              <a:spLocks/>
            </p:cNvSpPr>
            <p:nvPr/>
          </p:nvSpPr>
          <p:spPr bwMode="auto">
            <a:xfrm>
              <a:off x="4080" y="1536"/>
              <a:ext cx="1146" cy="428"/>
            </a:xfrm>
            <a:custGeom>
              <a:avLst/>
              <a:gdLst/>
              <a:ahLst/>
              <a:cxnLst>
                <a:cxn ang="0">
                  <a:pos x="908" y="0"/>
                </a:cxn>
                <a:cxn ang="0">
                  <a:pos x="884" y="6"/>
                </a:cxn>
                <a:cxn ang="0">
                  <a:pos x="870" y="26"/>
                </a:cxn>
                <a:cxn ang="0">
                  <a:pos x="866" y="112"/>
                </a:cxn>
                <a:cxn ang="0">
                  <a:pos x="718" y="42"/>
                </a:cxn>
                <a:cxn ang="0">
                  <a:pos x="710" y="18"/>
                </a:cxn>
                <a:cxn ang="0">
                  <a:pos x="692" y="2"/>
                </a:cxn>
                <a:cxn ang="0">
                  <a:pos x="480" y="0"/>
                </a:cxn>
                <a:cxn ang="0">
                  <a:pos x="464" y="2"/>
                </a:cxn>
                <a:cxn ang="0">
                  <a:pos x="446" y="18"/>
                </a:cxn>
                <a:cxn ang="0">
                  <a:pos x="438" y="42"/>
                </a:cxn>
                <a:cxn ang="0">
                  <a:pos x="280" y="42"/>
                </a:cxn>
                <a:cxn ang="0">
                  <a:pos x="278" y="26"/>
                </a:cxn>
                <a:cxn ang="0">
                  <a:pos x="262" y="6"/>
                </a:cxn>
                <a:cxn ang="0">
                  <a:pos x="238" y="0"/>
                </a:cxn>
                <a:cxn ang="0">
                  <a:pos x="34" y="0"/>
                </a:cxn>
                <a:cxn ang="0">
                  <a:pos x="14" y="12"/>
                </a:cxn>
                <a:cxn ang="0">
                  <a:pos x="2" y="34"/>
                </a:cxn>
                <a:cxn ang="0">
                  <a:pos x="0" y="236"/>
                </a:cxn>
                <a:cxn ang="0">
                  <a:pos x="8" y="260"/>
                </a:cxn>
                <a:cxn ang="0">
                  <a:pos x="26" y="276"/>
                </a:cxn>
                <a:cxn ang="0">
                  <a:pos x="238" y="278"/>
                </a:cxn>
                <a:cxn ang="0">
                  <a:pos x="254" y="276"/>
                </a:cxn>
                <a:cxn ang="0">
                  <a:pos x="274" y="260"/>
                </a:cxn>
                <a:cxn ang="0">
                  <a:pos x="280" y="236"/>
                </a:cxn>
                <a:cxn ang="0">
                  <a:pos x="438" y="236"/>
                </a:cxn>
                <a:cxn ang="0">
                  <a:pos x="442" y="254"/>
                </a:cxn>
                <a:cxn ang="0">
                  <a:pos x="456" y="272"/>
                </a:cxn>
                <a:cxn ang="0">
                  <a:pos x="480" y="278"/>
                </a:cxn>
                <a:cxn ang="0">
                  <a:pos x="572" y="428"/>
                </a:cxn>
                <a:cxn ang="0">
                  <a:pos x="604" y="278"/>
                </a:cxn>
                <a:cxn ang="0">
                  <a:pos x="684" y="278"/>
                </a:cxn>
                <a:cxn ang="0">
                  <a:pos x="706" y="266"/>
                </a:cxn>
                <a:cxn ang="0">
                  <a:pos x="716" y="246"/>
                </a:cxn>
                <a:cxn ang="0">
                  <a:pos x="866" y="166"/>
                </a:cxn>
                <a:cxn ang="0">
                  <a:pos x="868" y="246"/>
                </a:cxn>
                <a:cxn ang="0">
                  <a:pos x="878" y="266"/>
                </a:cxn>
                <a:cxn ang="0">
                  <a:pos x="900" y="278"/>
                </a:cxn>
                <a:cxn ang="0">
                  <a:pos x="1104" y="278"/>
                </a:cxn>
                <a:cxn ang="0">
                  <a:pos x="1128" y="272"/>
                </a:cxn>
                <a:cxn ang="0">
                  <a:pos x="1142" y="254"/>
                </a:cxn>
                <a:cxn ang="0">
                  <a:pos x="1146" y="42"/>
                </a:cxn>
                <a:cxn ang="0">
                  <a:pos x="1142" y="26"/>
                </a:cxn>
                <a:cxn ang="0">
                  <a:pos x="1128" y="6"/>
                </a:cxn>
                <a:cxn ang="0">
                  <a:pos x="1104" y="0"/>
                </a:cxn>
              </a:cxnLst>
              <a:rect l="0" t="0" r="r" b="b"/>
              <a:pathLst>
                <a:path w="1146" h="428">
                  <a:moveTo>
                    <a:pt x="1104" y="0"/>
                  </a:moveTo>
                  <a:lnTo>
                    <a:pt x="908" y="0"/>
                  </a:lnTo>
                  <a:lnTo>
                    <a:pt x="908" y="0"/>
                  </a:lnTo>
                  <a:lnTo>
                    <a:pt x="900" y="0"/>
                  </a:lnTo>
                  <a:lnTo>
                    <a:pt x="892" y="2"/>
                  </a:lnTo>
                  <a:lnTo>
                    <a:pt x="884" y="6"/>
                  </a:lnTo>
                  <a:lnTo>
                    <a:pt x="878" y="12"/>
                  </a:lnTo>
                  <a:lnTo>
                    <a:pt x="874" y="18"/>
                  </a:lnTo>
                  <a:lnTo>
                    <a:pt x="870" y="26"/>
                  </a:lnTo>
                  <a:lnTo>
                    <a:pt x="868" y="34"/>
                  </a:lnTo>
                  <a:lnTo>
                    <a:pt x="866" y="42"/>
                  </a:lnTo>
                  <a:lnTo>
                    <a:pt x="866" y="112"/>
                  </a:lnTo>
                  <a:lnTo>
                    <a:pt x="718" y="112"/>
                  </a:lnTo>
                  <a:lnTo>
                    <a:pt x="718" y="42"/>
                  </a:lnTo>
                  <a:lnTo>
                    <a:pt x="718" y="42"/>
                  </a:lnTo>
                  <a:lnTo>
                    <a:pt x="716" y="34"/>
                  </a:lnTo>
                  <a:lnTo>
                    <a:pt x="714" y="26"/>
                  </a:lnTo>
                  <a:lnTo>
                    <a:pt x="710" y="18"/>
                  </a:lnTo>
                  <a:lnTo>
                    <a:pt x="706" y="12"/>
                  </a:lnTo>
                  <a:lnTo>
                    <a:pt x="698" y="6"/>
                  </a:lnTo>
                  <a:lnTo>
                    <a:pt x="692" y="2"/>
                  </a:lnTo>
                  <a:lnTo>
                    <a:pt x="684" y="0"/>
                  </a:lnTo>
                  <a:lnTo>
                    <a:pt x="676" y="0"/>
                  </a:lnTo>
                  <a:lnTo>
                    <a:pt x="480" y="0"/>
                  </a:lnTo>
                  <a:lnTo>
                    <a:pt x="480" y="0"/>
                  </a:lnTo>
                  <a:lnTo>
                    <a:pt x="472" y="0"/>
                  </a:lnTo>
                  <a:lnTo>
                    <a:pt x="464" y="2"/>
                  </a:lnTo>
                  <a:lnTo>
                    <a:pt x="456" y="6"/>
                  </a:lnTo>
                  <a:lnTo>
                    <a:pt x="450" y="12"/>
                  </a:lnTo>
                  <a:lnTo>
                    <a:pt x="446" y="18"/>
                  </a:lnTo>
                  <a:lnTo>
                    <a:pt x="442" y="26"/>
                  </a:lnTo>
                  <a:lnTo>
                    <a:pt x="438" y="34"/>
                  </a:lnTo>
                  <a:lnTo>
                    <a:pt x="438" y="42"/>
                  </a:lnTo>
                  <a:lnTo>
                    <a:pt x="438" y="112"/>
                  </a:lnTo>
                  <a:lnTo>
                    <a:pt x="280" y="112"/>
                  </a:lnTo>
                  <a:lnTo>
                    <a:pt x="280" y="42"/>
                  </a:lnTo>
                  <a:lnTo>
                    <a:pt x="280" y="42"/>
                  </a:lnTo>
                  <a:lnTo>
                    <a:pt x="280" y="34"/>
                  </a:lnTo>
                  <a:lnTo>
                    <a:pt x="278" y="26"/>
                  </a:lnTo>
                  <a:lnTo>
                    <a:pt x="274" y="18"/>
                  </a:lnTo>
                  <a:lnTo>
                    <a:pt x="268" y="12"/>
                  </a:lnTo>
                  <a:lnTo>
                    <a:pt x="262" y="6"/>
                  </a:lnTo>
                  <a:lnTo>
                    <a:pt x="254" y="2"/>
                  </a:lnTo>
                  <a:lnTo>
                    <a:pt x="246" y="0"/>
                  </a:lnTo>
                  <a:lnTo>
                    <a:pt x="238" y="0"/>
                  </a:lnTo>
                  <a:lnTo>
                    <a:pt x="44" y="0"/>
                  </a:lnTo>
                  <a:lnTo>
                    <a:pt x="44" y="0"/>
                  </a:lnTo>
                  <a:lnTo>
                    <a:pt x="34" y="0"/>
                  </a:lnTo>
                  <a:lnTo>
                    <a:pt x="26" y="2"/>
                  </a:lnTo>
                  <a:lnTo>
                    <a:pt x="20" y="6"/>
                  </a:lnTo>
                  <a:lnTo>
                    <a:pt x="14" y="12"/>
                  </a:lnTo>
                  <a:lnTo>
                    <a:pt x="8" y="18"/>
                  </a:lnTo>
                  <a:lnTo>
                    <a:pt x="4" y="26"/>
                  </a:lnTo>
                  <a:lnTo>
                    <a:pt x="2" y="34"/>
                  </a:lnTo>
                  <a:lnTo>
                    <a:pt x="0" y="42"/>
                  </a:lnTo>
                  <a:lnTo>
                    <a:pt x="0" y="236"/>
                  </a:lnTo>
                  <a:lnTo>
                    <a:pt x="0" y="236"/>
                  </a:lnTo>
                  <a:lnTo>
                    <a:pt x="2" y="246"/>
                  </a:lnTo>
                  <a:lnTo>
                    <a:pt x="4" y="254"/>
                  </a:lnTo>
                  <a:lnTo>
                    <a:pt x="8" y="260"/>
                  </a:lnTo>
                  <a:lnTo>
                    <a:pt x="14" y="266"/>
                  </a:lnTo>
                  <a:lnTo>
                    <a:pt x="20" y="272"/>
                  </a:lnTo>
                  <a:lnTo>
                    <a:pt x="26" y="276"/>
                  </a:lnTo>
                  <a:lnTo>
                    <a:pt x="34" y="278"/>
                  </a:lnTo>
                  <a:lnTo>
                    <a:pt x="44" y="278"/>
                  </a:lnTo>
                  <a:lnTo>
                    <a:pt x="238" y="278"/>
                  </a:lnTo>
                  <a:lnTo>
                    <a:pt x="238" y="278"/>
                  </a:lnTo>
                  <a:lnTo>
                    <a:pt x="246" y="278"/>
                  </a:lnTo>
                  <a:lnTo>
                    <a:pt x="254" y="276"/>
                  </a:lnTo>
                  <a:lnTo>
                    <a:pt x="262" y="272"/>
                  </a:lnTo>
                  <a:lnTo>
                    <a:pt x="268" y="266"/>
                  </a:lnTo>
                  <a:lnTo>
                    <a:pt x="274" y="260"/>
                  </a:lnTo>
                  <a:lnTo>
                    <a:pt x="278" y="254"/>
                  </a:lnTo>
                  <a:lnTo>
                    <a:pt x="280" y="246"/>
                  </a:lnTo>
                  <a:lnTo>
                    <a:pt x="280" y="236"/>
                  </a:lnTo>
                  <a:lnTo>
                    <a:pt x="280" y="166"/>
                  </a:lnTo>
                  <a:lnTo>
                    <a:pt x="438" y="166"/>
                  </a:lnTo>
                  <a:lnTo>
                    <a:pt x="438" y="236"/>
                  </a:lnTo>
                  <a:lnTo>
                    <a:pt x="438" y="236"/>
                  </a:lnTo>
                  <a:lnTo>
                    <a:pt x="438" y="246"/>
                  </a:lnTo>
                  <a:lnTo>
                    <a:pt x="442" y="254"/>
                  </a:lnTo>
                  <a:lnTo>
                    <a:pt x="446" y="260"/>
                  </a:lnTo>
                  <a:lnTo>
                    <a:pt x="450" y="266"/>
                  </a:lnTo>
                  <a:lnTo>
                    <a:pt x="456" y="272"/>
                  </a:lnTo>
                  <a:lnTo>
                    <a:pt x="464" y="276"/>
                  </a:lnTo>
                  <a:lnTo>
                    <a:pt x="472" y="278"/>
                  </a:lnTo>
                  <a:lnTo>
                    <a:pt x="480" y="278"/>
                  </a:lnTo>
                  <a:lnTo>
                    <a:pt x="550" y="278"/>
                  </a:lnTo>
                  <a:lnTo>
                    <a:pt x="550" y="428"/>
                  </a:lnTo>
                  <a:lnTo>
                    <a:pt x="572" y="428"/>
                  </a:lnTo>
                  <a:lnTo>
                    <a:pt x="584" y="428"/>
                  </a:lnTo>
                  <a:lnTo>
                    <a:pt x="604" y="428"/>
                  </a:lnTo>
                  <a:lnTo>
                    <a:pt x="604" y="278"/>
                  </a:lnTo>
                  <a:lnTo>
                    <a:pt x="676" y="278"/>
                  </a:lnTo>
                  <a:lnTo>
                    <a:pt x="676" y="278"/>
                  </a:lnTo>
                  <a:lnTo>
                    <a:pt x="684" y="278"/>
                  </a:lnTo>
                  <a:lnTo>
                    <a:pt x="692" y="276"/>
                  </a:lnTo>
                  <a:lnTo>
                    <a:pt x="698" y="272"/>
                  </a:lnTo>
                  <a:lnTo>
                    <a:pt x="706" y="266"/>
                  </a:lnTo>
                  <a:lnTo>
                    <a:pt x="710" y="260"/>
                  </a:lnTo>
                  <a:lnTo>
                    <a:pt x="714" y="254"/>
                  </a:lnTo>
                  <a:lnTo>
                    <a:pt x="716" y="246"/>
                  </a:lnTo>
                  <a:lnTo>
                    <a:pt x="718" y="236"/>
                  </a:lnTo>
                  <a:lnTo>
                    <a:pt x="718" y="166"/>
                  </a:lnTo>
                  <a:lnTo>
                    <a:pt x="866" y="166"/>
                  </a:lnTo>
                  <a:lnTo>
                    <a:pt x="866" y="236"/>
                  </a:lnTo>
                  <a:lnTo>
                    <a:pt x="866" y="236"/>
                  </a:lnTo>
                  <a:lnTo>
                    <a:pt x="868" y="246"/>
                  </a:lnTo>
                  <a:lnTo>
                    <a:pt x="870" y="254"/>
                  </a:lnTo>
                  <a:lnTo>
                    <a:pt x="874" y="260"/>
                  </a:lnTo>
                  <a:lnTo>
                    <a:pt x="878" y="266"/>
                  </a:lnTo>
                  <a:lnTo>
                    <a:pt x="884" y="272"/>
                  </a:lnTo>
                  <a:lnTo>
                    <a:pt x="892" y="276"/>
                  </a:lnTo>
                  <a:lnTo>
                    <a:pt x="900" y="278"/>
                  </a:lnTo>
                  <a:lnTo>
                    <a:pt x="908" y="278"/>
                  </a:lnTo>
                  <a:lnTo>
                    <a:pt x="1104" y="278"/>
                  </a:lnTo>
                  <a:lnTo>
                    <a:pt x="1104" y="278"/>
                  </a:lnTo>
                  <a:lnTo>
                    <a:pt x="1112" y="278"/>
                  </a:lnTo>
                  <a:lnTo>
                    <a:pt x="1120" y="276"/>
                  </a:lnTo>
                  <a:lnTo>
                    <a:pt x="1128" y="272"/>
                  </a:lnTo>
                  <a:lnTo>
                    <a:pt x="1134" y="266"/>
                  </a:lnTo>
                  <a:lnTo>
                    <a:pt x="1138" y="260"/>
                  </a:lnTo>
                  <a:lnTo>
                    <a:pt x="1142" y="254"/>
                  </a:lnTo>
                  <a:lnTo>
                    <a:pt x="1146" y="246"/>
                  </a:lnTo>
                  <a:lnTo>
                    <a:pt x="1146" y="236"/>
                  </a:lnTo>
                  <a:lnTo>
                    <a:pt x="1146" y="42"/>
                  </a:lnTo>
                  <a:lnTo>
                    <a:pt x="1146" y="42"/>
                  </a:lnTo>
                  <a:lnTo>
                    <a:pt x="1146" y="34"/>
                  </a:lnTo>
                  <a:lnTo>
                    <a:pt x="1142" y="26"/>
                  </a:lnTo>
                  <a:lnTo>
                    <a:pt x="1138" y="18"/>
                  </a:lnTo>
                  <a:lnTo>
                    <a:pt x="1134" y="12"/>
                  </a:lnTo>
                  <a:lnTo>
                    <a:pt x="1128" y="6"/>
                  </a:lnTo>
                  <a:lnTo>
                    <a:pt x="1120" y="2"/>
                  </a:lnTo>
                  <a:lnTo>
                    <a:pt x="1112" y="0"/>
                  </a:lnTo>
                  <a:lnTo>
                    <a:pt x="1104" y="0"/>
                  </a:lnTo>
                  <a:lnTo>
                    <a:pt x="1104" y="0"/>
                  </a:lnTo>
                  <a:close/>
                </a:path>
              </a:pathLst>
            </a:custGeom>
            <a:grpFill/>
            <a:ln w="9525">
              <a:noFill/>
              <a:round/>
              <a:headEnd/>
              <a:tailEnd/>
            </a:ln>
          </p:spPr>
          <p:txBody>
            <a:bodyPr/>
            <a:lstStyle/>
            <a:p>
              <a:pPr algn="just" fontAlgn="auto">
                <a:spcBef>
                  <a:spcPts val="0"/>
                </a:spcBef>
                <a:spcAft>
                  <a:spcPts val="0"/>
                </a:spcAft>
                <a:defRPr/>
              </a:pPr>
              <a:endParaRPr lang="en-IN">
                <a:latin typeface="+mn-lt"/>
              </a:endParaRPr>
            </a:p>
          </p:txBody>
        </p:sp>
      </p:grpSp>
      <p:grpSp>
        <p:nvGrpSpPr>
          <p:cNvPr id="17" name="Group 70"/>
          <p:cNvGrpSpPr>
            <a:grpSpLocks noChangeAspect="1"/>
          </p:cNvGrpSpPr>
          <p:nvPr userDrawn="1"/>
        </p:nvGrpSpPr>
        <p:grpSpPr bwMode="auto">
          <a:xfrm>
            <a:off x="5273896" y="3027995"/>
            <a:ext cx="806014" cy="779910"/>
            <a:chOff x="3984" y="1776"/>
            <a:chExt cx="1142" cy="1105"/>
          </a:xfrm>
          <a:solidFill>
            <a:schemeClr val="bg1"/>
          </a:solidFill>
        </p:grpSpPr>
        <p:sp>
          <p:nvSpPr>
            <p:cNvPr id="18" name="Freeform 71"/>
            <p:cNvSpPr>
              <a:spLocks/>
            </p:cNvSpPr>
            <p:nvPr/>
          </p:nvSpPr>
          <p:spPr bwMode="auto">
            <a:xfrm>
              <a:off x="4219" y="1922"/>
              <a:ext cx="103" cy="393"/>
            </a:xfrm>
            <a:custGeom>
              <a:avLst/>
              <a:gdLst/>
              <a:ahLst/>
              <a:cxnLst>
                <a:cxn ang="0">
                  <a:pos x="205" y="450"/>
                </a:cxn>
                <a:cxn ang="0">
                  <a:pos x="205" y="0"/>
                </a:cxn>
                <a:cxn ang="0">
                  <a:pos x="0" y="0"/>
                </a:cxn>
                <a:cxn ang="0">
                  <a:pos x="0" y="785"/>
                </a:cxn>
                <a:cxn ang="0">
                  <a:pos x="205" y="450"/>
                </a:cxn>
              </a:cxnLst>
              <a:rect l="0" t="0" r="r" b="b"/>
              <a:pathLst>
                <a:path w="205" h="785">
                  <a:moveTo>
                    <a:pt x="205" y="450"/>
                  </a:moveTo>
                  <a:lnTo>
                    <a:pt x="205" y="0"/>
                  </a:lnTo>
                  <a:lnTo>
                    <a:pt x="0" y="0"/>
                  </a:lnTo>
                  <a:lnTo>
                    <a:pt x="0" y="785"/>
                  </a:lnTo>
                  <a:lnTo>
                    <a:pt x="205" y="450"/>
                  </a:lnTo>
                  <a:close/>
                </a:path>
              </a:pathLst>
            </a:custGeom>
            <a:grpFill/>
            <a:ln w="9525">
              <a:noFill/>
              <a:round/>
              <a:headEnd/>
              <a:tailEnd/>
            </a:ln>
          </p:spPr>
          <p:txBody>
            <a:bodyPr/>
            <a:lstStyle/>
            <a:p>
              <a:pPr algn="just" fontAlgn="auto">
                <a:spcBef>
                  <a:spcPts val="0"/>
                </a:spcBef>
                <a:spcAft>
                  <a:spcPts val="0"/>
                </a:spcAft>
                <a:defRPr/>
              </a:pPr>
              <a:endParaRPr lang="en-IN">
                <a:latin typeface="+mn-lt"/>
              </a:endParaRPr>
            </a:p>
          </p:txBody>
        </p:sp>
        <p:sp>
          <p:nvSpPr>
            <p:cNvPr id="19" name="Freeform 72"/>
            <p:cNvSpPr>
              <a:spLocks/>
            </p:cNvSpPr>
            <p:nvPr/>
          </p:nvSpPr>
          <p:spPr bwMode="auto">
            <a:xfrm>
              <a:off x="4433" y="1776"/>
              <a:ext cx="102" cy="567"/>
            </a:xfrm>
            <a:custGeom>
              <a:avLst/>
              <a:gdLst/>
              <a:ahLst/>
              <a:cxnLst>
                <a:cxn ang="0">
                  <a:pos x="205" y="1135"/>
                </a:cxn>
                <a:cxn ang="0">
                  <a:pos x="205" y="0"/>
                </a:cxn>
                <a:cxn ang="0">
                  <a:pos x="0" y="0"/>
                </a:cxn>
                <a:cxn ang="0">
                  <a:pos x="0" y="729"/>
                </a:cxn>
                <a:cxn ang="0">
                  <a:pos x="205" y="1135"/>
                </a:cxn>
              </a:cxnLst>
              <a:rect l="0" t="0" r="r" b="b"/>
              <a:pathLst>
                <a:path w="205" h="1135">
                  <a:moveTo>
                    <a:pt x="205" y="1135"/>
                  </a:moveTo>
                  <a:lnTo>
                    <a:pt x="205" y="0"/>
                  </a:lnTo>
                  <a:lnTo>
                    <a:pt x="0" y="0"/>
                  </a:lnTo>
                  <a:lnTo>
                    <a:pt x="0" y="729"/>
                  </a:lnTo>
                  <a:lnTo>
                    <a:pt x="205" y="1135"/>
                  </a:lnTo>
                  <a:close/>
                </a:path>
              </a:pathLst>
            </a:custGeom>
            <a:grpFill/>
            <a:ln w="9525">
              <a:noFill/>
              <a:round/>
              <a:headEnd/>
              <a:tailEnd/>
            </a:ln>
          </p:spPr>
          <p:txBody>
            <a:bodyPr/>
            <a:lstStyle/>
            <a:p>
              <a:pPr algn="just" fontAlgn="auto">
                <a:spcBef>
                  <a:spcPts val="0"/>
                </a:spcBef>
                <a:spcAft>
                  <a:spcPts val="0"/>
                </a:spcAft>
                <a:defRPr/>
              </a:pPr>
              <a:endParaRPr lang="en-IN">
                <a:latin typeface="+mn-lt"/>
              </a:endParaRPr>
            </a:p>
          </p:txBody>
        </p:sp>
        <p:sp>
          <p:nvSpPr>
            <p:cNvPr id="20" name="Freeform 73"/>
            <p:cNvSpPr>
              <a:spLocks/>
            </p:cNvSpPr>
            <p:nvPr/>
          </p:nvSpPr>
          <p:spPr bwMode="auto">
            <a:xfrm>
              <a:off x="4647" y="1921"/>
              <a:ext cx="102" cy="513"/>
            </a:xfrm>
            <a:custGeom>
              <a:avLst/>
              <a:gdLst/>
              <a:ahLst/>
              <a:cxnLst>
                <a:cxn ang="0">
                  <a:pos x="205" y="824"/>
                </a:cxn>
                <a:cxn ang="0">
                  <a:pos x="205" y="0"/>
                </a:cxn>
                <a:cxn ang="0">
                  <a:pos x="0" y="0"/>
                </a:cxn>
                <a:cxn ang="0">
                  <a:pos x="0" y="1027"/>
                </a:cxn>
                <a:cxn ang="0">
                  <a:pos x="205" y="824"/>
                </a:cxn>
              </a:cxnLst>
              <a:rect l="0" t="0" r="r" b="b"/>
              <a:pathLst>
                <a:path w="205" h="1027">
                  <a:moveTo>
                    <a:pt x="205" y="824"/>
                  </a:moveTo>
                  <a:lnTo>
                    <a:pt x="205" y="0"/>
                  </a:lnTo>
                  <a:lnTo>
                    <a:pt x="0" y="0"/>
                  </a:lnTo>
                  <a:lnTo>
                    <a:pt x="0" y="1027"/>
                  </a:lnTo>
                  <a:lnTo>
                    <a:pt x="205" y="824"/>
                  </a:lnTo>
                  <a:close/>
                </a:path>
              </a:pathLst>
            </a:custGeom>
            <a:grpFill/>
            <a:ln w="9525">
              <a:noFill/>
              <a:round/>
              <a:headEnd/>
              <a:tailEnd/>
            </a:ln>
          </p:spPr>
          <p:txBody>
            <a:bodyPr/>
            <a:lstStyle/>
            <a:p>
              <a:pPr algn="just" fontAlgn="auto">
                <a:spcBef>
                  <a:spcPts val="0"/>
                </a:spcBef>
                <a:spcAft>
                  <a:spcPts val="0"/>
                </a:spcAft>
                <a:defRPr/>
              </a:pPr>
              <a:endParaRPr lang="en-IN">
                <a:latin typeface="+mn-lt"/>
              </a:endParaRPr>
            </a:p>
          </p:txBody>
        </p:sp>
        <p:sp>
          <p:nvSpPr>
            <p:cNvPr id="21" name="Freeform 74"/>
            <p:cNvSpPr>
              <a:spLocks/>
            </p:cNvSpPr>
            <p:nvPr/>
          </p:nvSpPr>
          <p:spPr bwMode="auto">
            <a:xfrm>
              <a:off x="4861" y="2092"/>
              <a:ext cx="103" cy="276"/>
            </a:xfrm>
            <a:custGeom>
              <a:avLst/>
              <a:gdLst/>
              <a:ahLst/>
              <a:cxnLst>
                <a:cxn ang="0">
                  <a:pos x="205" y="552"/>
                </a:cxn>
                <a:cxn ang="0">
                  <a:pos x="205" y="0"/>
                </a:cxn>
                <a:cxn ang="0">
                  <a:pos x="0" y="0"/>
                </a:cxn>
                <a:cxn ang="0">
                  <a:pos x="0" y="420"/>
                </a:cxn>
                <a:cxn ang="0">
                  <a:pos x="205" y="552"/>
                </a:cxn>
              </a:cxnLst>
              <a:rect l="0" t="0" r="r" b="b"/>
              <a:pathLst>
                <a:path w="205" h="552">
                  <a:moveTo>
                    <a:pt x="205" y="552"/>
                  </a:moveTo>
                  <a:lnTo>
                    <a:pt x="205" y="0"/>
                  </a:lnTo>
                  <a:lnTo>
                    <a:pt x="0" y="0"/>
                  </a:lnTo>
                  <a:lnTo>
                    <a:pt x="0" y="420"/>
                  </a:lnTo>
                  <a:lnTo>
                    <a:pt x="205" y="552"/>
                  </a:lnTo>
                  <a:close/>
                </a:path>
              </a:pathLst>
            </a:custGeom>
            <a:grpFill/>
            <a:ln w="9525">
              <a:noFill/>
              <a:round/>
              <a:headEnd/>
              <a:tailEnd/>
            </a:ln>
          </p:spPr>
          <p:txBody>
            <a:bodyPr/>
            <a:lstStyle/>
            <a:p>
              <a:pPr algn="just" fontAlgn="auto">
                <a:spcBef>
                  <a:spcPts val="0"/>
                </a:spcBef>
                <a:spcAft>
                  <a:spcPts val="0"/>
                </a:spcAft>
                <a:defRPr/>
              </a:pPr>
              <a:endParaRPr lang="en-IN">
                <a:latin typeface="+mn-lt"/>
              </a:endParaRPr>
            </a:p>
          </p:txBody>
        </p:sp>
        <p:sp>
          <p:nvSpPr>
            <p:cNvPr id="22" name="Freeform 75"/>
            <p:cNvSpPr>
              <a:spLocks/>
            </p:cNvSpPr>
            <p:nvPr/>
          </p:nvSpPr>
          <p:spPr bwMode="auto">
            <a:xfrm>
              <a:off x="3987" y="2263"/>
              <a:ext cx="1139" cy="618"/>
            </a:xfrm>
            <a:custGeom>
              <a:avLst/>
              <a:gdLst/>
              <a:ahLst/>
              <a:cxnLst>
                <a:cxn ang="0">
                  <a:pos x="1952" y="1143"/>
                </a:cxn>
                <a:cxn ang="0">
                  <a:pos x="1952" y="364"/>
                </a:cxn>
                <a:cxn ang="0">
                  <a:pos x="1747" y="230"/>
                </a:cxn>
                <a:cxn ang="0">
                  <a:pos x="1747" y="1143"/>
                </a:cxn>
                <a:cxn ang="0">
                  <a:pos x="1523" y="1143"/>
                </a:cxn>
                <a:cxn ang="0">
                  <a:pos x="1523" y="328"/>
                </a:cxn>
                <a:cxn ang="0">
                  <a:pos x="1318" y="524"/>
                </a:cxn>
                <a:cxn ang="0">
                  <a:pos x="1318" y="1143"/>
                </a:cxn>
                <a:cxn ang="0">
                  <a:pos x="1096" y="1143"/>
                </a:cxn>
                <a:cxn ang="0">
                  <a:pos x="1096" y="364"/>
                </a:cxn>
                <a:cxn ang="0">
                  <a:pos x="891" y="0"/>
                </a:cxn>
                <a:cxn ang="0">
                  <a:pos x="891" y="1143"/>
                </a:cxn>
                <a:cxn ang="0">
                  <a:pos x="668" y="1143"/>
                </a:cxn>
                <a:cxn ang="0">
                  <a:pos x="668" y="42"/>
                </a:cxn>
                <a:cxn ang="0">
                  <a:pos x="463" y="329"/>
                </a:cxn>
                <a:cxn ang="0">
                  <a:pos x="463" y="1143"/>
                </a:cxn>
                <a:cxn ang="0">
                  <a:pos x="0" y="1143"/>
                </a:cxn>
                <a:cxn ang="0">
                  <a:pos x="0" y="1236"/>
                </a:cxn>
                <a:cxn ang="0">
                  <a:pos x="2222" y="1236"/>
                </a:cxn>
                <a:cxn ang="0">
                  <a:pos x="2277" y="1143"/>
                </a:cxn>
                <a:cxn ang="0">
                  <a:pos x="1952" y="1143"/>
                </a:cxn>
              </a:cxnLst>
              <a:rect l="0" t="0" r="r" b="b"/>
              <a:pathLst>
                <a:path w="2277" h="1236">
                  <a:moveTo>
                    <a:pt x="1952" y="1143"/>
                  </a:moveTo>
                  <a:lnTo>
                    <a:pt x="1952" y="364"/>
                  </a:lnTo>
                  <a:lnTo>
                    <a:pt x="1747" y="230"/>
                  </a:lnTo>
                  <a:lnTo>
                    <a:pt x="1747" y="1143"/>
                  </a:lnTo>
                  <a:lnTo>
                    <a:pt x="1523" y="1143"/>
                  </a:lnTo>
                  <a:lnTo>
                    <a:pt x="1523" y="328"/>
                  </a:lnTo>
                  <a:lnTo>
                    <a:pt x="1318" y="524"/>
                  </a:lnTo>
                  <a:lnTo>
                    <a:pt x="1318" y="1143"/>
                  </a:lnTo>
                  <a:lnTo>
                    <a:pt x="1096" y="1143"/>
                  </a:lnTo>
                  <a:lnTo>
                    <a:pt x="1096" y="364"/>
                  </a:lnTo>
                  <a:lnTo>
                    <a:pt x="891" y="0"/>
                  </a:lnTo>
                  <a:lnTo>
                    <a:pt x="891" y="1143"/>
                  </a:lnTo>
                  <a:lnTo>
                    <a:pt x="668" y="1143"/>
                  </a:lnTo>
                  <a:lnTo>
                    <a:pt x="668" y="42"/>
                  </a:lnTo>
                  <a:lnTo>
                    <a:pt x="463" y="329"/>
                  </a:lnTo>
                  <a:lnTo>
                    <a:pt x="463" y="1143"/>
                  </a:lnTo>
                  <a:lnTo>
                    <a:pt x="0" y="1143"/>
                  </a:lnTo>
                  <a:lnTo>
                    <a:pt x="0" y="1236"/>
                  </a:lnTo>
                  <a:lnTo>
                    <a:pt x="2222" y="1236"/>
                  </a:lnTo>
                  <a:lnTo>
                    <a:pt x="2277" y="1143"/>
                  </a:lnTo>
                  <a:lnTo>
                    <a:pt x="1952" y="1143"/>
                  </a:lnTo>
                  <a:close/>
                </a:path>
              </a:pathLst>
            </a:custGeom>
            <a:grpFill/>
            <a:ln w="9525">
              <a:noFill/>
              <a:round/>
              <a:headEnd/>
              <a:tailEnd/>
            </a:ln>
          </p:spPr>
          <p:txBody>
            <a:bodyPr/>
            <a:lstStyle/>
            <a:p>
              <a:pPr algn="just" fontAlgn="auto">
                <a:spcBef>
                  <a:spcPts val="0"/>
                </a:spcBef>
                <a:spcAft>
                  <a:spcPts val="0"/>
                </a:spcAft>
                <a:defRPr/>
              </a:pPr>
              <a:endParaRPr lang="en-IN">
                <a:latin typeface="+mn-lt"/>
              </a:endParaRPr>
            </a:p>
          </p:txBody>
        </p:sp>
        <p:sp>
          <p:nvSpPr>
            <p:cNvPr id="23" name="Freeform 76"/>
            <p:cNvSpPr>
              <a:spLocks/>
            </p:cNvSpPr>
            <p:nvPr/>
          </p:nvSpPr>
          <p:spPr bwMode="auto">
            <a:xfrm>
              <a:off x="4130" y="2130"/>
              <a:ext cx="939" cy="482"/>
            </a:xfrm>
            <a:custGeom>
              <a:avLst/>
              <a:gdLst/>
              <a:ahLst/>
              <a:cxnLst>
                <a:cxn ang="0">
                  <a:pos x="1874" y="835"/>
                </a:cxn>
                <a:cxn ang="0">
                  <a:pos x="1380" y="502"/>
                </a:cxn>
                <a:cxn ang="0">
                  <a:pos x="930" y="942"/>
                </a:cxn>
                <a:cxn ang="0">
                  <a:pos x="488" y="147"/>
                </a:cxn>
                <a:cxn ang="0">
                  <a:pos x="2" y="963"/>
                </a:cxn>
                <a:cxn ang="0">
                  <a:pos x="0" y="812"/>
                </a:cxn>
                <a:cxn ang="0">
                  <a:pos x="492" y="0"/>
                </a:cxn>
                <a:cxn ang="0">
                  <a:pos x="943" y="814"/>
                </a:cxn>
                <a:cxn ang="0">
                  <a:pos x="1374" y="393"/>
                </a:cxn>
                <a:cxn ang="0">
                  <a:pos x="1878" y="736"/>
                </a:cxn>
                <a:cxn ang="0">
                  <a:pos x="1874" y="835"/>
                </a:cxn>
              </a:cxnLst>
              <a:rect l="0" t="0" r="r" b="b"/>
              <a:pathLst>
                <a:path w="1878" h="963">
                  <a:moveTo>
                    <a:pt x="1874" y="835"/>
                  </a:moveTo>
                  <a:lnTo>
                    <a:pt x="1380" y="502"/>
                  </a:lnTo>
                  <a:lnTo>
                    <a:pt x="930" y="942"/>
                  </a:lnTo>
                  <a:lnTo>
                    <a:pt x="488" y="147"/>
                  </a:lnTo>
                  <a:lnTo>
                    <a:pt x="2" y="963"/>
                  </a:lnTo>
                  <a:lnTo>
                    <a:pt x="0" y="812"/>
                  </a:lnTo>
                  <a:lnTo>
                    <a:pt x="492" y="0"/>
                  </a:lnTo>
                  <a:lnTo>
                    <a:pt x="943" y="814"/>
                  </a:lnTo>
                  <a:lnTo>
                    <a:pt x="1374" y="393"/>
                  </a:lnTo>
                  <a:lnTo>
                    <a:pt x="1878" y="736"/>
                  </a:lnTo>
                  <a:lnTo>
                    <a:pt x="1874" y="835"/>
                  </a:lnTo>
                  <a:close/>
                </a:path>
              </a:pathLst>
            </a:custGeom>
            <a:grpFill/>
            <a:ln w="9525">
              <a:noFill/>
              <a:round/>
              <a:headEnd/>
              <a:tailEnd/>
            </a:ln>
          </p:spPr>
          <p:txBody>
            <a:bodyPr/>
            <a:lstStyle/>
            <a:p>
              <a:pPr algn="just" fontAlgn="auto">
                <a:spcBef>
                  <a:spcPts val="0"/>
                </a:spcBef>
                <a:spcAft>
                  <a:spcPts val="0"/>
                </a:spcAft>
                <a:defRPr/>
              </a:pPr>
              <a:endParaRPr lang="en-IN">
                <a:latin typeface="+mn-lt"/>
              </a:endParaRPr>
            </a:p>
          </p:txBody>
        </p:sp>
        <p:sp>
          <p:nvSpPr>
            <p:cNvPr id="24" name="Rectangle 77"/>
            <p:cNvSpPr>
              <a:spLocks noChangeArrowheads="1"/>
            </p:cNvSpPr>
            <p:nvPr/>
          </p:nvSpPr>
          <p:spPr bwMode="auto">
            <a:xfrm>
              <a:off x="3984" y="2708"/>
              <a:ext cx="97" cy="34"/>
            </a:xfrm>
            <a:prstGeom prst="rect">
              <a:avLst/>
            </a:prstGeom>
            <a:grpFill/>
            <a:ln w="9525">
              <a:noFill/>
              <a:miter lim="800000"/>
              <a:headEnd/>
              <a:tailEnd/>
            </a:ln>
          </p:spPr>
          <p:txBody>
            <a:bodyPr/>
            <a:lstStyle/>
            <a:p>
              <a:pPr algn="just" fontAlgn="auto">
                <a:spcBef>
                  <a:spcPts val="0"/>
                </a:spcBef>
                <a:spcAft>
                  <a:spcPts val="0"/>
                </a:spcAft>
                <a:defRPr/>
              </a:pPr>
              <a:endParaRPr lang="en-IN">
                <a:latin typeface="+mn-lt"/>
              </a:endParaRPr>
            </a:p>
          </p:txBody>
        </p:sp>
        <p:sp>
          <p:nvSpPr>
            <p:cNvPr id="25" name="Rectangle 78"/>
            <p:cNvSpPr>
              <a:spLocks noChangeArrowheads="1"/>
            </p:cNvSpPr>
            <p:nvPr/>
          </p:nvSpPr>
          <p:spPr bwMode="auto">
            <a:xfrm>
              <a:off x="3984" y="2536"/>
              <a:ext cx="97" cy="33"/>
            </a:xfrm>
            <a:prstGeom prst="rect">
              <a:avLst/>
            </a:prstGeom>
            <a:grpFill/>
            <a:ln w="9525">
              <a:noFill/>
              <a:miter lim="800000"/>
              <a:headEnd/>
              <a:tailEnd/>
            </a:ln>
          </p:spPr>
          <p:txBody>
            <a:bodyPr/>
            <a:lstStyle/>
            <a:p>
              <a:pPr algn="just" fontAlgn="auto">
                <a:spcBef>
                  <a:spcPts val="0"/>
                </a:spcBef>
                <a:spcAft>
                  <a:spcPts val="0"/>
                </a:spcAft>
                <a:defRPr/>
              </a:pPr>
              <a:endParaRPr lang="en-IN">
                <a:latin typeface="+mn-lt"/>
              </a:endParaRPr>
            </a:p>
          </p:txBody>
        </p:sp>
        <p:sp>
          <p:nvSpPr>
            <p:cNvPr id="26" name="Rectangle 79"/>
            <p:cNvSpPr>
              <a:spLocks noChangeArrowheads="1"/>
            </p:cNvSpPr>
            <p:nvPr/>
          </p:nvSpPr>
          <p:spPr bwMode="auto">
            <a:xfrm>
              <a:off x="3984" y="2363"/>
              <a:ext cx="97" cy="34"/>
            </a:xfrm>
            <a:prstGeom prst="rect">
              <a:avLst/>
            </a:prstGeom>
            <a:grpFill/>
            <a:ln w="9525">
              <a:noFill/>
              <a:miter lim="800000"/>
              <a:headEnd/>
              <a:tailEnd/>
            </a:ln>
          </p:spPr>
          <p:txBody>
            <a:bodyPr/>
            <a:lstStyle/>
            <a:p>
              <a:pPr algn="just" fontAlgn="auto">
                <a:spcBef>
                  <a:spcPts val="0"/>
                </a:spcBef>
                <a:spcAft>
                  <a:spcPts val="0"/>
                </a:spcAft>
                <a:defRPr/>
              </a:pPr>
              <a:endParaRPr lang="en-IN">
                <a:latin typeface="+mn-lt"/>
              </a:endParaRPr>
            </a:p>
          </p:txBody>
        </p:sp>
        <p:sp>
          <p:nvSpPr>
            <p:cNvPr id="27" name="Rectangle 80"/>
            <p:cNvSpPr>
              <a:spLocks noChangeArrowheads="1"/>
            </p:cNvSpPr>
            <p:nvPr/>
          </p:nvSpPr>
          <p:spPr bwMode="auto">
            <a:xfrm>
              <a:off x="3984" y="2190"/>
              <a:ext cx="97" cy="34"/>
            </a:xfrm>
            <a:prstGeom prst="rect">
              <a:avLst/>
            </a:prstGeom>
            <a:grpFill/>
            <a:ln w="9525">
              <a:noFill/>
              <a:miter lim="800000"/>
              <a:headEnd/>
              <a:tailEnd/>
            </a:ln>
          </p:spPr>
          <p:txBody>
            <a:bodyPr/>
            <a:lstStyle/>
            <a:p>
              <a:pPr algn="just" fontAlgn="auto">
                <a:spcBef>
                  <a:spcPts val="0"/>
                </a:spcBef>
                <a:spcAft>
                  <a:spcPts val="0"/>
                </a:spcAft>
                <a:defRPr/>
              </a:pPr>
              <a:endParaRPr lang="en-IN">
                <a:latin typeface="+mn-lt"/>
              </a:endParaRPr>
            </a:p>
          </p:txBody>
        </p:sp>
        <p:sp>
          <p:nvSpPr>
            <p:cNvPr id="28" name="Rectangle 81"/>
            <p:cNvSpPr>
              <a:spLocks noChangeArrowheads="1"/>
            </p:cNvSpPr>
            <p:nvPr/>
          </p:nvSpPr>
          <p:spPr bwMode="auto">
            <a:xfrm>
              <a:off x="3984" y="2026"/>
              <a:ext cx="97" cy="34"/>
            </a:xfrm>
            <a:prstGeom prst="rect">
              <a:avLst/>
            </a:prstGeom>
            <a:grpFill/>
            <a:ln w="9525">
              <a:noFill/>
              <a:miter lim="800000"/>
              <a:headEnd/>
              <a:tailEnd/>
            </a:ln>
          </p:spPr>
          <p:txBody>
            <a:bodyPr/>
            <a:lstStyle/>
            <a:p>
              <a:pPr algn="just" fontAlgn="auto">
                <a:spcBef>
                  <a:spcPts val="0"/>
                </a:spcBef>
                <a:spcAft>
                  <a:spcPts val="0"/>
                </a:spcAft>
                <a:defRPr/>
              </a:pPr>
              <a:endParaRPr lang="en-IN">
                <a:latin typeface="+mn-lt"/>
              </a:endParaRPr>
            </a:p>
          </p:txBody>
        </p:sp>
      </p:grpSp>
      <p:grpSp>
        <p:nvGrpSpPr>
          <p:cNvPr id="29" name="Group 51"/>
          <p:cNvGrpSpPr>
            <a:grpSpLocks noChangeAspect="1"/>
          </p:cNvGrpSpPr>
          <p:nvPr userDrawn="1"/>
        </p:nvGrpSpPr>
        <p:grpSpPr bwMode="auto">
          <a:xfrm>
            <a:off x="7179019" y="3118051"/>
            <a:ext cx="867710" cy="619384"/>
            <a:chOff x="2400" y="2880"/>
            <a:chExt cx="1216" cy="868"/>
          </a:xfrm>
          <a:solidFill>
            <a:schemeClr val="bg1"/>
          </a:solidFill>
        </p:grpSpPr>
        <p:sp>
          <p:nvSpPr>
            <p:cNvPr id="30" name="Freeform 52"/>
            <p:cNvSpPr>
              <a:spLocks/>
            </p:cNvSpPr>
            <p:nvPr/>
          </p:nvSpPr>
          <p:spPr bwMode="auto">
            <a:xfrm>
              <a:off x="2400" y="3120"/>
              <a:ext cx="500" cy="628"/>
            </a:xfrm>
            <a:custGeom>
              <a:avLst/>
              <a:gdLst/>
              <a:ahLst/>
              <a:cxnLst>
                <a:cxn ang="0">
                  <a:pos x="50" y="622"/>
                </a:cxn>
                <a:cxn ang="0">
                  <a:pos x="6" y="578"/>
                </a:cxn>
                <a:cxn ang="0">
                  <a:pos x="0" y="414"/>
                </a:cxn>
                <a:cxn ang="0">
                  <a:pos x="14" y="368"/>
                </a:cxn>
                <a:cxn ang="0">
                  <a:pos x="66" y="334"/>
                </a:cxn>
                <a:cxn ang="0">
                  <a:pos x="132" y="332"/>
                </a:cxn>
                <a:cxn ang="0">
                  <a:pos x="152" y="326"/>
                </a:cxn>
                <a:cxn ang="0">
                  <a:pos x="158" y="274"/>
                </a:cxn>
                <a:cxn ang="0">
                  <a:pos x="136" y="252"/>
                </a:cxn>
                <a:cxn ang="0">
                  <a:pos x="106" y="198"/>
                </a:cxn>
                <a:cxn ang="0">
                  <a:pos x="98" y="152"/>
                </a:cxn>
                <a:cxn ang="0">
                  <a:pos x="106" y="108"/>
                </a:cxn>
                <a:cxn ang="0">
                  <a:pos x="134" y="56"/>
                </a:cxn>
                <a:cxn ang="0">
                  <a:pos x="178" y="18"/>
                </a:cxn>
                <a:cxn ang="0">
                  <a:pos x="236" y="0"/>
                </a:cxn>
                <a:cxn ang="0">
                  <a:pos x="266" y="0"/>
                </a:cxn>
                <a:cxn ang="0">
                  <a:pos x="324" y="18"/>
                </a:cxn>
                <a:cxn ang="0">
                  <a:pos x="368" y="56"/>
                </a:cxn>
                <a:cxn ang="0">
                  <a:pos x="396" y="108"/>
                </a:cxn>
                <a:cxn ang="0">
                  <a:pos x="404" y="152"/>
                </a:cxn>
                <a:cxn ang="0">
                  <a:pos x="394" y="204"/>
                </a:cxn>
                <a:cxn ang="0">
                  <a:pos x="358" y="260"/>
                </a:cxn>
                <a:cxn ang="0">
                  <a:pos x="346" y="270"/>
                </a:cxn>
                <a:cxn ang="0">
                  <a:pos x="308" y="266"/>
                </a:cxn>
                <a:cxn ang="0">
                  <a:pos x="302" y="246"/>
                </a:cxn>
                <a:cxn ang="0">
                  <a:pos x="312" y="228"/>
                </a:cxn>
                <a:cxn ang="0">
                  <a:pos x="344" y="174"/>
                </a:cxn>
                <a:cxn ang="0">
                  <a:pos x="348" y="152"/>
                </a:cxn>
                <a:cxn ang="0">
                  <a:pos x="318" y="84"/>
                </a:cxn>
                <a:cxn ang="0">
                  <a:pos x="250" y="56"/>
                </a:cxn>
                <a:cxn ang="0">
                  <a:pos x="214" y="64"/>
                </a:cxn>
                <a:cxn ang="0">
                  <a:pos x="162" y="114"/>
                </a:cxn>
                <a:cxn ang="0">
                  <a:pos x="154" y="152"/>
                </a:cxn>
                <a:cxn ang="0">
                  <a:pos x="176" y="214"/>
                </a:cxn>
                <a:cxn ang="0">
                  <a:pos x="192" y="228"/>
                </a:cxn>
                <a:cxn ang="0">
                  <a:pos x="214" y="244"/>
                </a:cxn>
                <a:cxn ang="0">
                  <a:pos x="208" y="344"/>
                </a:cxn>
                <a:cxn ang="0">
                  <a:pos x="188" y="368"/>
                </a:cxn>
                <a:cxn ang="0">
                  <a:pos x="132" y="388"/>
                </a:cxn>
                <a:cxn ang="0">
                  <a:pos x="72" y="390"/>
                </a:cxn>
                <a:cxn ang="0">
                  <a:pos x="56" y="414"/>
                </a:cxn>
                <a:cxn ang="0">
                  <a:pos x="64" y="564"/>
                </a:cxn>
                <a:cxn ang="0">
                  <a:pos x="418" y="572"/>
                </a:cxn>
                <a:cxn ang="0">
                  <a:pos x="442" y="556"/>
                </a:cxn>
                <a:cxn ang="0">
                  <a:pos x="444" y="428"/>
                </a:cxn>
                <a:cxn ang="0">
                  <a:pos x="438" y="406"/>
                </a:cxn>
                <a:cxn ang="0">
                  <a:pos x="424" y="388"/>
                </a:cxn>
                <a:cxn ang="0">
                  <a:pos x="368" y="386"/>
                </a:cxn>
                <a:cxn ang="0">
                  <a:pos x="348" y="378"/>
                </a:cxn>
                <a:cxn ang="0">
                  <a:pos x="340" y="358"/>
                </a:cxn>
                <a:cxn ang="0">
                  <a:pos x="368" y="330"/>
                </a:cxn>
                <a:cxn ang="0">
                  <a:pos x="420" y="330"/>
                </a:cxn>
                <a:cxn ang="0">
                  <a:pos x="448" y="338"/>
                </a:cxn>
                <a:cxn ang="0">
                  <a:pos x="468" y="354"/>
                </a:cxn>
                <a:cxn ang="0">
                  <a:pos x="488" y="382"/>
                </a:cxn>
                <a:cxn ang="0">
                  <a:pos x="500" y="428"/>
                </a:cxn>
                <a:cxn ang="0">
                  <a:pos x="492" y="578"/>
                </a:cxn>
                <a:cxn ang="0">
                  <a:pos x="450" y="622"/>
                </a:cxn>
                <a:cxn ang="0">
                  <a:pos x="82" y="628"/>
                </a:cxn>
              </a:cxnLst>
              <a:rect l="0" t="0" r="r" b="b"/>
              <a:pathLst>
                <a:path w="500" h="628">
                  <a:moveTo>
                    <a:pt x="82" y="628"/>
                  </a:moveTo>
                  <a:lnTo>
                    <a:pt x="82" y="628"/>
                  </a:lnTo>
                  <a:lnTo>
                    <a:pt x="66" y="626"/>
                  </a:lnTo>
                  <a:lnTo>
                    <a:pt x="50" y="622"/>
                  </a:lnTo>
                  <a:lnTo>
                    <a:pt x="36" y="614"/>
                  </a:lnTo>
                  <a:lnTo>
                    <a:pt x="24" y="604"/>
                  </a:lnTo>
                  <a:lnTo>
                    <a:pt x="14" y="592"/>
                  </a:lnTo>
                  <a:lnTo>
                    <a:pt x="6" y="578"/>
                  </a:lnTo>
                  <a:lnTo>
                    <a:pt x="2" y="562"/>
                  </a:lnTo>
                  <a:lnTo>
                    <a:pt x="0" y="546"/>
                  </a:lnTo>
                  <a:lnTo>
                    <a:pt x="0" y="546"/>
                  </a:lnTo>
                  <a:lnTo>
                    <a:pt x="0" y="414"/>
                  </a:lnTo>
                  <a:lnTo>
                    <a:pt x="0" y="414"/>
                  </a:lnTo>
                  <a:lnTo>
                    <a:pt x="2" y="396"/>
                  </a:lnTo>
                  <a:lnTo>
                    <a:pt x="6" y="382"/>
                  </a:lnTo>
                  <a:lnTo>
                    <a:pt x="14" y="368"/>
                  </a:lnTo>
                  <a:lnTo>
                    <a:pt x="24" y="356"/>
                  </a:lnTo>
                  <a:lnTo>
                    <a:pt x="36" y="346"/>
                  </a:lnTo>
                  <a:lnTo>
                    <a:pt x="50" y="338"/>
                  </a:lnTo>
                  <a:lnTo>
                    <a:pt x="66" y="334"/>
                  </a:lnTo>
                  <a:lnTo>
                    <a:pt x="82" y="332"/>
                  </a:lnTo>
                  <a:lnTo>
                    <a:pt x="82" y="332"/>
                  </a:lnTo>
                  <a:lnTo>
                    <a:pt x="132" y="332"/>
                  </a:lnTo>
                  <a:lnTo>
                    <a:pt x="132" y="332"/>
                  </a:lnTo>
                  <a:lnTo>
                    <a:pt x="146" y="330"/>
                  </a:lnTo>
                  <a:lnTo>
                    <a:pt x="152" y="326"/>
                  </a:lnTo>
                  <a:lnTo>
                    <a:pt x="152" y="326"/>
                  </a:lnTo>
                  <a:lnTo>
                    <a:pt x="152" y="326"/>
                  </a:lnTo>
                  <a:lnTo>
                    <a:pt x="156" y="320"/>
                  </a:lnTo>
                  <a:lnTo>
                    <a:pt x="158" y="310"/>
                  </a:lnTo>
                  <a:lnTo>
                    <a:pt x="158" y="310"/>
                  </a:lnTo>
                  <a:lnTo>
                    <a:pt x="158" y="274"/>
                  </a:lnTo>
                  <a:lnTo>
                    <a:pt x="158" y="274"/>
                  </a:lnTo>
                  <a:lnTo>
                    <a:pt x="148" y="266"/>
                  </a:lnTo>
                  <a:lnTo>
                    <a:pt x="136" y="252"/>
                  </a:lnTo>
                  <a:lnTo>
                    <a:pt x="136" y="252"/>
                  </a:lnTo>
                  <a:lnTo>
                    <a:pt x="136" y="252"/>
                  </a:lnTo>
                  <a:lnTo>
                    <a:pt x="122" y="234"/>
                  </a:lnTo>
                  <a:lnTo>
                    <a:pt x="110" y="212"/>
                  </a:lnTo>
                  <a:lnTo>
                    <a:pt x="106" y="198"/>
                  </a:lnTo>
                  <a:lnTo>
                    <a:pt x="102" y="184"/>
                  </a:lnTo>
                  <a:lnTo>
                    <a:pt x="100" y="168"/>
                  </a:lnTo>
                  <a:lnTo>
                    <a:pt x="98" y="152"/>
                  </a:lnTo>
                  <a:lnTo>
                    <a:pt x="98" y="152"/>
                  </a:lnTo>
                  <a:lnTo>
                    <a:pt x="98" y="152"/>
                  </a:lnTo>
                  <a:lnTo>
                    <a:pt x="100" y="136"/>
                  </a:lnTo>
                  <a:lnTo>
                    <a:pt x="102" y="122"/>
                  </a:lnTo>
                  <a:lnTo>
                    <a:pt x="106" y="108"/>
                  </a:lnTo>
                  <a:lnTo>
                    <a:pt x="110" y="94"/>
                  </a:lnTo>
                  <a:lnTo>
                    <a:pt x="118" y="80"/>
                  </a:lnTo>
                  <a:lnTo>
                    <a:pt x="124" y="68"/>
                  </a:lnTo>
                  <a:lnTo>
                    <a:pt x="134" y="56"/>
                  </a:lnTo>
                  <a:lnTo>
                    <a:pt x="144" y="44"/>
                  </a:lnTo>
                  <a:lnTo>
                    <a:pt x="154" y="34"/>
                  </a:lnTo>
                  <a:lnTo>
                    <a:pt x="166" y="26"/>
                  </a:lnTo>
                  <a:lnTo>
                    <a:pt x="178" y="18"/>
                  </a:lnTo>
                  <a:lnTo>
                    <a:pt x="192" y="12"/>
                  </a:lnTo>
                  <a:lnTo>
                    <a:pt x="206" y="6"/>
                  </a:lnTo>
                  <a:lnTo>
                    <a:pt x="220" y="4"/>
                  </a:lnTo>
                  <a:lnTo>
                    <a:pt x="236" y="0"/>
                  </a:lnTo>
                  <a:lnTo>
                    <a:pt x="250" y="0"/>
                  </a:lnTo>
                  <a:lnTo>
                    <a:pt x="250" y="0"/>
                  </a:lnTo>
                  <a:lnTo>
                    <a:pt x="250" y="0"/>
                  </a:lnTo>
                  <a:lnTo>
                    <a:pt x="266" y="0"/>
                  </a:lnTo>
                  <a:lnTo>
                    <a:pt x="282" y="4"/>
                  </a:lnTo>
                  <a:lnTo>
                    <a:pt x="296" y="6"/>
                  </a:lnTo>
                  <a:lnTo>
                    <a:pt x="310" y="12"/>
                  </a:lnTo>
                  <a:lnTo>
                    <a:pt x="324" y="18"/>
                  </a:lnTo>
                  <a:lnTo>
                    <a:pt x="336" y="26"/>
                  </a:lnTo>
                  <a:lnTo>
                    <a:pt x="348" y="34"/>
                  </a:lnTo>
                  <a:lnTo>
                    <a:pt x="358" y="44"/>
                  </a:lnTo>
                  <a:lnTo>
                    <a:pt x="368" y="56"/>
                  </a:lnTo>
                  <a:lnTo>
                    <a:pt x="378" y="68"/>
                  </a:lnTo>
                  <a:lnTo>
                    <a:pt x="384" y="80"/>
                  </a:lnTo>
                  <a:lnTo>
                    <a:pt x="392" y="94"/>
                  </a:lnTo>
                  <a:lnTo>
                    <a:pt x="396" y="108"/>
                  </a:lnTo>
                  <a:lnTo>
                    <a:pt x="400" y="122"/>
                  </a:lnTo>
                  <a:lnTo>
                    <a:pt x="402" y="136"/>
                  </a:lnTo>
                  <a:lnTo>
                    <a:pt x="404" y="152"/>
                  </a:lnTo>
                  <a:lnTo>
                    <a:pt x="404" y="152"/>
                  </a:lnTo>
                  <a:lnTo>
                    <a:pt x="404" y="152"/>
                  </a:lnTo>
                  <a:lnTo>
                    <a:pt x="402" y="170"/>
                  </a:lnTo>
                  <a:lnTo>
                    <a:pt x="400" y="188"/>
                  </a:lnTo>
                  <a:lnTo>
                    <a:pt x="394" y="204"/>
                  </a:lnTo>
                  <a:lnTo>
                    <a:pt x="388" y="220"/>
                  </a:lnTo>
                  <a:lnTo>
                    <a:pt x="380" y="234"/>
                  </a:lnTo>
                  <a:lnTo>
                    <a:pt x="370" y="248"/>
                  </a:lnTo>
                  <a:lnTo>
                    <a:pt x="358" y="260"/>
                  </a:lnTo>
                  <a:lnTo>
                    <a:pt x="346" y="270"/>
                  </a:lnTo>
                  <a:lnTo>
                    <a:pt x="346" y="270"/>
                  </a:lnTo>
                  <a:lnTo>
                    <a:pt x="346" y="270"/>
                  </a:lnTo>
                  <a:lnTo>
                    <a:pt x="346" y="270"/>
                  </a:lnTo>
                  <a:lnTo>
                    <a:pt x="336" y="276"/>
                  </a:lnTo>
                  <a:lnTo>
                    <a:pt x="326" y="276"/>
                  </a:lnTo>
                  <a:lnTo>
                    <a:pt x="316" y="274"/>
                  </a:lnTo>
                  <a:lnTo>
                    <a:pt x="308" y="266"/>
                  </a:lnTo>
                  <a:lnTo>
                    <a:pt x="308" y="266"/>
                  </a:lnTo>
                  <a:lnTo>
                    <a:pt x="308" y="266"/>
                  </a:lnTo>
                  <a:lnTo>
                    <a:pt x="302" y="256"/>
                  </a:lnTo>
                  <a:lnTo>
                    <a:pt x="302" y="246"/>
                  </a:lnTo>
                  <a:lnTo>
                    <a:pt x="304" y="236"/>
                  </a:lnTo>
                  <a:lnTo>
                    <a:pt x="312" y="228"/>
                  </a:lnTo>
                  <a:lnTo>
                    <a:pt x="312" y="228"/>
                  </a:lnTo>
                  <a:lnTo>
                    <a:pt x="312" y="228"/>
                  </a:lnTo>
                  <a:lnTo>
                    <a:pt x="326" y="212"/>
                  </a:lnTo>
                  <a:lnTo>
                    <a:pt x="338" y="194"/>
                  </a:lnTo>
                  <a:lnTo>
                    <a:pt x="342" y="184"/>
                  </a:lnTo>
                  <a:lnTo>
                    <a:pt x="344" y="174"/>
                  </a:lnTo>
                  <a:lnTo>
                    <a:pt x="346" y="164"/>
                  </a:lnTo>
                  <a:lnTo>
                    <a:pt x="348" y="152"/>
                  </a:lnTo>
                  <a:lnTo>
                    <a:pt x="348" y="152"/>
                  </a:lnTo>
                  <a:lnTo>
                    <a:pt x="348" y="152"/>
                  </a:lnTo>
                  <a:lnTo>
                    <a:pt x="346" y="132"/>
                  </a:lnTo>
                  <a:lnTo>
                    <a:pt x="340" y="114"/>
                  </a:lnTo>
                  <a:lnTo>
                    <a:pt x="330" y="98"/>
                  </a:lnTo>
                  <a:lnTo>
                    <a:pt x="318" y="84"/>
                  </a:lnTo>
                  <a:lnTo>
                    <a:pt x="304" y="72"/>
                  </a:lnTo>
                  <a:lnTo>
                    <a:pt x="288" y="64"/>
                  </a:lnTo>
                  <a:lnTo>
                    <a:pt x="270" y="58"/>
                  </a:lnTo>
                  <a:lnTo>
                    <a:pt x="250" y="56"/>
                  </a:lnTo>
                  <a:lnTo>
                    <a:pt x="250" y="56"/>
                  </a:lnTo>
                  <a:lnTo>
                    <a:pt x="250" y="56"/>
                  </a:lnTo>
                  <a:lnTo>
                    <a:pt x="232" y="58"/>
                  </a:lnTo>
                  <a:lnTo>
                    <a:pt x="214" y="64"/>
                  </a:lnTo>
                  <a:lnTo>
                    <a:pt x="198" y="72"/>
                  </a:lnTo>
                  <a:lnTo>
                    <a:pt x="182" y="84"/>
                  </a:lnTo>
                  <a:lnTo>
                    <a:pt x="172" y="98"/>
                  </a:lnTo>
                  <a:lnTo>
                    <a:pt x="162" y="114"/>
                  </a:lnTo>
                  <a:lnTo>
                    <a:pt x="156" y="132"/>
                  </a:lnTo>
                  <a:lnTo>
                    <a:pt x="154" y="152"/>
                  </a:lnTo>
                  <a:lnTo>
                    <a:pt x="154" y="152"/>
                  </a:lnTo>
                  <a:lnTo>
                    <a:pt x="154" y="152"/>
                  </a:lnTo>
                  <a:lnTo>
                    <a:pt x="156" y="172"/>
                  </a:lnTo>
                  <a:lnTo>
                    <a:pt x="162" y="188"/>
                  </a:lnTo>
                  <a:lnTo>
                    <a:pt x="168" y="202"/>
                  </a:lnTo>
                  <a:lnTo>
                    <a:pt x="176" y="214"/>
                  </a:lnTo>
                  <a:lnTo>
                    <a:pt x="176" y="214"/>
                  </a:lnTo>
                  <a:lnTo>
                    <a:pt x="176" y="214"/>
                  </a:lnTo>
                  <a:lnTo>
                    <a:pt x="184" y="222"/>
                  </a:lnTo>
                  <a:lnTo>
                    <a:pt x="192" y="228"/>
                  </a:lnTo>
                  <a:lnTo>
                    <a:pt x="200" y="236"/>
                  </a:lnTo>
                  <a:lnTo>
                    <a:pt x="200" y="236"/>
                  </a:lnTo>
                  <a:lnTo>
                    <a:pt x="200" y="236"/>
                  </a:lnTo>
                  <a:lnTo>
                    <a:pt x="214" y="244"/>
                  </a:lnTo>
                  <a:lnTo>
                    <a:pt x="214" y="310"/>
                  </a:lnTo>
                  <a:lnTo>
                    <a:pt x="214" y="310"/>
                  </a:lnTo>
                  <a:lnTo>
                    <a:pt x="212" y="328"/>
                  </a:lnTo>
                  <a:lnTo>
                    <a:pt x="208" y="344"/>
                  </a:lnTo>
                  <a:lnTo>
                    <a:pt x="200" y="358"/>
                  </a:lnTo>
                  <a:lnTo>
                    <a:pt x="188" y="368"/>
                  </a:lnTo>
                  <a:lnTo>
                    <a:pt x="188" y="368"/>
                  </a:lnTo>
                  <a:lnTo>
                    <a:pt x="188" y="368"/>
                  </a:lnTo>
                  <a:lnTo>
                    <a:pt x="176" y="378"/>
                  </a:lnTo>
                  <a:lnTo>
                    <a:pt x="162" y="384"/>
                  </a:lnTo>
                  <a:lnTo>
                    <a:pt x="148" y="386"/>
                  </a:lnTo>
                  <a:lnTo>
                    <a:pt x="132" y="388"/>
                  </a:lnTo>
                  <a:lnTo>
                    <a:pt x="132" y="388"/>
                  </a:lnTo>
                  <a:lnTo>
                    <a:pt x="82" y="388"/>
                  </a:lnTo>
                  <a:lnTo>
                    <a:pt x="82" y="388"/>
                  </a:lnTo>
                  <a:lnTo>
                    <a:pt x="72" y="390"/>
                  </a:lnTo>
                  <a:lnTo>
                    <a:pt x="64" y="396"/>
                  </a:lnTo>
                  <a:lnTo>
                    <a:pt x="58" y="404"/>
                  </a:lnTo>
                  <a:lnTo>
                    <a:pt x="56" y="414"/>
                  </a:lnTo>
                  <a:lnTo>
                    <a:pt x="56" y="414"/>
                  </a:lnTo>
                  <a:lnTo>
                    <a:pt x="56" y="546"/>
                  </a:lnTo>
                  <a:lnTo>
                    <a:pt x="56" y="546"/>
                  </a:lnTo>
                  <a:lnTo>
                    <a:pt x="58" y="556"/>
                  </a:lnTo>
                  <a:lnTo>
                    <a:pt x="64" y="564"/>
                  </a:lnTo>
                  <a:lnTo>
                    <a:pt x="72" y="570"/>
                  </a:lnTo>
                  <a:lnTo>
                    <a:pt x="82" y="572"/>
                  </a:lnTo>
                  <a:lnTo>
                    <a:pt x="82" y="572"/>
                  </a:lnTo>
                  <a:lnTo>
                    <a:pt x="418" y="572"/>
                  </a:lnTo>
                  <a:lnTo>
                    <a:pt x="418" y="572"/>
                  </a:lnTo>
                  <a:lnTo>
                    <a:pt x="428" y="570"/>
                  </a:lnTo>
                  <a:lnTo>
                    <a:pt x="436" y="564"/>
                  </a:lnTo>
                  <a:lnTo>
                    <a:pt x="442" y="556"/>
                  </a:lnTo>
                  <a:lnTo>
                    <a:pt x="444" y="546"/>
                  </a:lnTo>
                  <a:lnTo>
                    <a:pt x="444" y="546"/>
                  </a:lnTo>
                  <a:lnTo>
                    <a:pt x="444" y="428"/>
                  </a:lnTo>
                  <a:lnTo>
                    <a:pt x="444" y="428"/>
                  </a:lnTo>
                  <a:lnTo>
                    <a:pt x="442" y="418"/>
                  </a:lnTo>
                  <a:lnTo>
                    <a:pt x="438" y="406"/>
                  </a:lnTo>
                  <a:lnTo>
                    <a:pt x="438" y="406"/>
                  </a:lnTo>
                  <a:lnTo>
                    <a:pt x="438" y="406"/>
                  </a:lnTo>
                  <a:lnTo>
                    <a:pt x="430" y="396"/>
                  </a:lnTo>
                  <a:lnTo>
                    <a:pt x="424" y="388"/>
                  </a:lnTo>
                  <a:lnTo>
                    <a:pt x="424" y="388"/>
                  </a:lnTo>
                  <a:lnTo>
                    <a:pt x="424" y="388"/>
                  </a:lnTo>
                  <a:lnTo>
                    <a:pt x="420" y="386"/>
                  </a:lnTo>
                  <a:lnTo>
                    <a:pt x="420" y="386"/>
                  </a:lnTo>
                  <a:lnTo>
                    <a:pt x="420" y="386"/>
                  </a:lnTo>
                  <a:lnTo>
                    <a:pt x="368" y="386"/>
                  </a:lnTo>
                  <a:lnTo>
                    <a:pt x="368" y="386"/>
                  </a:lnTo>
                  <a:lnTo>
                    <a:pt x="368" y="386"/>
                  </a:lnTo>
                  <a:lnTo>
                    <a:pt x="356" y="384"/>
                  </a:lnTo>
                  <a:lnTo>
                    <a:pt x="348" y="378"/>
                  </a:lnTo>
                  <a:lnTo>
                    <a:pt x="342" y="370"/>
                  </a:lnTo>
                  <a:lnTo>
                    <a:pt x="340" y="358"/>
                  </a:lnTo>
                  <a:lnTo>
                    <a:pt x="340" y="358"/>
                  </a:lnTo>
                  <a:lnTo>
                    <a:pt x="340" y="358"/>
                  </a:lnTo>
                  <a:lnTo>
                    <a:pt x="342" y="348"/>
                  </a:lnTo>
                  <a:lnTo>
                    <a:pt x="348" y="338"/>
                  </a:lnTo>
                  <a:lnTo>
                    <a:pt x="356" y="332"/>
                  </a:lnTo>
                  <a:lnTo>
                    <a:pt x="368" y="330"/>
                  </a:lnTo>
                  <a:lnTo>
                    <a:pt x="368" y="330"/>
                  </a:lnTo>
                  <a:lnTo>
                    <a:pt x="368" y="330"/>
                  </a:lnTo>
                  <a:lnTo>
                    <a:pt x="420" y="330"/>
                  </a:lnTo>
                  <a:lnTo>
                    <a:pt x="420" y="330"/>
                  </a:lnTo>
                  <a:lnTo>
                    <a:pt x="420" y="330"/>
                  </a:lnTo>
                  <a:lnTo>
                    <a:pt x="430" y="332"/>
                  </a:lnTo>
                  <a:lnTo>
                    <a:pt x="440" y="334"/>
                  </a:lnTo>
                  <a:lnTo>
                    <a:pt x="448" y="338"/>
                  </a:lnTo>
                  <a:lnTo>
                    <a:pt x="456" y="342"/>
                  </a:lnTo>
                  <a:lnTo>
                    <a:pt x="456" y="342"/>
                  </a:lnTo>
                  <a:lnTo>
                    <a:pt x="456" y="342"/>
                  </a:lnTo>
                  <a:lnTo>
                    <a:pt x="468" y="354"/>
                  </a:lnTo>
                  <a:lnTo>
                    <a:pt x="480" y="366"/>
                  </a:lnTo>
                  <a:lnTo>
                    <a:pt x="480" y="366"/>
                  </a:lnTo>
                  <a:lnTo>
                    <a:pt x="480" y="366"/>
                  </a:lnTo>
                  <a:lnTo>
                    <a:pt x="488" y="382"/>
                  </a:lnTo>
                  <a:lnTo>
                    <a:pt x="494" y="396"/>
                  </a:lnTo>
                  <a:lnTo>
                    <a:pt x="498" y="412"/>
                  </a:lnTo>
                  <a:lnTo>
                    <a:pt x="500" y="428"/>
                  </a:lnTo>
                  <a:lnTo>
                    <a:pt x="500" y="428"/>
                  </a:lnTo>
                  <a:lnTo>
                    <a:pt x="500" y="546"/>
                  </a:lnTo>
                  <a:lnTo>
                    <a:pt x="500" y="546"/>
                  </a:lnTo>
                  <a:lnTo>
                    <a:pt x="498" y="562"/>
                  </a:lnTo>
                  <a:lnTo>
                    <a:pt x="492" y="578"/>
                  </a:lnTo>
                  <a:lnTo>
                    <a:pt x="486" y="592"/>
                  </a:lnTo>
                  <a:lnTo>
                    <a:pt x="476" y="604"/>
                  </a:lnTo>
                  <a:lnTo>
                    <a:pt x="464" y="614"/>
                  </a:lnTo>
                  <a:lnTo>
                    <a:pt x="450" y="622"/>
                  </a:lnTo>
                  <a:lnTo>
                    <a:pt x="434" y="626"/>
                  </a:lnTo>
                  <a:lnTo>
                    <a:pt x="418" y="628"/>
                  </a:lnTo>
                  <a:lnTo>
                    <a:pt x="418" y="628"/>
                  </a:lnTo>
                  <a:lnTo>
                    <a:pt x="82" y="628"/>
                  </a:lnTo>
                  <a:lnTo>
                    <a:pt x="82" y="628"/>
                  </a:lnTo>
                  <a:close/>
                </a:path>
              </a:pathLst>
            </a:custGeom>
            <a:grpFill/>
            <a:ln w="9525">
              <a:noFill/>
              <a:round/>
              <a:headEnd/>
              <a:tailEnd/>
            </a:ln>
          </p:spPr>
          <p:txBody>
            <a:bodyPr/>
            <a:lstStyle/>
            <a:p>
              <a:pPr algn="just" fontAlgn="auto">
                <a:spcBef>
                  <a:spcPts val="0"/>
                </a:spcBef>
                <a:spcAft>
                  <a:spcPts val="0"/>
                </a:spcAft>
                <a:defRPr/>
              </a:pPr>
              <a:endParaRPr lang="en-IN">
                <a:latin typeface="+mn-lt"/>
              </a:endParaRPr>
            </a:p>
          </p:txBody>
        </p:sp>
        <p:sp>
          <p:nvSpPr>
            <p:cNvPr id="31" name="Freeform 53"/>
            <p:cNvSpPr>
              <a:spLocks noEditPoints="1"/>
            </p:cNvSpPr>
            <p:nvPr/>
          </p:nvSpPr>
          <p:spPr bwMode="auto">
            <a:xfrm>
              <a:off x="2930" y="2880"/>
              <a:ext cx="686" cy="568"/>
            </a:xfrm>
            <a:custGeom>
              <a:avLst/>
              <a:gdLst/>
              <a:ahLst/>
              <a:cxnLst>
                <a:cxn ang="0">
                  <a:pos x="168" y="568"/>
                </a:cxn>
                <a:cxn ang="0">
                  <a:pos x="134" y="564"/>
                </a:cxn>
                <a:cxn ang="0">
                  <a:pos x="102" y="556"/>
                </a:cxn>
                <a:cxn ang="0">
                  <a:pos x="74" y="540"/>
                </a:cxn>
                <a:cxn ang="0">
                  <a:pos x="48" y="520"/>
                </a:cxn>
                <a:cxn ang="0">
                  <a:pos x="28" y="496"/>
                </a:cxn>
                <a:cxn ang="0">
                  <a:pos x="12" y="468"/>
                </a:cxn>
                <a:cxn ang="0">
                  <a:pos x="2" y="438"/>
                </a:cxn>
                <a:cxn ang="0">
                  <a:pos x="0" y="404"/>
                </a:cxn>
                <a:cxn ang="0">
                  <a:pos x="0" y="162"/>
                </a:cxn>
                <a:cxn ang="0">
                  <a:pos x="0" y="146"/>
                </a:cxn>
                <a:cxn ang="0">
                  <a:pos x="6" y="114"/>
                </a:cxn>
                <a:cxn ang="0">
                  <a:pos x="20" y="84"/>
                </a:cxn>
                <a:cxn ang="0">
                  <a:pos x="38" y="58"/>
                </a:cxn>
                <a:cxn ang="0">
                  <a:pos x="60" y="36"/>
                </a:cxn>
                <a:cxn ang="0">
                  <a:pos x="88" y="20"/>
                </a:cxn>
                <a:cxn ang="0">
                  <a:pos x="118" y="6"/>
                </a:cxn>
                <a:cxn ang="0">
                  <a:pos x="150" y="0"/>
                </a:cxn>
                <a:cxn ang="0">
                  <a:pos x="168" y="0"/>
                </a:cxn>
                <a:cxn ang="0">
                  <a:pos x="518" y="0"/>
                </a:cxn>
                <a:cxn ang="0">
                  <a:pos x="552" y="2"/>
                </a:cxn>
                <a:cxn ang="0">
                  <a:pos x="582" y="12"/>
                </a:cxn>
                <a:cxn ang="0">
                  <a:pos x="612" y="28"/>
                </a:cxn>
                <a:cxn ang="0">
                  <a:pos x="636" y="48"/>
                </a:cxn>
                <a:cxn ang="0">
                  <a:pos x="656" y="72"/>
                </a:cxn>
                <a:cxn ang="0">
                  <a:pos x="672" y="98"/>
                </a:cxn>
                <a:cxn ang="0">
                  <a:pos x="682" y="130"/>
                </a:cxn>
                <a:cxn ang="0">
                  <a:pos x="686" y="162"/>
                </a:cxn>
                <a:cxn ang="0">
                  <a:pos x="686" y="404"/>
                </a:cxn>
                <a:cxn ang="0">
                  <a:pos x="684" y="422"/>
                </a:cxn>
                <a:cxn ang="0">
                  <a:pos x="678" y="454"/>
                </a:cxn>
                <a:cxn ang="0">
                  <a:pos x="666" y="482"/>
                </a:cxn>
                <a:cxn ang="0">
                  <a:pos x="648" y="508"/>
                </a:cxn>
                <a:cxn ang="0">
                  <a:pos x="624" y="532"/>
                </a:cxn>
                <a:cxn ang="0">
                  <a:pos x="598" y="548"/>
                </a:cxn>
                <a:cxn ang="0">
                  <a:pos x="568" y="560"/>
                </a:cxn>
                <a:cxn ang="0">
                  <a:pos x="534" y="568"/>
                </a:cxn>
                <a:cxn ang="0">
                  <a:pos x="518" y="568"/>
                </a:cxn>
                <a:cxn ang="0">
                  <a:pos x="168" y="568"/>
                </a:cxn>
                <a:cxn ang="0">
                  <a:pos x="58" y="404"/>
                </a:cxn>
                <a:cxn ang="0">
                  <a:pos x="60" y="426"/>
                </a:cxn>
                <a:cxn ang="0">
                  <a:pos x="76" y="462"/>
                </a:cxn>
                <a:cxn ang="0">
                  <a:pos x="106" y="490"/>
                </a:cxn>
                <a:cxn ang="0">
                  <a:pos x="146" y="506"/>
                </a:cxn>
                <a:cxn ang="0">
                  <a:pos x="168" y="508"/>
                </a:cxn>
                <a:cxn ang="0">
                  <a:pos x="518" y="508"/>
                </a:cxn>
                <a:cxn ang="0">
                  <a:pos x="560" y="500"/>
                </a:cxn>
                <a:cxn ang="0">
                  <a:pos x="594" y="478"/>
                </a:cxn>
                <a:cxn ang="0">
                  <a:pos x="618" y="444"/>
                </a:cxn>
                <a:cxn ang="0">
                  <a:pos x="626" y="404"/>
                </a:cxn>
                <a:cxn ang="0">
                  <a:pos x="626" y="162"/>
                </a:cxn>
                <a:cxn ang="0">
                  <a:pos x="624" y="142"/>
                </a:cxn>
                <a:cxn ang="0">
                  <a:pos x="608" y="106"/>
                </a:cxn>
                <a:cxn ang="0">
                  <a:pos x="578" y="76"/>
                </a:cxn>
                <a:cxn ang="0">
                  <a:pos x="540" y="60"/>
                </a:cxn>
                <a:cxn ang="0">
                  <a:pos x="518" y="58"/>
                </a:cxn>
                <a:cxn ang="0">
                  <a:pos x="168" y="58"/>
                </a:cxn>
                <a:cxn ang="0">
                  <a:pos x="124" y="68"/>
                </a:cxn>
                <a:cxn ang="0">
                  <a:pos x="90" y="90"/>
                </a:cxn>
                <a:cxn ang="0">
                  <a:pos x="66" y="122"/>
                </a:cxn>
                <a:cxn ang="0">
                  <a:pos x="58" y="162"/>
                </a:cxn>
              </a:cxnLst>
              <a:rect l="0" t="0" r="r" b="b"/>
              <a:pathLst>
                <a:path w="686" h="568">
                  <a:moveTo>
                    <a:pt x="168" y="568"/>
                  </a:moveTo>
                  <a:lnTo>
                    <a:pt x="168" y="568"/>
                  </a:lnTo>
                  <a:lnTo>
                    <a:pt x="150" y="568"/>
                  </a:lnTo>
                  <a:lnTo>
                    <a:pt x="134" y="564"/>
                  </a:lnTo>
                  <a:lnTo>
                    <a:pt x="118" y="560"/>
                  </a:lnTo>
                  <a:lnTo>
                    <a:pt x="102" y="556"/>
                  </a:lnTo>
                  <a:lnTo>
                    <a:pt x="88" y="548"/>
                  </a:lnTo>
                  <a:lnTo>
                    <a:pt x="74" y="540"/>
                  </a:lnTo>
                  <a:lnTo>
                    <a:pt x="60" y="532"/>
                  </a:lnTo>
                  <a:lnTo>
                    <a:pt x="48" y="520"/>
                  </a:lnTo>
                  <a:lnTo>
                    <a:pt x="38" y="508"/>
                  </a:lnTo>
                  <a:lnTo>
                    <a:pt x="28" y="496"/>
                  </a:lnTo>
                  <a:lnTo>
                    <a:pt x="20" y="482"/>
                  </a:lnTo>
                  <a:lnTo>
                    <a:pt x="12" y="468"/>
                  </a:lnTo>
                  <a:lnTo>
                    <a:pt x="6" y="454"/>
                  </a:lnTo>
                  <a:lnTo>
                    <a:pt x="2" y="438"/>
                  </a:lnTo>
                  <a:lnTo>
                    <a:pt x="0" y="422"/>
                  </a:lnTo>
                  <a:lnTo>
                    <a:pt x="0" y="404"/>
                  </a:lnTo>
                  <a:lnTo>
                    <a:pt x="0" y="404"/>
                  </a:lnTo>
                  <a:lnTo>
                    <a:pt x="0" y="162"/>
                  </a:lnTo>
                  <a:lnTo>
                    <a:pt x="0" y="162"/>
                  </a:lnTo>
                  <a:lnTo>
                    <a:pt x="0" y="146"/>
                  </a:lnTo>
                  <a:lnTo>
                    <a:pt x="2" y="130"/>
                  </a:lnTo>
                  <a:lnTo>
                    <a:pt x="6" y="114"/>
                  </a:lnTo>
                  <a:lnTo>
                    <a:pt x="12" y="98"/>
                  </a:lnTo>
                  <a:lnTo>
                    <a:pt x="20" y="84"/>
                  </a:lnTo>
                  <a:lnTo>
                    <a:pt x="28" y="72"/>
                  </a:lnTo>
                  <a:lnTo>
                    <a:pt x="38" y="58"/>
                  </a:lnTo>
                  <a:lnTo>
                    <a:pt x="48" y="48"/>
                  </a:lnTo>
                  <a:lnTo>
                    <a:pt x="60" y="36"/>
                  </a:lnTo>
                  <a:lnTo>
                    <a:pt x="74" y="28"/>
                  </a:lnTo>
                  <a:lnTo>
                    <a:pt x="88" y="20"/>
                  </a:lnTo>
                  <a:lnTo>
                    <a:pt x="102" y="12"/>
                  </a:lnTo>
                  <a:lnTo>
                    <a:pt x="118" y="6"/>
                  </a:lnTo>
                  <a:lnTo>
                    <a:pt x="134" y="2"/>
                  </a:lnTo>
                  <a:lnTo>
                    <a:pt x="150" y="0"/>
                  </a:lnTo>
                  <a:lnTo>
                    <a:pt x="168" y="0"/>
                  </a:lnTo>
                  <a:lnTo>
                    <a:pt x="168" y="0"/>
                  </a:lnTo>
                  <a:lnTo>
                    <a:pt x="518" y="0"/>
                  </a:lnTo>
                  <a:lnTo>
                    <a:pt x="518" y="0"/>
                  </a:lnTo>
                  <a:lnTo>
                    <a:pt x="534" y="0"/>
                  </a:lnTo>
                  <a:lnTo>
                    <a:pt x="552" y="2"/>
                  </a:lnTo>
                  <a:lnTo>
                    <a:pt x="568" y="6"/>
                  </a:lnTo>
                  <a:lnTo>
                    <a:pt x="582" y="12"/>
                  </a:lnTo>
                  <a:lnTo>
                    <a:pt x="598" y="20"/>
                  </a:lnTo>
                  <a:lnTo>
                    <a:pt x="612" y="28"/>
                  </a:lnTo>
                  <a:lnTo>
                    <a:pt x="624" y="36"/>
                  </a:lnTo>
                  <a:lnTo>
                    <a:pt x="636" y="48"/>
                  </a:lnTo>
                  <a:lnTo>
                    <a:pt x="648" y="58"/>
                  </a:lnTo>
                  <a:lnTo>
                    <a:pt x="656" y="72"/>
                  </a:lnTo>
                  <a:lnTo>
                    <a:pt x="666" y="84"/>
                  </a:lnTo>
                  <a:lnTo>
                    <a:pt x="672" y="98"/>
                  </a:lnTo>
                  <a:lnTo>
                    <a:pt x="678" y="114"/>
                  </a:lnTo>
                  <a:lnTo>
                    <a:pt x="682" y="130"/>
                  </a:lnTo>
                  <a:lnTo>
                    <a:pt x="684" y="146"/>
                  </a:lnTo>
                  <a:lnTo>
                    <a:pt x="686" y="162"/>
                  </a:lnTo>
                  <a:lnTo>
                    <a:pt x="686" y="162"/>
                  </a:lnTo>
                  <a:lnTo>
                    <a:pt x="686" y="404"/>
                  </a:lnTo>
                  <a:lnTo>
                    <a:pt x="686" y="404"/>
                  </a:lnTo>
                  <a:lnTo>
                    <a:pt x="684" y="422"/>
                  </a:lnTo>
                  <a:lnTo>
                    <a:pt x="682" y="438"/>
                  </a:lnTo>
                  <a:lnTo>
                    <a:pt x="678" y="454"/>
                  </a:lnTo>
                  <a:lnTo>
                    <a:pt x="672" y="468"/>
                  </a:lnTo>
                  <a:lnTo>
                    <a:pt x="666" y="482"/>
                  </a:lnTo>
                  <a:lnTo>
                    <a:pt x="656" y="496"/>
                  </a:lnTo>
                  <a:lnTo>
                    <a:pt x="648" y="508"/>
                  </a:lnTo>
                  <a:lnTo>
                    <a:pt x="636" y="520"/>
                  </a:lnTo>
                  <a:lnTo>
                    <a:pt x="624" y="532"/>
                  </a:lnTo>
                  <a:lnTo>
                    <a:pt x="612" y="540"/>
                  </a:lnTo>
                  <a:lnTo>
                    <a:pt x="598" y="548"/>
                  </a:lnTo>
                  <a:lnTo>
                    <a:pt x="582" y="556"/>
                  </a:lnTo>
                  <a:lnTo>
                    <a:pt x="568" y="560"/>
                  </a:lnTo>
                  <a:lnTo>
                    <a:pt x="552" y="564"/>
                  </a:lnTo>
                  <a:lnTo>
                    <a:pt x="534" y="568"/>
                  </a:lnTo>
                  <a:lnTo>
                    <a:pt x="518" y="568"/>
                  </a:lnTo>
                  <a:lnTo>
                    <a:pt x="518" y="568"/>
                  </a:lnTo>
                  <a:lnTo>
                    <a:pt x="168" y="568"/>
                  </a:lnTo>
                  <a:lnTo>
                    <a:pt x="168" y="568"/>
                  </a:lnTo>
                  <a:close/>
                  <a:moveTo>
                    <a:pt x="58" y="162"/>
                  </a:moveTo>
                  <a:lnTo>
                    <a:pt x="58" y="404"/>
                  </a:lnTo>
                  <a:lnTo>
                    <a:pt x="58" y="404"/>
                  </a:lnTo>
                  <a:lnTo>
                    <a:pt x="60" y="426"/>
                  </a:lnTo>
                  <a:lnTo>
                    <a:pt x="66" y="444"/>
                  </a:lnTo>
                  <a:lnTo>
                    <a:pt x="76" y="462"/>
                  </a:lnTo>
                  <a:lnTo>
                    <a:pt x="90" y="478"/>
                  </a:lnTo>
                  <a:lnTo>
                    <a:pt x="106" y="490"/>
                  </a:lnTo>
                  <a:lnTo>
                    <a:pt x="124" y="500"/>
                  </a:lnTo>
                  <a:lnTo>
                    <a:pt x="146" y="506"/>
                  </a:lnTo>
                  <a:lnTo>
                    <a:pt x="168" y="508"/>
                  </a:lnTo>
                  <a:lnTo>
                    <a:pt x="168" y="508"/>
                  </a:lnTo>
                  <a:lnTo>
                    <a:pt x="518" y="508"/>
                  </a:lnTo>
                  <a:lnTo>
                    <a:pt x="518" y="508"/>
                  </a:lnTo>
                  <a:lnTo>
                    <a:pt x="540" y="506"/>
                  </a:lnTo>
                  <a:lnTo>
                    <a:pt x="560" y="500"/>
                  </a:lnTo>
                  <a:lnTo>
                    <a:pt x="578" y="490"/>
                  </a:lnTo>
                  <a:lnTo>
                    <a:pt x="594" y="478"/>
                  </a:lnTo>
                  <a:lnTo>
                    <a:pt x="608" y="462"/>
                  </a:lnTo>
                  <a:lnTo>
                    <a:pt x="618" y="444"/>
                  </a:lnTo>
                  <a:lnTo>
                    <a:pt x="624" y="426"/>
                  </a:lnTo>
                  <a:lnTo>
                    <a:pt x="626" y="404"/>
                  </a:lnTo>
                  <a:lnTo>
                    <a:pt x="626" y="404"/>
                  </a:lnTo>
                  <a:lnTo>
                    <a:pt x="626" y="162"/>
                  </a:lnTo>
                  <a:lnTo>
                    <a:pt x="626" y="162"/>
                  </a:lnTo>
                  <a:lnTo>
                    <a:pt x="624" y="142"/>
                  </a:lnTo>
                  <a:lnTo>
                    <a:pt x="618" y="122"/>
                  </a:lnTo>
                  <a:lnTo>
                    <a:pt x="608" y="106"/>
                  </a:lnTo>
                  <a:lnTo>
                    <a:pt x="594" y="90"/>
                  </a:lnTo>
                  <a:lnTo>
                    <a:pt x="578" y="76"/>
                  </a:lnTo>
                  <a:lnTo>
                    <a:pt x="560" y="68"/>
                  </a:lnTo>
                  <a:lnTo>
                    <a:pt x="540" y="60"/>
                  </a:lnTo>
                  <a:lnTo>
                    <a:pt x="518" y="58"/>
                  </a:lnTo>
                  <a:lnTo>
                    <a:pt x="518" y="58"/>
                  </a:lnTo>
                  <a:lnTo>
                    <a:pt x="168" y="58"/>
                  </a:lnTo>
                  <a:lnTo>
                    <a:pt x="168" y="58"/>
                  </a:lnTo>
                  <a:lnTo>
                    <a:pt x="146" y="60"/>
                  </a:lnTo>
                  <a:lnTo>
                    <a:pt x="124" y="68"/>
                  </a:lnTo>
                  <a:lnTo>
                    <a:pt x="106" y="76"/>
                  </a:lnTo>
                  <a:lnTo>
                    <a:pt x="90" y="90"/>
                  </a:lnTo>
                  <a:lnTo>
                    <a:pt x="76" y="106"/>
                  </a:lnTo>
                  <a:lnTo>
                    <a:pt x="66" y="122"/>
                  </a:lnTo>
                  <a:lnTo>
                    <a:pt x="60" y="142"/>
                  </a:lnTo>
                  <a:lnTo>
                    <a:pt x="58" y="162"/>
                  </a:lnTo>
                  <a:lnTo>
                    <a:pt x="58" y="162"/>
                  </a:lnTo>
                  <a:close/>
                </a:path>
              </a:pathLst>
            </a:custGeom>
            <a:grpFill/>
            <a:ln w="9525">
              <a:noFill/>
              <a:round/>
              <a:headEnd/>
              <a:tailEnd/>
            </a:ln>
          </p:spPr>
          <p:txBody>
            <a:bodyPr/>
            <a:lstStyle/>
            <a:p>
              <a:pPr algn="just" fontAlgn="auto">
                <a:spcBef>
                  <a:spcPts val="0"/>
                </a:spcBef>
                <a:spcAft>
                  <a:spcPts val="0"/>
                </a:spcAft>
                <a:defRPr/>
              </a:pPr>
              <a:endParaRPr lang="en-IN">
                <a:latin typeface="+mn-lt"/>
              </a:endParaRPr>
            </a:p>
          </p:txBody>
        </p:sp>
        <p:sp>
          <p:nvSpPr>
            <p:cNvPr id="32" name="Freeform 54"/>
            <p:cNvSpPr>
              <a:spLocks/>
            </p:cNvSpPr>
            <p:nvPr/>
          </p:nvSpPr>
          <p:spPr bwMode="auto">
            <a:xfrm>
              <a:off x="2958" y="3386"/>
              <a:ext cx="558" cy="172"/>
            </a:xfrm>
            <a:custGeom>
              <a:avLst/>
              <a:gdLst/>
              <a:ahLst/>
              <a:cxnLst>
                <a:cxn ang="0">
                  <a:pos x="0" y="148"/>
                </a:cxn>
                <a:cxn ang="0">
                  <a:pos x="0" y="148"/>
                </a:cxn>
                <a:cxn ang="0">
                  <a:pos x="0" y="142"/>
                </a:cxn>
                <a:cxn ang="0">
                  <a:pos x="0" y="138"/>
                </a:cxn>
                <a:cxn ang="0">
                  <a:pos x="4" y="126"/>
                </a:cxn>
                <a:cxn ang="0">
                  <a:pos x="12" y="118"/>
                </a:cxn>
                <a:cxn ang="0">
                  <a:pos x="16" y="116"/>
                </a:cxn>
                <a:cxn ang="0">
                  <a:pos x="22" y="114"/>
                </a:cxn>
                <a:cxn ang="0">
                  <a:pos x="22" y="114"/>
                </a:cxn>
                <a:cxn ang="0">
                  <a:pos x="522" y="0"/>
                </a:cxn>
                <a:cxn ang="0">
                  <a:pos x="522" y="0"/>
                </a:cxn>
                <a:cxn ang="0">
                  <a:pos x="528" y="0"/>
                </a:cxn>
                <a:cxn ang="0">
                  <a:pos x="532" y="0"/>
                </a:cxn>
                <a:cxn ang="0">
                  <a:pos x="544" y="4"/>
                </a:cxn>
                <a:cxn ang="0">
                  <a:pos x="552" y="12"/>
                </a:cxn>
                <a:cxn ang="0">
                  <a:pos x="554" y="18"/>
                </a:cxn>
                <a:cxn ang="0">
                  <a:pos x="556" y="22"/>
                </a:cxn>
                <a:cxn ang="0">
                  <a:pos x="556" y="22"/>
                </a:cxn>
                <a:cxn ang="0">
                  <a:pos x="556" y="22"/>
                </a:cxn>
                <a:cxn ang="0">
                  <a:pos x="558" y="28"/>
                </a:cxn>
                <a:cxn ang="0">
                  <a:pos x="556" y="34"/>
                </a:cxn>
                <a:cxn ang="0">
                  <a:pos x="552" y="46"/>
                </a:cxn>
                <a:cxn ang="0">
                  <a:pos x="544" y="54"/>
                </a:cxn>
                <a:cxn ang="0">
                  <a:pos x="540" y="56"/>
                </a:cxn>
                <a:cxn ang="0">
                  <a:pos x="534" y="58"/>
                </a:cxn>
                <a:cxn ang="0">
                  <a:pos x="534" y="58"/>
                </a:cxn>
                <a:cxn ang="0">
                  <a:pos x="36" y="172"/>
                </a:cxn>
                <a:cxn ang="0">
                  <a:pos x="36" y="172"/>
                </a:cxn>
                <a:cxn ang="0">
                  <a:pos x="30" y="172"/>
                </a:cxn>
                <a:cxn ang="0">
                  <a:pos x="30" y="172"/>
                </a:cxn>
                <a:cxn ang="0">
                  <a:pos x="30" y="172"/>
                </a:cxn>
                <a:cxn ang="0">
                  <a:pos x="20" y="170"/>
                </a:cxn>
                <a:cxn ang="0">
                  <a:pos x="10" y="166"/>
                </a:cxn>
                <a:cxn ang="0">
                  <a:pos x="4" y="158"/>
                </a:cxn>
                <a:cxn ang="0">
                  <a:pos x="0" y="148"/>
                </a:cxn>
                <a:cxn ang="0">
                  <a:pos x="0" y="148"/>
                </a:cxn>
              </a:cxnLst>
              <a:rect l="0" t="0" r="r" b="b"/>
              <a:pathLst>
                <a:path w="558" h="172">
                  <a:moveTo>
                    <a:pt x="0" y="148"/>
                  </a:moveTo>
                  <a:lnTo>
                    <a:pt x="0" y="148"/>
                  </a:lnTo>
                  <a:lnTo>
                    <a:pt x="0" y="142"/>
                  </a:lnTo>
                  <a:lnTo>
                    <a:pt x="0" y="138"/>
                  </a:lnTo>
                  <a:lnTo>
                    <a:pt x="4" y="126"/>
                  </a:lnTo>
                  <a:lnTo>
                    <a:pt x="12" y="118"/>
                  </a:lnTo>
                  <a:lnTo>
                    <a:pt x="16" y="116"/>
                  </a:lnTo>
                  <a:lnTo>
                    <a:pt x="22" y="114"/>
                  </a:lnTo>
                  <a:lnTo>
                    <a:pt x="22" y="114"/>
                  </a:lnTo>
                  <a:lnTo>
                    <a:pt x="522" y="0"/>
                  </a:lnTo>
                  <a:lnTo>
                    <a:pt x="522" y="0"/>
                  </a:lnTo>
                  <a:lnTo>
                    <a:pt x="528" y="0"/>
                  </a:lnTo>
                  <a:lnTo>
                    <a:pt x="532" y="0"/>
                  </a:lnTo>
                  <a:lnTo>
                    <a:pt x="544" y="4"/>
                  </a:lnTo>
                  <a:lnTo>
                    <a:pt x="552" y="12"/>
                  </a:lnTo>
                  <a:lnTo>
                    <a:pt x="554" y="18"/>
                  </a:lnTo>
                  <a:lnTo>
                    <a:pt x="556" y="22"/>
                  </a:lnTo>
                  <a:lnTo>
                    <a:pt x="556" y="22"/>
                  </a:lnTo>
                  <a:lnTo>
                    <a:pt x="556" y="22"/>
                  </a:lnTo>
                  <a:lnTo>
                    <a:pt x="558" y="28"/>
                  </a:lnTo>
                  <a:lnTo>
                    <a:pt x="556" y="34"/>
                  </a:lnTo>
                  <a:lnTo>
                    <a:pt x="552" y="46"/>
                  </a:lnTo>
                  <a:lnTo>
                    <a:pt x="544" y="54"/>
                  </a:lnTo>
                  <a:lnTo>
                    <a:pt x="540" y="56"/>
                  </a:lnTo>
                  <a:lnTo>
                    <a:pt x="534" y="58"/>
                  </a:lnTo>
                  <a:lnTo>
                    <a:pt x="534" y="58"/>
                  </a:lnTo>
                  <a:lnTo>
                    <a:pt x="36" y="172"/>
                  </a:lnTo>
                  <a:lnTo>
                    <a:pt x="36" y="172"/>
                  </a:lnTo>
                  <a:lnTo>
                    <a:pt x="30" y="172"/>
                  </a:lnTo>
                  <a:lnTo>
                    <a:pt x="30" y="172"/>
                  </a:lnTo>
                  <a:lnTo>
                    <a:pt x="30" y="172"/>
                  </a:lnTo>
                  <a:lnTo>
                    <a:pt x="20" y="170"/>
                  </a:lnTo>
                  <a:lnTo>
                    <a:pt x="10" y="166"/>
                  </a:lnTo>
                  <a:lnTo>
                    <a:pt x="4" y="158"/>
                  </a:lnTo>
                  <a:lnTo>
                    <a:pt x="0" y="148"/>
                  </a:lnTo>
                  <a:lnTo>
                    <a:pt x="0" y="148"/>
                  </a:lnTo>
                  <a:close/>
                </a:path>
              </a:pathLst>
            </a:custGeom>
            <a:grpFill/>
            <a:ln w="9525">
              <a:noFill/>
              <a:round/>
              <a:headEnd/>
              <a:tailEnd/>
            </a:ln>
          </p:spPr>
          <p:txBody>
            <a:bodyPr/>
            <a:lstStyle/>
            <a:p>
              <a:pPr algn="just" fontAlgn="auto">
                <a:spcBef>
                  <a:spcPts val="0"/>
                </a:spcBef>
                <a:spcAft>
                  <a:spcPts val="0"/>
                </a:spcAft>
                <a:defRPr/>
              </a:pPr>
              <a:endParaRPr lang="en-IN">
                <a:latin typeface="+mn-lt"/>
              </a:endParaRPr>
            </a:p>
          </p:txBody>
        </p:sp>
        <p:sp>
          <p:nvSpPr>
            <p:cNvPr id="33" name="Freeform 55"/>
            <p:cNvSpPr>
              <a:spLocks/>
            </p:cNvSpPr>
            <p:nvPr/>
          </p:nvSpPr>
          <p:spPr bwMode="auto">
            <a:xfrm>
              <a:off x="2812" y="2952"/>
              <a:ext cx="192" cy="260"/>
            </a:xfrm>
            <a:custGeom>
              <a:avLst/>
              <a:gdLst/>
              <a:ahLst/>
              <a:cxnLst>
                <a:cxn ang="0">
                  <a:pos x="12" y="254"/>
                </a:cxn>
                <a:cxn ang="0">
                  <a:pos x="12" y="254"/>
                </a:cxn>
                <a:cxn ang="0">
                  <a:pos x="8" y="250"/>
                </a:cxn>
                <a:cxn ang="0">
                  <a:pos x="4" y="246"/>
                </a:cxn>
                <a:cxn ang="0">
                  <a:pos x="0" y="236"/>
                </a:cxn>
                <a:cxn ang="0">
                  <a:pos x="0" y="224"/>
                </a:cxn>
                <a:cxn ang="0">
                  <a:pos x="0" y="218"/>
                </a:cxn>
                <a:cxn ang="0">
                  <a:pos x="4" y="214"/>
                </a:cxn>
                <a:cxn ang="0">
                  <a:pos x="4" y="214"/>
                </a:cxn>
                <a:cxn ang="0">
                  <a:pos x="138" y="14"/>
                </a:cxn>
                <a:cxn ang="0">
                  <a:pos x="138" y="14"/>
                </a:cxn>
                <a:cxn ang="0">
                  <a:pos x="142" y="8"/>
                </a:cxn>
                <a:cxn ang="0">
                  <a:pos x="146" y="6"/>
                </a:cxn>
                <a:cxn ang="0">
                  <a:pos x="156" y="0"/>
                </a:cxn>
                <a:cxn ang="0">
                  <a:pos x="168" y="0"/>
                </a:cxn>
                <a:cxn ang="0">
                  <a:pos x="174" y="2"/>
                </a:cxn>
                <a:cxn ang="0">
                  <a:pos x="178" y="6"/>
                </a:cxn>
                <a:cxn ang="0">
                  <a:pos x="178" y="6"/>
                </a:cxn>
                <a:cxn ang="0">
                  <a:pos x="178" y="6"/>
                </a:cxn>
                <a:cxn ang="0">
                  <a:pos x="184" y="10"/>
                </a:cxn>
                <a:cxn ang="0">
                  <a:pos x="188" y="14"/>
                </a:cxn>
                <a:cxn ang="0">
                  <a:pos x="192" y="24"/>
                </a:cxn>
                <a:cxn ang="0">
                  <a:pos x="192" y="36"/>
                </a:cxn>
                <a:cxn ang="0">
                  <a:pos x="190" y="42"/>
                </a:cxn>
                <a:cxn ang="0">
                  <a:pos x="186" y="46"/>
                </a:cxn>
                <a:cxn ang="0">
                  <a:pos x="186" y="46"/>
                </a:cxn>
                <a:cxn ang="0">
                  <a:pos x="52" y="246"/>
                </a:cxn>
                <a:cxn ang="0">
                  <a:pos x="52" y="246"/>
                </a:cxn>
                <a:cxn ang="0">
                  <a:pos x="48" y="252"/>
                </a:cxn>
                <a:cxn ang="0">
                  <a:pos x="42" y="256"/>
                </a:cxn>
                <a:cxn ang="0">
                  <a:pos x="36" y="258"/>
                </a:cxn>
                <a:cxn ang="0">
                  <a:pos x="28" y="260"/>
                </a:cxn>
                <a:cxn ang="0">
                  <a:pos x="28" y="260"/>
                </a:cxn>
                <a:cxn ang="0">
                  <a:pos x="28" y="260"/>
                </a:cxn>
                <a:cxn ang="0">
                  <a:pos x="20" y="258"/>
                </a:cxn>
                <a:cxn ang="0">
                  <a:pos x="12" y="254"/>
                </a:cxn>
                <a:cxn ang="0">
                  <a:pos x="12" y="254"/>
                </a:cxn>
              </a:cxnLst>
              <a:rect l="0" t="0" r="r" b="b"/>
              <a:pathLst>
                <a:path w="192" h="260">
                  <a:moveTo>
                    <a:pt x="12" y="254"/>
                  </a:moveTo>
                  <a:lnTo>
                    <a:pt x="12" y="254"/>
                  </a:lnTo>
                  <a:lnTo>
                    <a:pt x="8" y="250"/>
                  </a:lnTo>
                  <a:lnTo>
                    <a:pt x="4" y="246"/>
                  </a:lnTo>
                  <a:lnTo>
                    <a:pt x="0" y="236"/>
                  </a:lnTo>
                  <a:lnTo>
                    <a:pt x="0" y="224"/>
                  </a:lnTo>
                  <a:lnTo>
                    <a:pt x="0" y="218"/>
                  </a:lnTo>
                  <a:lnTo>
                    <a:pt x="4" y="214"/>
                  </a:lnTo>
                  <a:lnTo>
                    <a:pt x="4" y="214"/>
                  </a:lnTo>
                  <a:lnTo>
                    <a:pt x="138" y="14"/>
                  </a:lnTo>
                  <a:lnTo>
                    <a:pt x="138" y="14"/>
                  </a:lnTo>
                  <a:lnTo>
                    <a:pt x="142" y="8"/>
                  </a:lnTo>
                  <a:lnTo>
                    <a:pt x="146" y="6"/>
                  </a:lnTo>
                  <a:lnTo>
                    <a:pt x="156" y="0"/>
                  </a:lnTo>
                  <a:lnTo>
                    <a:pt x="168" y="0"/>
                  </a:lnTo>
                  <a:lnTo>
                    <a:pt x="174" y="2"/>
                  </a:lnTo>
                  <a:lnTo>
                    <a:pt x="178" y="6"/>
                  </a:lnTo>
                  <a:lnTo>
                    <a:pt x="178" y="6"/>
                  </a:lnTo>
                  <a:lnTo>
                    <a:pt x="178" y="6"/>
                  </a:lnTo>
                  <a:lnTo>
                    <a:pt x="184" y="10"/>
                  </a:lnTo>
                  <a:lnTo>
                    <a:pt x="188" y="14"/>
                  </a:lnTo>
                  <a:lnTo>
                    <a:pt x="192" y="24"/>
                  </a:lnTo>
                  <a:lnTo>
                    <a:pt x="192" y="36"/>
                  </a:lnTo>
                  <a:lnTo>
                    <a:pt x="190" y="42"/>
                  </a:lnTo>
                  <a:lnTo>
                    <a:pt x="186" y="46"/>
                  </a:lnTo>
                  <a:lnTo>
                    <a:pt x="186" y="46"/>
                  </a:lnTo>
                  <a:lnTo>
                    <a:pt x="52" y="246"/>
                  </a:lnTo>
                  <a:lnTo>
                    <a:pt x="52" y="246"/>
                  </a:lnTo>
                  <a:lnTo>
                    <a:pt x="48" y="252"/>
                  </a:lnTo>
                  <a:lnTo>
                    <a:pt x="42" y="256"/>
                  </a:lnTo>
                  <a:lnTo>
                    <a:pt x="36" y="258"/>
                  </a:lnTo>
                  <a:lnTo>
                    <a:pt x="28" y="260"/>
                  </a:lnTo>
                  <a:lnTo>
                    <a:pt x="28" y="260"/>
                  </a:lnTo>
                  <a:lnTo>
                    <a:pt x="28" y="260"/>
                  </a:lnTo>
                  <a:lnTo>
                    <a:pt x="20" y="258"/>
                  </a:lnTo>
                  <a:lnTo>
                    <a:pt x="12" y="254"/>
                  </a:lnTo>
                  <a:lnTo>
                    <a:pt x="12" y="254"/>
                  </a:lnTo>
                  <a:close/>
                </a:path>
              </a:pathLst>
            </a:custGeom>
            <a:grpFill/>
            <a:ln w="9525">
              <a:noFill/>
              <a:round/>
              <a:headEnd/>
              <a:tailEnd/>
            </a:ln>
          </p:spPr>
          <p:txBody>
            <a:bodyPr/>
            <a:lstStyle/>
            <a:p>
              <a:pPr algn="just" fontAlgn="auto">
                <a:spcBef>
                  <a:spcPts val="0"/>
                </a:spcBef>
                <a:spcAft>
                  <a:spcPts val="0"/>
                </a:spcAft>
                <a:defRPr/>
              </a:pPr>
              <a:endParaRPr lang="en-IN">
                <a:latin typeface="+mn-lt"/>
              </a:endParaRPr>
            </a:p>
          </p:txBody>
        </p:sp>
        <p:sp>
          <p:nvSpPr>
            <p:cNvPr id="34" name="Freeform 56"/>
            <p:cNvSpPr>
              <a:spLocks/>
            </p:cNvSpPr>
            <p:nvPr/>
          </p:nvSpPr>
          <p:spPr bwMode="auto">
            <a:xfrm>
              <a:off x="3168" y="2992"/>
              <a:ext cx="252" cy="276"/>
            </a:xfrm>
            <a:custGeom>
              <a:avLst/>
              <a:gdLst/>
              <a:ahLst/>
              <a:cxnLst>
                <a:cxn ang="0">
                  <a:pos x="62" y="248"/>
                </a:cxn>
                <a:cxn ang="0">
                  <a:pos x="62" y="184"/>
                </a:cxn>
                <a:cxn ang="0">
                  <a:pos x="62" y="184"/>
                </a:cxn>
                <a:cxn ang="0">
                  <a:pos x="64" y="174"/>
                </a:cxn>
                <a:cxn ang="0">
                  <a:pos x="66" y="164"/>
                </a:cxn>
                <a:cxn ang="0">
                  <a:pos x="70" y="156"/>
                </a:cxn>
                <a:cxn ang="0">
                  <a:pos x="76" y="148"/>
                </a:cxn>
                <a:cxn ang="0">
                  <a:pos x="84" y="142"/>
                </a:cxn>
                <a:cxn ang="0">
                  <a:pos x="92" y="138"/>
                </a:cxn>
                <a:cxn ang="0">
                  <a:pos x="102" y="134"/>
                </a:cxn>
                <a:cxn ang="0">
                  <a:pos x="112" y="134"/>
                </a:cxn>
                <a:cxn ang="0">
                  <a:pos x="112" y="134"/>
                </a:cxn>
                <a:cxn ang="0">
                  <a:pos x="196" y="134"/>
                </a:cxn>
                <a:cxn ang="0">
                  <a:pos x="196" y="56"/>
                </a:cxn>
                <a:cxn ang="0">
                  <a:pos x="28" y="56"/>
                </a:cxn>
                <a:cxn ang="0">
                  <a:pos x="28" y="56"/>
                </a:cxn>
                <a:cxn ang="0">
                  <a:pos x="16" y="54"/>
                </a:cxn>
                <a:cxn ang="0">
                  <a:pos x="8" y="48"/>
                </a:cxn>
                <a:cxn ang="0">
                  <a:pos x="2" y="38"/>
                </a:cxn>
                <a:cxn ang="0">
                  <a:pos x="0" y="28"/>
                </a:cxn>
                <a:cxn ang="0">
                  <a:pos x="0" y="28"/>
                </a:cxn>
                <a:cxn ang="0">
                  <a:pos x="0" y="28"/>
                </a:cxn>
                <a:cxn ang="0">
                  <a:pos x="2" y="16"/>
                </a:cxn>
                <a:cxn ang="0">
                  <a:pos x="8" y="8"/>
                </a:cxn>
                <a:cxn ang="0">
                  <a:pos x="16" y="2"/>
                </a:cxn>
                <a:cxn ang="0">
                  <a:pos x="28" y="0"/>
                </a:cxn>
                <a:cxn ang="0">
                  <a:pos x="28" y="0"/>
                </a:cxn>
                <a:cxn ang="0">
                  <a:pos x="202" y="0"/>
                </a:cxn>
                <a:cxn ang="0">
                  <a:pos x="202" y="0"/>
                </a:cxn>
                <a:cxn ang="0">
                  <a:pos x="212" y="0"/>
                </a:cxn>
                <a:cxn ang="0">
                  <a:pos x="220" y="4"/>
                </a:cxn>
                <a:cxn ang="0">
                  <a:pos x="230" y="8"/>
                </a:cxn>
                <a:cxn ang="0">
                  <a:pos x="236" y="14"/>
                </a:cxn>
                <a:cxn ang="0">
                  <a:pos x="244" y="22"/>
                </a:cxn>
                <a:cxn ang="0">
                  <a:pos x="248" y="30"/>
                </a:cxn>
                <a:cxn ang="0">
                  <a:pos x="250" y="40"/>
                </a:cxn>
                <a:cxn ang="0">
                  <a:pos x="252" y="50"/>
                </a:cxn>
                <a:cxn ang="0">
                  <a:pos x="252" y="50"/>
                </a:cxn>
                <a:cxn ang="0">
                  <a:pos x="252" y="138"/>
                </a:cxn>
                <a:cxn ang="0">
                  <a:pos x="252" y="138"/>
                </a:cxn>
                <a:cxn ang="0">
                  <a:pos x="250" y="148"/>
                </a:cxn>
                <a:cxn ang="0">
                  <a:pos x="248" y="158"/>
                </a:cxn>
                <a:cxn ang="0">
                  <a:pos x="244" y="166"/>
                </a:cxn>
                <a:cxn ang="0">
                  <a:pos x="236" y="174"/>
                </a:cxn>
                <a:cxn ang="0">
                  <a:pos x="230" y="180"/>
                </a:cxn>
                <a:cxn ang="0">
                  <a:pos x="220" y="186"/>
                </a:cxn>
                <a:cxn ang="0">
                  <a:pos x="212" y="188"/>
                </a:cxn>
                <a:cxn ang="0">
                  <a:pos x="202" y="190"/>
                </a:cxn>
                <a:cxn ang="0">
                  <a:pos x="202" y="190"/>
                </a:cxn>
                <a:cxn ang="0">
                  <a:pos x="118" y="190"/>
                </a:cxn>
                <a:cxn ang="0">
                  <a:pos x="118" y="248"/>
                </a:cxn>
                <a:cxn ang="0">
                  <a:pos x="118" y="248"/>
                </a:cxn>
                <a:cxn ang="0">
                  <a:pos x="116" y="258"/>
                </a:cxn>
                <a:cxn ang="0">
                  <a:pos x="110" y="268"/>
                </a:cxn>
                <a:cxn ang="0">
                  <a:pos x="102" y="274"/>
                </a:cxn>
                <a:cxn ang="0">
                  <a:pos x="90" y="276"/>
                </a:cxn>
                <a:cxn ang="0">
                  <a:pos x="90" y="276"/>
                </a:cxn>
                <a:cxn ang="0">
                  <a:pos x="90" y="276"/>
                </a:cxn>
                <a:cxn ang="0">
                  <a:pos x="80" y="274"/>
                </a:cxn>
                <a:cxn ang="0">
                  <a:pos x="70" y="268"/>
                </a:cxn>
                <a:cxn ang="0">
                  <a:pos x="64" y="258"/>
                </a:cxn>
                <a:cxn ang="0">
                  <a:pos x="62" y="248"/>
                </a:cxn>
                <a:cxn ang="0">
                  <a:pos x="62" y="248"/>
                </a:cxn>
              </a:cxnLst>
              <a:rect l="0" t="0" r="r" b="b"/>
              <a:pathLst>
                <a:path w="252" h="276">
                  <a:moveTo>
                    <a:pt x="62" y="248"/>
                  </a:moveTo>
                  <a:lnTo>
                    <a:pt x="62" y="184"/>
                  </a:lnTo>
                  <a:lnTo>
                    <a:pt x="62" y="184"/>
                  </a:lnTo>
                  <a:lnTo>
                    <a:pt x="64" y="174"/>
                  </a:lnTo>
                  <a:lnTo>
                    <a:pt x="66" y="164"/>
                  </a:lnTo>
                  <a:lnTo>
                    <a:pt x="70" y="156"/>
                  </a:lnTo>
                  <a:lnTo>
                    <a:pt x="76" y="148"/>
                  </a:lnTo>
                  <a:lnTo>
                    <a:pt x="84" y="142"/>
                  </a:lnTo>
                  <a:lnTo>
                    <a:pt x="92" y="138"/>
                  </a:lnTo>
                  <a:lnTo>
                    <a:pt x="102" y="134"/>
                  </a:lnTo>
                  <a:lnTo>
                    <a:pt x="112" y="134"/>
                  </a:lnTo>
                  <a:lnTo>
                    <a:pt x="112" y="134"/>
                  </a:lnTo>
                  <a:lnTo>
                    <a:pt x="196" y="134"/>
                  </a:lnTo>
                  <a:lnTo>
                    <a:pt x="196" y="56"/>
                  </a:lnTo>
                  <a:lnTo>
                    <a:pt x="28" y="56"/>
                  </a:lnTo>
                  <a:lnTo>
                    <a:pt x="28" y="56"/>
                  </a:lnTo>
                  <a:lnTo>
                    <a:pt x="16" y="54"/>
                  </a:lnTo>
                  <a:lnTo>
                    <a:pt x="8" y="48"/>
                  </a:lnTo>
                  <a:lnTo>
                    <a:pt x="2" y="38"/>
                  </a:lnTo>
                  <a:lnTo>
                    <a:pt x="0" y="28"/>
                  </a:lnTo>
                  <a:lnTo>
                    <a:pt x="0" y="28"/>
                  </a:lnTo>
                  <a:lnTo>
                    <a:pt x="0" y="28"/>
                  </a:lnTo>
                  <a:lnTo>
                    <a:pt x="2" y="16"/>
                  </a:lnTo>
                  <a:lnTo>
                    <a:pt x="8" y="8"/>
                  </a:lnTo>
                  <a:lnTo>
                    <a:pt x="16" y="2"/>
                  </a:lnTo>
                  <a:lnTo>
                    <a:pt x="28" y="0"/>
                  </a:lnTo>
                  <a:lnTo>
                    <a:pt x="28" y="0"/>
                  </a:lnTo>
                  <a:lnTo>
                    <a:pt x="202" y="0"/>
                  </a:lnTo>
                  <a:lnTo>
                    <a:pt x="202" y="0"/>
                  </a:lnTo>
                  <a:lnTo>
                    <a:pt x="212" y="0"/>
                  </a:lnTo>
                  <a:lnTo>
                    <a:pt x="220" y="4"/>
                  </a:lnTo>
                  <a:lnTo>
                    <a:pt x="230" y="8"/>
                  </a:lnTo>
                  <a:lnTo>
                    <a:pt x="236" y="14"/>
                  </a:lnTo>
                  <a:lnTo>
                    <a:pt x="244" y="22"/>
                  </a:lnTo>
                  <a:lnTo>
                    <a:pt x="248" y="30"/>
                  </a:lnTo>
                  <a:lnTo>
                    <a:pt x="250" y="40"/>
                  </a:lnTo>
                  <a:lnTo>
                    <a:pt x="252" y="50"/>
                  </a:lnTo>
                  <a:lnTo>
                    <a:pt x="252" y="50"/>
                  </a:lnTo>
                  <a:lnTo>
                    <a:pt x="252" y="138"/>
                  </a:lnTo>
                  <a:lnTo>
                    <a:pt x="252" y="138"/>
                  </a:lnTo>
                  <a:lnTo>
                    <a:pt x="250" y="148"/>
                  </a:lnTo>
                  <a:lnTo>
                    <a:pt x="248" y="158"/>
                  </a:lnTo>
                  <a:lnTo>
                    <a:pt x="244" y="166"/>
                  </a:lnTo>
                  <a:lnTo>
                    <a:pt x="236" y="174"/>
                  </a:lnTo>
                  <a:lnTo>
                    <a:pt x="230" y="180"/>
                  </a:lnTo>
                  <a:lnTo>
                    <a:pt x="220" y="186"/>
                  </a:lnTo>
                  <a:lnTo>
                    <a:pt x="212" y="188"/>
                  </a:lnTo>
                  <a:lnTo>
                    <a:pt x="202" y="190"/>
                  </a:lnTo>
                  <a:lnTo>
                    <a:pt x="202" y="190"/>
                  </a:lnTo>
                  <a:lnTo>
                    <a:pt x="118" y="190"/>
                  </a:lnTo>
                  <a:lnTo>
                    <a:pt x="118" y="248"/>
                  </a:lnTo>
                  <a:lnTo>
                    <a:pt x="118" y="248"/>
                  </a:lnTo>
                  <a:lnTo>
                    <a:pt x="116" y="258"/>
                  </a:lnTo>
                  <a:lnTo>
                    <a:pt x="110" y="268"/>
                  </a:lnTo>
                  <a:lnTo>
                    <a:pt x="102" y="274"/>
                  </a:lnTo>
                  <a:lnTo>
                    <a:pt x="90" y="276"/>
                  </a:lnTo>
                  <a:lnTo>
                    <a:pt x="90" y="276"/>
                  </a:lnTo>
                  <a:lnTo>
                    <a:pt x="90" y="276"/>
                  </a:lnTo>
                  <a:lnTo>
                    <a:pt x="80" y="274"/>
                  </a:lnTo>
                  <a:lnTo>
                    <a:pt x="70" y="268"/>
                  </a:lnTo>
                  <a:lnTo>
                    <a:pt x="64" y="258"/>
                  </a:lnTo>
                  <a:lnTo>
                    <a:pt x="62" y="248"/>
                  </a:lnTo>
                  <a:lnTo>
                    <a:pt x="62" y="248"/>
                  </a:lnTo>
                  <a:close/>
                </a:path>
              </a:pathLst>
            </a:custGeom>
            <a:grpFill/>
            <a:ln w="9525">
              <a:noFill/>
              <a:round/>
              <a:headEnd/>
              <a:tailEnd/>
            </a:ln>
          </p:spPr>
          <p:txBody>
            <a:bodyPr/>
            <a:lstStyle/>
            <a:p>
              <a:pPr algn="just" fontAlgn="auto">
                <a:spcBef>
                  <a:spcPts val="0"/>
                </a:spcBef>
                <a:spcAft>
                  <a:spcPts val="0"/>
                </a:spcAft>
                <a:defRPr/>
              </a:pPr>
              <a:endParaRPr lang="en-IN">
                <a:latin typeface="+mn-lt"/>
              </a:endParaRPr>
            </a:p>
          </p:txBody>
        </p:sp>
        <p:sp>
          <p:nvSpPr>
            <p:cNvPr id="35" name="Freeform 57"/>
            <p:cNvSpPr>
              <a:spLocks/>
            </p:cNvSpPr>
            <p:nvPr/>
          </p:nvSpPr>
          <p:spPr bwMode="auto">
            <a:xfrm>
              <a:off x="3226" y="3288"/>
              <a:ext cx="66" cy="68"/>
            </a:xfrm>
            <a:custGeom>
              <a:avLst/>
              <a:gdLst/>
              <a:ahLst/>
              <a:cxnLst>
                <a:cxn ang="0">
                  <a:pos x="66" y="34"/>
                </a:cxn>
                <a:cxn ang="0">
                  <a:pos x="66" y="34"/>
                </a:cxn>
                <a:cxn ang="0">
                  <a:pos x="66" y="42"/>
                </a:cxn>
                <a:cxn ang="0">
                  <a:pos x="64" y="48"/>
                </a:cxn>
                <a:cxn ang="0">
                  <a:pos x="60" y="54"/>
                </a:cxn>
                <a:cxn ang="0">
                  <a:pos x="56" y="58"/>
                </a:cxn>
                <a:cxn ang="0">
                  <a:pos x="52" y="62"/>
                </a:cxn>
                <a:cxn ang="0">
                  <a:pos x="46" y="66"/>
                </a:cxn>
                <a:cxn ang="0">
                  <a:pos x="40" y="68"/>
                </a:cxn>
                <a:cxn ang="0">
                  <a:pos x="32" y="68"/>
                </a:cxn>
                <a:cxn ang="0">
                  <a:pos x="32" y="68"/>
                </a:cxn>
                <a:cxn ang="0">
                  <a:pos x="26" y="68"/>
                </a:cxn>
                <a:cxn ang="0">
                  <a:pos x="20" y="66"/>
                </a:cxn>
                <a:cxn ang="0">
                  <a:pos x="14" y="62"/>
                </a:cxn>
                <a:cxn ang="0">
                  <a:pos x="8" y="58"/>
                </a:cxn>
                <a:cxn ang="0">
                  <a:pos x="4" y="54"/>
                </a:cxn>
                <a:cxn ang="0">
                  <a:pos x="2" y="48"/>
                </a:cxn>
                <a:cxn ang="0">
                  <a:pos x="0" y="42"/>
                </a:cxn>
                <a:cxn ang="0">
                  <a:pos x="0" y="34"/>
                </a:cxn>
                <a:cxn ang="0">
                  <a:pos x="0" y="34"/>
                </a:cxn>
                <a:cxn ang="0">
                  <a:pos x="0" y="28"/>
                </a:cxn>
                <a:cxn ang="0">
                  <a:pos x="2" y="22"/>
                </a:cxn>
                <a:cxn ang="0">
                  <a:pos x="4" y="16"/>
                </a:cxn>
                <a:cxn ang="0">
                  <a:pos x="8" y="10"/>
                </a:cxn>
                <a:cxn ang="0">
                  <a:pos x="14" y="6"/>
                </a:cxn>
                <a:cxn ang="0">
                  <a:pos x="20" y="4"/>
                </a:cxn>
                <a:cxn ang="0">
                  <a:pos x="26" y="2"/>
                </a:cxn>
                <a:cxn ang="0">
                  <a:pos x="32" y="0"/>
                </a:cxn>
                <a:cxn ang="0">
                  <a:pos x="32" y="0"/>
                </a:cxn>
                <a:cxn ang="0">
                  <a:pos x="40" y="2"/>
                </a:cxn>
                <a:cxn ang="0">
                  <a:pos x="46" y="4"/>
                </a:cxn>
                <a:cxn ang="0">
                  <a:pos x="52" y="6"/>
                </a:cxn>
                <a:cxn ang="0">
                  <a:pos x="56" y="10"/>
                </a:cxn>
                <a:cxn ang="0">
                  <a:pos x="60" y="16"/>
                </a:cxn>
                <a:cxn ang="0">
                  <a:pos x="64" y="22"/>
                </a:cxn>
                <a:cxn ang="0">
                  <a:pos x="66" y="28"/>
                </a:cxn>
                <a:cxn ang="0">
                  <a:pos x="66" y="34"/>
                </a:cxn>
                <a:cxn ang="0">
                  <a:pos x="66" y="34"/>
                </a:cxn>
              </a:cxnLst>
              <a:rect l="0" t="0" r="r" b="b"/>
              <a:pathLst>
                <a:path w="66" h="68">
                  <a:moveTo>
                    <a:pt x="66" y="34"/>
                  </a:moveTo>
                  <a:lnTo>
                    <a:pt x="66" y="34"/>
                  </a:lnTo>
                  <a:lnTo>
                    <a:pt x="66" y="42"/>
                  </a:lnTo>
                  <a:lnTo>
                    <a:pt x="64" y="48"/>
                  </a:lnTo>
                  <a:lnTo>
                    <a:pt x="60" y="54"/>
                  </a:lnTo>
                  <a:lnTo>
                    <a:pt x="56" y="58"/>
                  </a:lnTo>
                  <a:lnTo>
                    <a:pt x="52" y="62"/>
                  </a:lnTo>
                  <a:lnTo>
                    <a:pt x="46" y="66"/>
                  </a:lnTo>
                  <a:lnTo>
                    <a:pt x="40" y="68"/>
                  </a:lnTo>
                  <a:lnTo>
                    <a:pt x="32" y="68"/>
                  </a:lnTo>
                  <a:lnTo>
                    <a:pt x="32" y="68"/>
                  </a:lnTo>
                  <a:lnTo>
                    <a:pt x="26" y="68"/>
                  </a:lnTo>
                  <a:lnTo>
                    <a:pt x="20" y="66"/>
                  </a:lnTo>
                  <a:lnTo>
                    <a:pt x="14" y="62"/>
                  </a:lnTo>
                  <a:lnTo>
                    <a:pt x="8" y="58"/>
                  </a:lnTo>
                  <a:lnTo>
                    <a:pt x="4" y="54"/>
                  </a:lnTo>
                  <a:lnTo>
                    <a:pt x="2" y="48"/>
                  </a:lnTo>
                  <a:lnTo>
                    <a:pt x="0" y="42"/>
                  </a:lnTo>
                  <a:lnTo>
                    <a:pt x="0" y="34"/>
                  </a:lnTo>
                  <a:lnTo>
                    <a:pt x="0" y="34"/>
                  </a:lnTo>
                  <a:lnTo>
                    <a:pt x="0" y="28"/>
                  </a:lnTo>
                  <a:lnTo>
                    <a:pt x="2" y="22"/>
                  </a:lnTo>
                  <a:lnTo>
                    <a:pt x="4" y="16"/>
                  </a:lnTo>
                  <a:lnTo>
                    <a:pt x="8" y="10"/>
                  </a:lnTo>
                  <a:lnTo>
                    <a:pt x="14" y="6"/>
                  </a:lnTo>
                  <a:lnTo>
                    <a:pt x="20" y="4"/>
                  </a:lnTo>
                  <a:lnTo>
                    <a:pt x="26" y="2"/>
                  </a:lnTo>
                  <a:lnTo>
                    <a:pt x="32" y="0"/>
                  </a:lnTo>
                  <a:lnTo>
                    <a:pt x="32" y="0"/>
                  </a:lnTo>
                  <a:lnTo>
                    <a:pt x="40" y="2"/>
                  </a:lnTo>
                  <a:lnTo>
                    <a:pt x="46" y="4"/>
                  </a:lnTo>
                  <a:lnTo>
                    <a:pt x="52" y="6"/>
                  </a:lnTo>
                  <a:lnTo>
                    <a:pt x="56" y="10"/>
                  </a:lnTo>
                  <a:lnTo>
                    <a:pt x="60" y="16"/>
                  </a:lnTo>
                  <a:lnTo>
                    <a:pt x="64" y="22"/>
                  </a:lnTo>
                  <a:lnTo>
                    <a:pt x="66" y="28"/>
                  </a:lnTo>
                  <a:lnTo>
                    <a:pt x="66" y="34"/>
                  </a:lnTo>
                  <a:lnTo>
                    <a:pt x="66" y="34"/>
                  </a:lnTo>
                  <a:close/>
                </a:path>
              </a:pathLst>
            </a:custGeom>
            <a:grpFill/>
            <a:ln w="9525">
              <a:noFill/>
              <a:round/>
              <a:headEnd/>
              <a:tailEnd/>
            </a:ln>
          </p:spPr>
          <p:txBody>
            <a:bodyPr/>
            <a:lstStyle/>
            <a:p>
              <a:pPr algn="just" fontAlgn="auto">
                <a:spcBef>
                  <a:spcPts val="0"/>
                </a:spcBef>
                <a:spcAft>
                  <a:spcPts val="0"/>
                </a:spcAft>
                <a:defRPr/>
              </a:pPr>
              <a:endParaRPr lang="en-IN">
                <a:latin typeface="+mn-lt"/>
              </a:endParaRPr>
            </a:p>
          </p:txBody>
        </p:sp>
      </p:grpSp>
      <p:sp>
        <p:nvSpPr>
          <p:cNvPr id="57" name="Text Placeholder 56"/>
          <p:cNvSpPr>
            <a:spLocks noGrp="1"/>
          </p:cNvSpPr>
          <p:nvPr>
            <p:ph type="body" sz="quarter" idx="10"/>
          </p:nvPr>
        </p:nvSpPr>
        <p:spPr>
          <a:xfrm>
            <a:off x="785078" y="4223431"/>
            <a:ext cx="1452108" cy="566737"/>
          </a:xfrm>
        </p:spPr>
        <p:txBody>
          <a:bodyPr>
            <a:normAutofit/>
          </a:bodyPr>
          <a:lstStyle>
            <a:lvl1pPr algn="ctr">
              <a:buNone/>
              <a:defRPr lang="en-IN" sz="1800" kern="1200" dirty="0" smtClean="0">
                <a:gradFill flip="none" rotWithShape="1">
                  <a:gsLst>
                    <a:gs pos="0">
                      <a:schemeClr val="tx1">
                        <a:lumMod val="75000"/>
                        <a:lumOff val="25000"/>
                        <a:shade val="30000"/>
                        <a:satMod val="115000"/>
                      </a:schemeClr>
                    </a:gs>
                    <a:gs pos="50000">
                      <a:schemeClr val="tx1">
                        <a:lumMod val="75000"/>
                        <a:lumOff val="25000"/>
                        <a:shade val="67500"/>
                        <a:satMod val="115000"/>
                      </a:schemeClr>
                    </a:gs>
                    <a:gs pos="100000">
                      <a:schemeClr val="tx1">
                        <a:lumMod val="75000"/>
                        <a:lumOff val="25000"/>
                        <a:shade val="100000"/>
                        <a:satMod val="115000"/>
                      </a:schemeClr>
                    </a:gs>
                  </a:gsLst>
                  <a:lin ang="16200000" scaled="1"/>
                  <a:tileRect/>
                </a:gradFill>
                <a:latin typeface="Arial" pitchFamily="34" charset="0"/>
                <a:ea typeface="+mn-ea"/>
                <a:cs typeface="Arial" pitchFamily="34" charset="0"/>
              </a:defRPr>
            </a:lvl1pPr>
          </a:lstStyle>
          <a:p>
            <a:pPr lvl="0"/>
            <a:r>
              <a:rPr lang="en-US" dirty="0" smtClean="0"/>
              <a:t>Click to edit Master text styles</a:t>
            </a:r>
          </a:p>
        </p:txBody>
      </p:sp>
      <p:sp>
        <p:nvSpPr>
          <p:cNvPr id="60" name="Text Placeholder 56"/>
          <p:cNvSpPr>
            <a:spLocks noGrp="1"/>
          </p:cNvSpPr>
          <p:nvPr>
            <p:ph type="body" sz="quarter" idx="12"/>
          </p:nvPr>
        </p:nvSpPr>
        <p:spPr>
          <a:xfrm>
            <a:off x="2832365" y="4223431"/>
            <a:ext cx="1452108" cy="566737"/>
          </a:xfrm>
        </p:spPr>
        <p:txBody>
          <a:bodyPr>
            <a:normAutofit/>
          </a:bodyPr>
          <a:lstStyle>
            <a:lvl1pPr algn="ctr">
              <a:buNone/>
              <a:defRPr lang="en-IN" sz="1800" kern="1200" dirty="0" smtClean="0">
                <a:gradFill flip="none" rotWithShape="1">
                  <a:gsLst>
                    <a:gs pos="0">
                      <a:schemeClr val="tx1">
                        <a:lumMod val="75000"/>
                        <a:lumOff val="25000"/>
                        <a:shade val="30000"/>
                        <a:satMod val="115000"/>
                      </a:schemeClr>
                    </a:gs>
                    <a:gs pos="50000">
                      <a:schemeClr val="tx1">
                        <a:lumMod val="75000"/>
                        <a:lumOff val="25000"/>
                        <a:shade val="67500"/>
                        <a:satMod val="115000"/>
                      </a:schemeClr>
                    </a:gs>
                    <a:gs pos="100000">
                      <a:schemeClr val="tx1">
                        <a:lumMod val="75000"/>
                        <a:lumOff val="25000"/>
                        <a:shade val="100000"/>
                        <a:satMod val="115000"/>
                      </a:schemeClr>
                    </a:gs>
                  </a:gsLst>
                  <a:lin ang="16200000" scaled="1"/>
                  <a:tileRect/>
                </a:gradFill>
                <a:latin typeface="Arial" pitchFamily="34" charset="0"/>
                <a:ea typeface="+mn-ea"/>
                <a:cs typeface="Arial" pitchFamily="34" charset="0"/>
              </a:defRPr>
            </a:lvl1pPr>
          </a:lstStyle>
          <a:p>
            <a:pPr lvl="0"/>
            <a:r>
              <a:rPr lang="en-US" dirty="0" smtClean="0"/>
              <a:t>Click to edit Master text styles</a:t>
            </a:r>
          </a:p>
        </p:txBody>
      </p:sp>
      <p:sp>
        <p:nvSpPr>
          <p:cNvPr id="63" name="Text Placeholder 56"/>
          <p:cNvSpPr>
            <a:spLocks noGrp="1"/>
          </p:cNvSpPr>
          <p:nvPr>
            <p:ph type="body" sz="quarter" idx="14"/>
          </p:nvPr>
        </p:nvSpPr>
        <p:spPr>
          <a:xfrm>
            <a:off x="4905665" y="4223431"/>
            <a:ext cx="1452108" cy="566737"/>
          </a:xfrm>
        </p:spPr>
        <p:txBody>
          <a:bodyPr>
            <a:normAutofit/>
          </a:bodyPr>
          <a:lstStyle>
            <a:lvl1pPr algn="ctr">
              <a:buNone/>
              <a:defRPr lang="en-IN" sz="1800" kern="1200" dirty="0" smtClean="0">
                <a:gradFill flip="none" rotWithShape="1">
                  <a:gsLst>
                    <a:gs pos="0">
                      <a:schemeClr val="tx1">
                        <a:lumMod val="75000"/>
                        <a:lumOff val="25000"/>
                        <a:shade val="30000"/>
                        <a:satMod val="115000"/>
                      </a:schemeClr>
                    </a:gs>
                    <a:gs pos="50000">
                      <a:schemeClr val="tx1">
                        <a:lumMod val="75000"/>
                        <a:lumOff val="25000"/>
                        <a:shade val="67500"/>
                        <a:satMod val="115000"/>
                      </a:schemeClr>
                    </a:gs>
                    <a:gs pos="100000">
                      <a:schemeClr val="tx1">
                        <a:lumMod val="75000"/>
                        <a:lumOff val="25000"/>
                        <a:shade val="100000"/>
                        <a:satMod val="115000"/>
                      </a:schemeClr>
                    </a:gs>
                  </a:gsLst>
                  <a:lin ang="16200000" scaled="1"/>
                  <a:tileRect/>
                </a:gradFill>
                <a:latin typeface="Arial" pitchFamily="34" charset="0"/>
                <a:ea typeface="+mn-ea"/>
                <a:cs typeface="Arial" pitchFamily="34" charset="0"/>
              </a:defRPr>
            </a:lvl1pPr>
          </a:lstStyle>
          <a:p>
            <a:pPr lvl="0"/>
            <a:r>
              <a:rPr lang="en-US" dirty="0" smtClean="0"/>
              <a:t>Click to edit Master text styles</a:t>
            </a:r>
          </a:p>
        </p:txBody>
      </p:sp>
      <p:sp>
        <p:nvSpPr>
          <p:cNvPr id="66" name="Text Placeholder 56"/>
          <p:cNvSpPr>
            <a:spLocks noGrp="1"/>
          </p:cNvSpPr>
          <p:nvPr>
            <p:ph type="body" sz="quarter" idx="16"/>
          </p:nvPr>
        </p:nvSpPr>
        <p:spPr>
          <a:xfrm>
            <a:off x="6884396" y="4223431"/>
            <a:ext cx="1452108" cy="566737"/>
          </a:xfrm>
        </p:spPr>
        <p:txBody>
          <a:bodyPr>
            <a:normAutofit/>
          </a:bodyPr>
          <a:lstStyle>
            <a:lvl1pPr algn="ctr">
              <a:buNone/>
              <a:defRPr lang="en-IN" sz="1800" kern="1200" dirty="0" smtClean="0">
                <a:gradFill flip="none" rotWithShape="1">
                  <a:gsLst>
                    <a:gs pos="0">
                      <a:schemeClr val="tx1">
                        <a:lumMod val="75000"/>
                        <a:lumOff val="25000"/>
                        <a:shade val="30000"/>
                        <a:satMod val="115000"/>
                      </a:schemeClr>
                    </a:gs>
                    <a:gs pos="50000">
                      <a:schemeClr val="tx1">
                        <a:lumMod val="75000"/>
                        <a:lumOff val="25000"/>
                        <a:shade val="67500"/>
                        <a:satMod val="115000"/>
                      </a:schemeClr>
                    </a:gs>
                    <a:gs pos="100000">
                      <a:schemeClr val="tx1">
                        <a:lumMod val="75000"/>
                        <a:lumOff val="25000"/>
                        <a:shade val="100000"/>
                        <a:satMod val="115000"/>
                      </a:schemeClr>
                    </a:gs>
                  </a:gsLst>
                  <a:lin ang="16200000" scaled="1"/>
                  <a:tileRect/>
                </a:gradFill>
                <a:latin typeface="Arial" pitchFamily="34" charset="0"/>
                <a:ea typeface="+mn-ea"/>
                <a:cs typeface="Arial" pitchFamily="34" charset="0"/>
              </a:defRPr>
            </a:lvl1pPr>
          </a:lstStyle>
          <a:p>
            <a:pPr lvl="0"/>
            <a:r>
              <a:rPr lang="en-US" dirty="0" smtClean="0"/>
              <a:t>Click to edit Master text styles</a:t>
            </a:r>
          </a:p>
        </p:txBody>
      </p:sp>
      <p:sp>
        <p:nvSpPr>
          <p:cNvPr id="12" name="Title 4"/>
          <p:cNvSpPr>
            <a:spLocks noGrp="1"/>
          </p:cNvSpPr>
          <p:nvPr>
            <p:ph type="title"/>
          </p:nvPr>
        </p:nvSpPr>
        <p:spPr>
          <a:xfrm>
            <a:off x="460375" y="140024"/>
            <a:ext cx="8229600" cy="553998"/>
          </a:xfrm>
        </p:spPr>
        <p:txBody>
          <a:bodyPr/>
          <a:lstStyle>
            <a:lvl1pPr>
              <a:defRPr/>
            </a:lvl1pPr>
          </a:lstStyle>
          <a:p>
            <a:r>
              <a:rPr lang="en-US" dirty="0" smtClean="0"/>
              <a:t>Click to edit Master title style</a:t>
            </a:r>
            <a:endParaRPr lang="en-US" dirty="0"/>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Icons in Circle 2">
    <p:spTree>
      <p:nvGrpSpPr>
        <p:cNvPr id="1" name=""/>
        <p:cNvGrpSpPr/>
        <p:nvPr/>
      </p:nvGrpSpPr>
      <p:grpSpPr>
        <a:xfrm>
          <a:off x="0" y="0"/>
          <a:ext cx="0" cy="0"/>
          <a:chOff x="0" y="0"/>
          <a:chExt cx="0" cy="0"/>
        </a:xfrm>
      </p:grpSpPr>
      <p:sp>
        <p:nvSpPr>
          <p:cNvPr id="8" name="Oval 11"/>
          <p:cNvSpPr/>
          <p:nvPr userDrawn="1"/>
        </p:nvSpPr>
        <p:spPr>
          <a:xfrm>
            <a:off x="2643188" y="1730375"/>
            <a:ext cx="3857625" cy="3857625"/>
          </a:xfrm>
          <a:prstGeom prst="ellipse">
            <a:avLst/>
          </a:prstGeom>
          <a:noFill/>
          <a:ln w="12700" cap="rnd">
            <a:solidFill>
              <a:schemeClr val="accent6"/>
            </a:solidFill>
            <a:prstDash val="solid"/>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sp>
        <p:nvSpPr>
          <p:cNvPr id="9" name="Oval 21"/>
          <p:cNvSpPr/>
          <p:nvPr userDrawn="1"/>
        </p:nvSpPr>
        <p:spPr>
          <a:xfrm>
            <a:off x="2152650" y="2932113"/>
            <a:ext cx="958850" cy="957262"/>
          </a:xfrm>
          <a:prstGeom prst="ellipse">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1620000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solidFill>
                <a:srgbClr val="FFFFFF"/>
              </a:solidFill>
            </a:endParaRPr>
          </a:p>
        </p:txBody>
      </p:sp>
      <p:sp>
        <p:nvSpPr>
          <p:cNvPr id="10" name="Oval 24"/>
          <p:cNvSpPr/>
          <p:nvPr userDrawn="1"/>
        </p:nvSpPr>
        <p:spPr>
          <a:xfrm>
            <a:off x="5956300" y="2932113"/>
            <a:ext cx="957263" cy="957262"/>
          </a:xfrm>
          <a:prstGeom prst="ellipse">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1620000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solidFill>
                <a:srgbClr val="FFFFFF"/>
              </a:solidFill>
            </a:endParaRPr>
          </a:p>
        </p:txBody>
      </p:sp>
      <p:sp>
        <p:nvSpPr>
          <p:cNvPr id="11" name="Oval 25"/>
          <p:cNvSpPr/>
          <p:nvPr userDrawn="1"/>
        </p:nvSpPr>
        <p:spPr>
          <a:xfrm>
            <a:off x="4092575" y="1338263"/>
            <a:ext cx="958850" cy="957262"/>
          </a:xfrm>
          <a:prstGeom prst="ellipse">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1620000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solidFill>
                <a:srgbClr val="FFFFFF"/>
              </a:solidFill>
            </a:endParaRPr>
          </a:p>
        </p:txBody>
      </p:sp>
      <p:sp>
        <p:nvSpPr>
          <p:cNvPr id="12" name="Oval 30"/>
          <p:cNvSpPr/>
          <p:nvPr userDrawn="1"/>
        </p:nvSpPr>
        <p:spPr>
          <a:xfrm>
            <a:off x="4092575" y="5126038"/>
            <a:ext cx="958850" cy="957262"/>
          </a:xfrm>
          <a:prstGeom prst="ellipse">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1620000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solidFill>
                <a:srgbClr val="FFFFFF"/>
              </a:solidFill>
            </a:endParaRPr>
          </a:p>
        </p:txBody>
      </p:sp>
      <p:sp>
        <p:nvSpPr>
          <p:cNvPr id="38" name="Title 4"/>
          <p:cNvSpPr>
            <a:spLocks noGrp="1"/>
          </p:cNvSpPr>
          <p:nvPr>
            <p:ph type="title"/>
          </p:nvPr>
        </p:nvSpPr>
        <p:spPr>
          <a:xfrm>
            <a:off x="460375" y="140024"/>
            <a:ext cx="8229600" cy="553998"/>
          </a:xfrm>
        </p:spPr>
        <p:txBody>
          <a:bodyPr/>
          <a:lstStyle>
            <a:lvl1pPr>
              <a:defRPr/>
            </a:lvl1pPr>
          </a:lstStyle>
          <a:p>
            <a:r>
              <a:rPr lang="en-US" dirty="0" smtClean="0"/>
              <a:t>Click to edit Master title style</a:t>
            </a:r>
            <a:endParaRPr lang="en-US" dirty="0"/>
          </a:p>
        </p:txBody>
      </p:sp>
      <p:sp>
        <p:nvSpPr>
          <p:cNvPr id="30" name="Text Placeholder 56"/>
          <p:cNvSpPr>
            <a:spLocks noGrp="1"/>
          </p:cNvSpPr>
          <p:nvPr>
            <p:ph type="body" sz="quarter" idx="14"/>
          </p:nvPr>
        </p:nvSpPr>
        <p:spPr>
          <a:xfrm>
            <a:off x="3474131" y="3152631"/>
            <a:ext cx="2231528" cy="693655"/>
          </a:xfrm>
        </p:spPr>
        <p:txBody>
          <a:bodyPr>
            <a:noAutofit/>
          </a:bodyPr>
          <a:lstStyle>
            <a:lvl1pPr marL="0" indent="0" algn="ctr">
              <a:buNone/>
              <a:defRPr lang="en-IN" sz="2000" kern="1200" baseline="0" dirty="0" smtClean="0">
                <a:gradFill flip="none" rotWithShape="1">
                  <a:gsLst>
                    <a:gs pos="0">
                      <a:schemeClr val="tx1">
                        <a:lumMod val="75000"/>
                        <a:lumOff val="25000"/>
                        <a:shade val="30000"/>
                        <a:satMod val="115000"/>
                      </a:schemeClr>
                    </a:gs>
                    <a:gs pos="50000">
                      <a:schemeClr val="tx1">
                        <a:lumMod val="75000"/>
                        <a:lumOff val="25000"/>
                        <a:shade val="67500"/>
                        <a:satMod val="115000"/>
                      </a:schemeClr>
                    </a:gs>
                    <a:gs pos="100000">
                      <a:schemeClr val="tx1">
                        <a:lumMod val="75000"/>
                        <a:lumOff val="25000"/>
                        <a:shade val="100000"/>
                        <a:satMod val="115000"/>
                      </a:schemeClr>
                    </a:gs>
                  </a:gsLst>
                  <a:lin ang="16200000" scaled="1"/>
                  <a:tileRect/>
                </a:gradFill>
                <a:latin typeface="Arial" pitchFamily="34" charset="0"/>
                <a:ea typeface="+mn-ea"/>
                <a:cs typeface="Arial" pitchFamily="34" charset="0"/>
              </a:defRPr>
            </a:lvl1pPr>
          </a:lstStyle>
          <a:p>
            <a:pPr lvl="0"/>
            <a:r>
              <a:rPr lang="en-US" dirty="0" smtClean="0"/>
              <a:t>Click to edit Master text styles</a:t>
            </a:r>
          </a:p>
        </p:txBody>
      </p:sp>
      <p:sp>
        <p:nvSpPr>
          <p:cNvPr id="34" name="Text Placeholder 56"/>
          <p:cNvSpPr>
            <a:spLocks noGrp="1"/>
          </p:cNvSpPr>
          <p:nvPr>
            <p:ph type="body" sz="quarter" idx="13"/>
          </p:nvPr>
        </p:nvSpPr>
        <p:spPr>
          <a:xfrm>
            <a:off x="3863878" y="953610"/>
            <a:ext cx="1416244" cy="329811"/>
          </a:xfrm>
        </p:spPr>
        <p:txBody>
          <a:bodyPr>
            <a:normAutofit/>
          </a:bodyPr>
          <a:lstStyle>
            <a:lvl1pPr algn="ctr">
              <a:buNone/>
              <a:defRPr lang="en-IN" sz="1400" kern="1200" dirty="0" smtClean="0">
                <a:gradFill flip="none" rotWithShape="1">
                  <a:gsLst>
                    <a:gs pos="0">
                      <a:schemeClr val="tx1">
                        <a:lumMod val="75000"/>
                        <a:lumOff val="25000"/>
                        <a:shade val="30000"/>
                        <a:satMod val="115000"/>
                      </a:schemeClr>
                    </a:gs>
                    <a:gs pos="50000">
                      <a:schemeClr val="tx1">
                        <a:lumMod val="75000"/>
                        <a:lumOff val="25000"/>
                        <a:shade val="67500"/>
                        <a:satMod val="115000"/>
                      </a:schemeClr>
                    </a:gs>
                    <a:gs pos="100000">
                      <a:schemeClr val="tx1">
                        <a:lumMod val="75000"/>
                        <a:lumOff val="25000"/>
                        <a:shade val="100000"/>
                        <a:satMod val="115000"/>
                      </a:schemeClr>
                    </a:gs>
                  </a:gsLst>
                  <a:lin ang="16200000" scaled="1"/>
                  <a:tileRect/>
                </a:gradFill>
                <a:latin typeface="Arial" pitchFamily="34" charset="0"/>
                <a:ea typeface="+mn-ea"/>
                <a:cs typeface="Arial" pitchFamily="34" charset="0"/>
              </a:defRPr>
            </a:lvl1pPr>
          </a:lstStyle>
          <a:p>
            <a:pPr lvl="0"/>
            <a:r>
              <a:rPr lang="en-US" dirty="0" smtClean="0"/>
              <a:t>Click to edit Master text styles</a:t>
            </a:r>
          </a:p>
        </p:txBody>
      </p:sp>
      <p:sp>
        <p:nvSpPr>
          <p:cNvPr id="37" name="Text Placeholder 56"/>
          <p:cNvSpPr>
            <a:spLocks noGrp="1"/>
          </p:cNvSpPr>
          <p:nvPr>
            <p:ph type="body" sz="quarter" idx="15"/>
          </p:nvPr>
        </p:nvSpPr>
        <p:spPr>
          <a:xfrm>
            <a:off x="3863878" y="6124845"/>
            <a:ext cx="1416244" cy="329811"/>
          </a:xfrm>
        </p:spPr>
        <p:txBody>
          <a:bodyPr>
            <a:normAutofit/>
          </a:bodyPr>
          <a:lstStyle>
            <a:lvl1pPr algn="ctr">
              <a:buNone/>
              <a:defRPr lang="en-IN" sz="1400" kern="1200" dirty="0" smtClean="0">
                <a:gradFill flip="none" rotWithShape="1">
                  <a:gsLst>
                    <a:gs pos="0">
                      <a:schemeClr val="tx1">
                        <a:lumMod val="75000"/>
                        <a:lumOff val="25000"/>
                        <a:shade val="30000"/>
                        <a:satMod val="115000"/>
                      </a:schemeClr>
                    </a:gs>
                    <a:gs pos="50000">
                      <a:schemeClr val="tx1">
                        <a:lumMod val="75000"/>
                        <a:lumOff val="25000"/>
                        <a:shade val="67500"/>
                        <a:satMod val="115000"/>
                      </a:schemeClr>
                    </a:gs>
                    <a:gs pos="100000">
                      <a:schemeClr val="tx1">
                        <a:lumMod val="75000"/>
                        <a:lumOff val="25000"/>
                        <a:shade val="100000"/>
                        <a:satMod val="115000"/>
                      </a:schemeClr>
                    </a:gs>
                  </a:gsLst>
                  <a:lin ang="16200000" scaled="1"/>
                  <a:tileRect/>
                </a:gradFill>
                <a:latin typeface="Arial" pitchFamily="34" charset="0"/>
                <a:ea typeface="+mn-ea"/>
                <a:cs typeface="Arial" pitchFamily="34" charset="0"/>
              </a:defRPr>
            </a:lvl1pPr>
          </a:lstStyle>
          <a:p>
            <a:pPr lvl="0"/>
            <a:r>
              <a:rPr lang="en-US" dirty="0" smtClean="0"/>
              <a:t>Click to edit Master text styles</a:t>
            </a:r>
          </a:p>
        </p:txBody>
      </p:sp>
      <p:sp>
        <p:nvSpPr>
          <p:cNvPr id="39" name="Text Placeholder 56"/>
          <p:cNvSpPr>
            <a:spLocks noGrp="1"/>
          </p:cNvSpPr>
          <p:nvPr>
            <p:ph type="body" sz="quarter" idx="16"/>
          </p:nvPr>
        </p:nvSpPr>
        <p:spPr>
          <a:xfrm>
            <a:off x="6998963" y="3232353"/>
            <a:ext cx="1416244" cy="329811"/>
          </a:xfrm>
        </p:spPr>
        <p:txBody>
          <a:bodyPr>
            <a:normAutofit/>
          </a:bodyPr>
          <a:lstStyle>
            <a:lvl1pPr algn="ctr">
              <a:buNone/>
              <a:defRPr lang="en-IN" sz="1400" kern="1200" dirty="0" smtClean="0">
                <a:gradFill flip="none" rotWithShape="1">
                  <a:gsLst>
                    <a:gs pos="0">
                      <a:schemeClr val="tx1">
                        <a:lumMod val="75000"/>
                        <a:lumOff val="25000"/>
                        <a:shade val="30000"/>
                        <a:satMod val="115000"/>
                      </a:schemeClr>
                    </a:gs>
                    <a:gs pos="50000">
                      <a:schemeClr val="tx1">
                        <a:lumMod val="75000"/>
                        <a:lumOff val="25000"/>
                        <a:shade val="67500"/>
                        <a:satMod val="115000"/>
                      </a:schemeClr>
                    </a:gs>
                    <a:gs pos="100000">
                      <a:schemeClr val="tx1">
                        <a:lumMod val="75000"/>
                        <a:lumOff val="25000"/>
                        <a:shade val="100000"/>
                        <a:satMod val="115000"/>
                      </a:schemeClr>
                    </a:gs>
                  </a:gsLst>
                  <a:lin ang="16200000" scaled="1"/>
                  <a:tileRect/>
                </a:gradFill>
                <a:latin typeface="Arial" pitchFamily="34" charset="0"/>
                <a:ea typeface="+mn-ea"/>
                <a:cs typeface="Arial" pitchFamily="34" charset="0"/>
              </a:defRPr>
            </a:lvl1pPr>
          </a:lstStyle>
          <a:p>
            <a:pPr lvl="0"/>
            <a:r>
              <a:rPr lang="en-US" dirty="0" smtClean="0"/>
              <a:t>Click to edit Master text styles</a:t>
            </a:r>
          </a:p>
        </p:txBody>
      </p:sp>
      <p:sp>
        <p:nvSpPr>
          <p:cNvPr id="40" name="Text Placeholder 56"/>
          <p:cNvSpPr>
            <a:spLocks noGrp="1"/>
          </p:cNvSpPr>
          <p:nvPr>
            <p:ph type="body" sz="quarter" idx="17"/>
          </p:nvPr>
        </p:nvSpPr>
        <p:spPr>
          <a:xfrm>
            <a:off x="701622" y="3232353"/>
            <a:ext cx="1416244" cy="329811"/>
          </a:xfrm>
        </p:spPr>
        <p:txBody>
          <a:bodyPr>
            <a:normAutofit/>
          </a:bodyPr>
          <a:lstStyle>
            <a:lvl1pPr algn="ctr">
              <a:buNone/>
              <a:defRPr lang="en-IN" sz="1400" kern="1200" dirty="0" smtClean="0">
                <a:gradFill flip="none" rotWithShape="1">
                  <a:gsLst>
                    <a:gs pos="0">
                      <a:schemeClr val="tx1">
                        <a:lumMod val="75000"/>
                        <a:lumOff val="25000"/>
                        <a:shade val="30000"/>
                        <a:satMod val="115000"/>
                      </a:schemeClr>
                    </a:gs>
                    <a:gs pos="50000">
                      <a:schemeClr val="tx1">
                        <a:lumMod val="75000"/>
                        <a:lumOff val="25000"/>
                        <a:shade val="67500"/>
                        <a:satMod val="115000"/>
                      </a:schemeClr>
                    </a:gs>
                    <a:gs pos="100000">
                      <a:schemeClr val="tx1">
                        <a:lumMod val="75000"/>
                        <a:lumOff val="25000"/>
                        <a:shade val="100000"/>
                        <a:satMod val="115000"/>
                      </a:schemeClr>
                    </a:gs>
                  </a:gsLst>
                  <a:lin ang="16200000" scaled="1"/>
                  <a:tileRect/>
                </a:gradFill>
                <a:latin typeface="Arial" pitchFamily="34" charset="0"/>
                <a:ea typeface="+mn-ea"/>
                <a:cs typeface="Arial" pitchFamily="34" charset="0"/>
              </a:defRPr>
            </a:lvl1pPr>
          </a:lstStyle>
          <a:p>
            <a:pPr lvl="0"/>
            <a:r>
              <a:rPr lang="en-US" dirty="0" smtClean="0"/>
              <a:t>Click to edit Master text styles</a:t>
            </a: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hank you">
    <p:spTree>
      <p:nvGrpSpPr>
        <p:cNvPr id="1" name=""/>
        <p:cNvGrpSpPr/>
        <p:nvPr/>
      </p:nvGrpSpPr>
      <p:grpSpPr>
        <a:xfrm>
          <a:off x="0" y="0"/>
          <a:ext cx="0" cy="0"/>
          <a:chOff x="0" y="0"/>
          <a:chExt cx="0" cy="0"/>
        </a:xfrm>
      </p:grpSpPr>
      <p:sp>
        <p:nvSpPr>
          <p:cNvPr id="6" name="Rectangle 7"/>
          <p:cNvSpPr/>
          <p:nvPr userDrawn="1"/>
        </p:nvSpPr>
        <p:spPr>
          <a:xfrm>
            <a:off x="0" y="647700"/>
            <a:ext cx="9144000" cy="30480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IN"/>
          </a:p>
        </p:txBody>
      </p:sp>
      <p:pic>
        <p:nvPicPr>
          <p:cNvPr id="7" name="Picture 8" descr="WIPRO PPT Design.jpg"/>
          <p:cNvPicPr>
            <a:picLocks noChangeAspect="1"/>
          </p:cNvPicPr>
          <p:nvPr userDrawn="1"/>
        </p:nvPicPr>
        <p:blipFill>
          <a:blip r:embed="rId2"/>
          <a:srcRect/>
          <a:stretch>
            <a:fillRect/>
          </a:stretch>
        </p:blipFill>
        <p:spPr bwMode="auto">
          <a:xfrm>
            <a:off x="4763" y="4470400"/>
            <a:ext cx="9134475" cy="2171700"/>
          </a:xfrm>
          <a:prstGeom prst="rect">
            <a:avLst/>
          </a:prstGeom>
          <a:noFill/>
          <a:ln w="9525">
            <a:noFill/>
            <a:miter lim="800000"/>
            <a:headEnd/>
            <a:tailEnd/>
          </a:ln>
        </p:spPr>
      </p:pic>
      <p:cxnSp>
        <p:nvCxnSpPr>
          <p:cNvPr id="9" name="Straight Connector 13"/>
          <p:cNvCxnSpPr/>
          <p:nvPr userDrawn="1"/>
        </p:nvCxnSpPr>
        <p:spPr>
          <a:xfrm rot="5400000">
            <a:off x="2813845" y="2780506"/>
            <a:ext cx="2754312" cy="3175"/>
          </a:xfrm>
          <a:prstGeom prst="line">
            <a:avLst/>
          </a:prstGeom>
          <a:ln w="19050">
            <a:solidFill>
              <a:schemeClr val="tx2">
                <a:lumMod val="40000"/>
                <a:lumOff val="60000"/>
              </a:schemeClr>
            </a:solidFill>
          </a:ln>
          <a:effectLst/>
        </p:spPr>
        <p:style>
          <a:lnRef idx="2">
            <a:schemeClr val="accent1"/>
          </a:lnRef>
          <a:fillRef idx="0">
            <a:schemeClr val="accent1"/>
          </a:fillRef>
          <a:effectRef idx="1">
            <a:schemeClr val="accent1"/>
          </a:effectRef>
          <a:fontRef idx="minor">
            <a:schemeClr val="tx1"/>
          </a:fontRef>
        </p:style>
      </p:cxnSp>
      <p:sp>
        <p:nvSpPr>
          <p:cNvPr id="5" name="Title 3"/>
          <p:cNvSpPr>
            <a:spLocks noGrp="1"/>
          </p:cNvSpPr>
          <p:nvPr>
            <p:ph type="ctrTitle"/>
          </p:nvPr>
        </p:nvSpPr>
        <p:spPr>
          <a:xfrm>
            <a:off x="4547710" y="1767649"/>
            <a:ext cx="4203553" cy="553998"/>
          </a:xfrm>
        </p:spPr>
        <p:txBody>
          <a:bodyPr/>
          <a:lstStyle>
            <a:lvl1pPr>
              <a:defRPr/>
            </a:lvl1pPr>
          </a:lstStyle>
          <a:p>
            <a:r>
              <a:rPr lang="en-US" dirty="0" smtClean="0"/>
              <a:t>Click to edit Master title style</a:t>
            </a:r>
            <a:endParaRPr lang="en-US" dirty="0"/>
          </a:p>
        </p:txBody>
      </p:sp>
      <p:sp>
        <p:nvSpPr>
          <p:cNvPr id="10" name="Text Placeholder 56"/>
          <p:cNvSpPr>
            <a:spLocks noGrp="1"/>
          </p:cNvSpPr>
          <p:nvPr>
            <p:ph type="body" sz="quarter" idx="19"/>
          </p:nvPr>
        </p:nvSpPr>
        <p:spPr>
          <a:xfrm>
            <a:off x="4547710" y="2589326"/>
            <a:ext cx="4158442" cy="707231"/>
          </a:xfrm>
        </p:spPr>
        <p:txBody>
          <a:bodyPr>
            <a:noAutofit/>
          </a:bodyPr>
          <a:lstStyle>
            <a:lvl1pPr marL="0" indent="0" algn="l">
              <a:buNone/>
              <a:defRPr kumimoji="0" lang="en-IN" sz="1800" b="0" i="0" u="none" strike="noStrike" kern="1200" cap="none" spc="0" normalizeH="0" baseline="0" noProof="0" dirty="0" smtClean="0">
                <a:ln>
                  <a:noFill/>
                </a:ln>
                <a:solidFill>
                  <a:schemeClr val="tx1">
                    <a:lumMod val="65000"/>
                    <a:lumOff val="35000"/>
                  </a:schemeClr>
                </a:solidFill>
                <a:effectLst/>
                <a:uLnTx/>
                <a:uFillTx/>
                <a:latin typeface="Arial"/>
                <a:ea typeface="+mn-ea"/>
                <a:cs typeface="Arial"/>
              </a:defRPr>
            </a:lvl1pPr>
          </a:lstStyle>
          <a:p>
            <a:pPr lvl="0"/>
            <a:r>
              <a:rPr lang="en-US" dirty="0" smtClean="0"/>
              <a:t>Click to edit Master text styles</a:t>
            </a:r>
          </a:p>
        </p:txBody>
      </p:sp>
      <p:sp>
        <p:nvSpPr>
          <p:cNvPr id="11" name="Text Placeholder 56"/>
          <p:cNvSpPr>
            <a:spLocks noGrp="1"/>
          </p:cNvSpPr>
          <p:nvPr>
            <p:ph type="body" sz="quarter" idx="20"/>
          </p:nvPr>
        </p:nvSpPr>
        <p:spPr>
          <a:xfrm>
            <a:off x="4547710" y="3446236"/>
            <a:ext cx="4158442" cy="314777"/>
          </a:xfrm>
        </p:spPr>
        <p:txBody>
          <a:bodyPr>
            <a:noAutofit/>
          </a:bodyPr>
          <a:lstStyle>
            <a:lvl1pPr algn="l">
              <a:buNone/>
              <a:defRPr kumimoji="0" lang="en-IN" sz="1800" b="0" i="0" u="none" strike="noStrike" kern="1200" cap="none" spc="0" normalizeH="0" baseline="0" noProof="0" dirty="0" smtClean="0">
                <a:ln>
                  <a:noFill/>
                </a:ln>
                <a:solidFill>
                  <a:schemeClr val="tx1">
                    <a:lumMod val="65000"/>
                    <a:lumOff val="35000"/>
                  </a:schemeClr>
                </a:solidFill>
                <a:effectLst/>
                <a:uLnTx/>
                <a:uFillTx/>
                <a:latin typeface="Arial"/>
                <a:ea typeface="+mn-ea"/>
                <a:cs typeface="Arial"/>
              </a:defRPr>
            </a:lvl1pPr>
          </a:lstStyle>
          <a:p>
            <a:pPr lvl="0"/>
            <a:r>
              <a:rPr lang="en-US" dirty="0" smtClean="0"/>
              <a:t>Click to edit Master text styles</a:t>
            </a: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ustomerlogo_titleslide">
    <p:spTree>
      <p:nvGrpSpPr>
        <p:cNvPr id="1" name=""/>
        <p:cNvGrpSpPr/>
        <p:nvPr/>
      </p:nvGrpSpPr>
      <p:grpSpPr>
        <a:xfrm>
          <a:off x="0" y="0"/>
          <a:ext cx="0" cy="0"/>
          <a:chOff x="0" y="0"/>
          <a:chExt cx="0" cy="0"/>
        </a:xfrm>
      </p:grpSpPr>
      <p:pic>
        <p:nvPicPr>
          <p:cNvPr id="7" name="Picture 8" descr="Slides Master - 51.jpg"/>
          <p:cNvPicPr>
            <a:picLocks noChangeAspect="1"/>
          </p:cNvPicPr>
          <p:nvPr userDrawn="1"/>
        </p:nvPicPr>
        <p:blipFill>
          <a:blip r:embed="rId2"/>
          <a:srcRect/>
          <a:stretch>
            <a:fillRect/>
          </a:stretch>
        </p:blipFill>
        <p:spPr bwMode="auto">
          <a:xfrm>
            <a:off x="304800" y="1665288"/>
            <a:ext cx="1871663" cy="2084387"/>
          </a:xfrm>
          <a:prstGeom prst="rect">
            <a:avLst/>
          </a:prstGeom>
          <a:noFill/>
          <a:ln w="9525">
            <a:noFill/>
            <a:miter lim="800000"/>
            <a:headEnd/>
            <a:tailEnd/>
          </a:ln>
        </p:spPr>
      </p:pic>
      <p:cxnSp>
        <p:nvCxnSpPr>
          <p:cNvPr id="8" name="Straight Connector 9"/>
          <p:cNvCxnSpPr/>
          <p:nvPr userDrawn="1"/>
        </p:nvCxnSpPr>
        <p:spPr>
          <a:xfrm rot="5400000">
            <a:off x="3017045" y="2780506"/>
            <a:ext cx="2754312" cy="3175"/>
          </a:xfrm>
          <a:prstGeom prst="line">
            <a:avLst/>
          </a:prstGeom>
          <a:ln w="19050">
            <a:solidFill>
              <a:schemeClr val="tx2">
                <a:lumMod val="40000"/>
                <a:lumOff val="60000"/>
              </a:schemeClr>
            </a:solidFill>
          </a:ln>
          <a:effectLst/>
        </p:spPr>
        <p:style>
          <a:lnRef idx="2">
            <a:schemeClr val="accent1"/>
          </a:lnRef>
          <a:fillRef idx="0">
            <a:schemeClr val="accent1"/>
          </a:fillRef>
          <a:effectRef idx="1">
            <a:schemeClr val="accent1"/>
          </a:effectRef>
          <a:fontRef idx="minor">
            <a:schemeClr val="tx1"/>
          </a:fontRef>
        </p:style>
      </p:cxnSp>
      <p:sp>
        <p:nvSpPr>
          <p:cNvPr id="9" name="Rectangle 13"/>
          <p:cNvSpPr/>
          <p:nvPr userDrawn="1"/>
        </p:nvSpPr>
        <p:spPr>
          <a:xfrm>
            <a:off x="0" y="647700"/>
            <a:ext cx="9144000" cy="30480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IN"/>
          </a:p>
        </p:txBody>
      </p:sp>
      <p:pic>
        <p:nvPicPr>
          <p:cNvPr id="10" name="Picture 14" descr="WIPRO PPT Design.jpg"/>
          <p:cNvPicPr>
            <a:picLocks noChangeAspect="1"/>
          </p:cNvPicPr>
          <p:nvPr userDrawn="1"/>
        </p:nvPicPr>
        <p:blipFill>
          <a:blip r:embed="rId3"/>
          <a:srcRect/>
          <a:stretch>
            <a:fillRect/>
          </a:stretch>
        </p:blipFill>
        <p:spPr bwMode="auto">
          <a:xfrm>
            <a:off x="4763" y="4470400"/>
            <a:ext cx="9134475" cy="2171700"/>
          </a:xfrm>
          <a:prstGeom prst="rect">
            <a:avLst/>
          </a:prstGeom>
          <a:noFill/>
          <a:ln w="9525">
            <a:noFill/>
            <a:miter lim="800000"/>
            <a:headEnd/>
            <a:tailEnd/>
          </a:ln>
        </p:spPr>
      </p:pic>
      <p:sp>
        <p:nvSpPr>
          <p:cNvPr id="16" name="Picture Placeholder 9"/>
          <p:cNvSpPr>
            <a:spLocks noGrp="1"/>
          </p:cNvSpPr>
          <p:nvPr>
            <p:ph type="pic" sz="quarter" idx="10"/>
          </p:nvPr>
        </p:nvSpPr>
        <p:spPr>
          <a:xfrm>
            <a:off x="2612799" y="1970769"/>
            <a:ext cx="1447572" cy="1643288"/>
          </a:xfrm>
        </p:spPr>
        <p:txBody>
          <a:bodyPr>
            <a:noAutofit/>
          </a:bodyPr>
          <a:lstStyle>
            <a:lvl1pPr marL="0" indent="0" algn="ctr">
              <a:buNone/>
              <a:defRPr sz="1100" baseline="0"/>
            </a:lvl1pPr>
          </a:lstStyle>
          <a:p>
            <a:pPr lvl="0"/>
            <a:r>
              <a:rPr lang="en-US" noProof="0" dirty="0" smtClean="0"/>
              <a:t>Click icon to add picture</a:t>
            </a:r>
            <a:endParaRPr lang="en-IN" noProof="0" dirty="0"/>
          </a:p>
        </p:txBody>
      </p:sp>
      <p:sp>
        <p:nvSpPr>
          <p:cNvPr id="5" name="Title 3"/>
          <p:cNvSpPr>
            <a:spLocks noGrp="1"/>
          </p:cNvSpPr>
          <p:nvPr>
            <p:ph type="ctrTitle"/>
          </p:nvPr>
        </p:nvSpPr>
        <p:spPr>
          <a:xfrm>
            <a:off x="4702629" y="1767648"/>
            <a:ext cx="4105655" cy="1140652"/>
          </a:xfrm>
        </p:spPr>
        <p:txBody>
          <a:bodyPr/>
          <a:lstStyle>
            <a:lvl1pPr>
              <a:defRPr sz="3400" baseline="0"/>
            </a:lvl1pPr>
          </a:lstStyle>
          <a:p>
            <a:r>
              <a:rPr lang="en-US" dirty="0" smtClean="0"/>
              <a:t>Click to edit Master title style</a:t>
            </a:r>
            <a:endParaRPr lang="en-US" dirty="0"/>
          </a:p>
        </p:txBody>
      </p:sp>
      <p:sp>
        <p:nvSpPr>
          <p:cNvPr id="6" name="Text Placeholder 56"/>
          <p:cNvSpPr>
            <a:spLocks noGrp="1"/>
          </p:cNvSpPr>
          <p:nvPr>
            <p:ph type="body" sz="quarter" idx="19"/>
          </p:nvPr>
        </p:nvSpPr>
        <p:spPr>
          <a:xfrm>
            <a:off x="4737236" y="3237026"/>
            <a:ext cx="4061595" cy="707231"/>
          </a:xfrm>
        </p:spPr>
        <p:txBody>
          <a:bodyPr>
            <a:noAutofit/>
          </a:bodyPr>
          <a:lstStyle>
            <a:lvl1pPr marL="0" indent="0" algn="l">
              <a:buNone/>
              <a:defRPr kumimoji="0" lang="en-IN" sz="1800" b="0" i="0" u="none" strike="noStrike" kern="1200" cap="none" spc="0" normalizeH="0" baseline="0" noProof="0" dirty="0" smtClean="0">
                <a:ln>
                  <a:noFill/>
                </a:ln>
                <a:solidFill>
                  <a:schemeClr val="tx1">
                    <a:lumMod val="65000"/>
                    <a:lumOff val="35000"/>
                  </a:schemeClr>
                </a:solidFill>
                <a:effectLst/>
                <a:uLnTx/>
                <a:uFillTx/>
                <a:latin typeface="Arial"/>
                <a:ea typeface="+mn-ea"/>
                <a:cs typeface="Arial"/>
              </a:defRPr>
            </a:lvl1pPr>
          </a:lstStyle>
          <a:p>
            <a:pPr lvl="0"/>
            <a:r>
              <a:rPr lang="en-US" dirty="0" smtClean="0"/>
              <a:t>Click to edit Master text styles</a:t>
            </a: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customerlogo_Thank you">
    <p:spTree>
      <p:nvGrpSpPr>
        <p:cNvPr id="1" name=""/>
        <p:cNvGrpSpPr/>
        <p:nvPr/>
      </p:nvGrpSpPr>
      <p:grpSpPr>
        <a:xfrm>
          <a:off x="0" y="0"/>
          <a:ext cx="0" cy="0"/>
          <a:chOff x="0" y="0"/>
          <a:chExt cx="0" cy="0"/>
        </a:xfrm>
      </p:grpSpPr>
      <p:pic>
        <p:nvPicPr>
          <p:cNvPr id="6" name="Picture 13" descr="Slides Master - 51.jpg"/>
          <p:cNvPicPr>
            <a:picLocks noChangeAspect="1"/>
          </p:cNvPicPr>
          <p:nvPr userDrawn="1"/>
        </p:nvPicPr>
        <p:blipFill>
          <a:blip r:embed="rId2"/>
          <a:srcRect/>
          <a:stretch>
            <a:fillRect/>
          </a:stretch>
        </p:blipFill>
        <p:spPr bwMode="auto">
          <a:xfrm>
            <a:off x="304800" y="1665288"/>
            <a:ext cx="1871663" cy="2084387"/>
          </a:xfrm>
          <a:prstGeom prst="rect">
            <a:avLst/>
          </a:prstGeom>
          <a:noFill/>
          <a:ln w="9525">
            <a:noFill/>
            <a:miter lim="800000"/>
            <a:headEnd/>
            <a:tailEnd/>
          </a:ln>
        </p:spPr>
      </p:pic>
      <p:cxnSp>
        <p:nvCxnSpPr>
          <p:cNvPr id="7" name="Straight Connector 14"/>
          <p:cNvCxnSpPr/>
          <p:nvPr userDrawn="1"/>
        </p:nvCxnSpPr>
        <p:spPr>
          <a:xfrm rot="5400000">
            <a:off x="3017045" y="2780506"/>
            <a:ext cx="2754312" cy="3175"/>
          </a:xfrm>
          <a:prstGeom prst="line">
            <a:avLst/>
          </a:prstGeom>
          <a:ln w="19050">
            <a:solidFill>
              <a:schemeClr val="tx2">
                <a:lumMod val="40000"/>
                <a:lumOff val="60000"/>
              </a:schemeClr>
            </a:solidFill>
          </a:ln>
          <a:effectLst/>
        </p:spPr>
        <p:style>
          <a:lnRef idx="2">
            <a:schemeClr val="accent1"/>
          </a:lnRef>
          <a:fillRef idx="0">
            <a:schemeClr val="accent1"/>
          </a:fillRef>
          <a:effectRef idx="1">
            <a:schemeClr val="accent1"/>
          </a:effectRef>
          <a:fontRef idx="minor">
            <a:schemeClr val="tx1"/>
          </a:fontRef>
        </p:style>
      </p:cxnSp>
      <p:sp>
        <p:nvSpPr>
          <p:cNvPr id="9" name="Rectangle 15"/>
          <p:cNvSpPr/>
          <p:nvPr userDrawn="1"/>
        </p:nvSpPr>
        <p:spPr>
          <a:xfrm>
            <a:off x="0" y="647700"/>
            <a:ext cx="9144000" cy="30480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IN"/>
          </a:p>
        </p:txBody>
      </p:sp>
      <p:pic>
        <p:nvPicPr>
          <p:cNvPr id="11" name="Picture 16" descr="WIPRO PPT Design.jpg"/>
          <p:cNvPicPr>
            <a:picLocks noChangeAspect="1"/>
          </p:cNvPicPr>
          <p:nvPr userDrawn="1"/>
        </p:nvPicPr>
        <p:blipFill>
          <a:blip r:embed="rId3"/>
          <a:srcRect/>
          <a:stretch>
            <a:fillRect/>
          </a:stretch>
        </p:blipFill>
        <p:spPr bwMode="auto">
          <a:xfrm>
            <a:off x="4763" y="4470400"/>
            <a:ext cx="9134475" cy="2171700"/>
          </a:xfrm>
          <a:prstGeom prst="rect">
            <a:avLst/>
          </a:prstGeom>
          <a:noFill/>
          <a:ln w="9525">
            <a:noFill/>
            <a:miter lim="800000"/>
            <a:headEnd/>
            <a:tailEnd/>
          </a:ln>
        </p:spPr>
      </p:pic>
      <p:sp>
        <p:nvSpPr>
          <p:cNvPr id="8" name="Picture Placeholder 9"/>
          <p:cNvSpPr>
            <a:spLocks noGrp="1"/>
          </p:cNvSpPr>
          <p:nvPr>
            <p:ph type="pic" sz="quarter" idx="10"/>
          </p:nvPr>
        </p:nvSpPr>
        <p:spPr>
          <a:xfrm>
            <a:off x="2612799" y="1970769"/>
            <a:ext cx="1447572" cy="1643288"/>
          </a:xfrm>
        </p:spPr>
        <p:txBody>
          <a:bodyPr>
            <a:noAutofit/>
          </a:bodyPr>
          <a:lstStyle>
            <a:lvl1pPr marL="0" indent="0" algn="ctr">
              <a:buNone/>
              <a:defRPr sz="1100" baseline="0"/>
            </a:lvl1pPr>
          </a:lstStyle>
          <a:p>
            <a:pPr lvl="0"/>
            <a:r>
              <a:rPr lang="en-US" noProof="0" dirty="0" smtClean="0"/>
              <a:t>Click icon to add picture</a:t>
            </a:r>
            <a:endParaRPr lang="en-IN" noProof="0" dirty="0"/>
          </a:p>
        </p:txBody>
      </p:sp>
      <p:sp>
        <p:nvSpPr>
          <p:cNvPr id="23" name="Text Placeholder 56"/>
          <p:cNvSpPr>
            <a:spLocks noGrp="1"/>
          </p:cNvSpPr>
          <p:nvPr>
            <p:ph type="body" sz="quarter" idx="20"/>
          </p:nvPr>
        </p:nvSpPr>
        <p:spPr>
          <a:xfrm>
            <a:off x="4700110" y="2589326"/>
            <a:ext cx="4158442" cy="707231"/>
          </a:xfrm>
        </p:spPr>
        <p:txBody>
          <a:bodyPr>
            <a:noAutofit/>
          </a:bodyPr>
          <a:lstStyle>
            <a:lvl1pPr marL="0" indent="0" algn="l">
              <a:buNone/>
              <a:defRPr kumimoji="0" lang="en-IN" sz="1800" b="0" i="0" u="none" strike="noStrike" kern="1200" cap="none" spc="0" normalizeH="0" baseline="0" noProof="0" dirty="0" smtClean="0">
                <a:ln>
                  <a:noFill/>
                </a:ln>
                <a:solidFill>
                  <a:schemeClr val="tx1">
                    <a:lumMod val="65000"/>
                    <a:lumOff val="35000"/>
                  </a:schemeClr>
                </a:solidFill>
                <a:effectLst/>
                <a:uLnTx/>
                <a:uFillTx/>
                <a:latin typeface="Arial"/>
                <a:ea typeface="+mn-ea"/>
                <a:cs typeface="Arial"/>
              </a:defRPr>
            </a:lvl1pPr>
          </a:lstStyle>
          <a:p>
            <a:pPr lvl="0"/>
            <a:r>
              <a:rPr lang="en-US" dirty="0" smtClean="0"/>
              <a:t>Click to edit Master text styles</a:t>
            </a:r>
          </a:p>
        </p:txBody>
      </p:sp>
      <p:sp>
        <p:nvSpPr>
          <p:cNvPr id="24" name="Text Placeholder 56"/>
          <p:cNvSpPr>
            <a:spLocks noGrp="1"/>
          </p:cNvSpPr>
          <p:nvPr>
            <p:ph type="body" sz="quarter" idx="21"/>
          </p:nvPr>
        </p:nvSpPr>
        <p:spPr>
          <a:xfrm>
            <a:off x="4700110" y="3446236"/>
            <a:ext cx="4158442" cy="314777"/>
          </a:xfrm>
        </p:spPr>
        <p:txBody>
          <a:bodyPr>
            <a:noAutofit/>
          </a:bodyPr>
          <a:lstStyle>
            <a:lvl1pPr algn="l">
              <a:buNone/>
              <a:defRPr kumimoji="0" lang="en-IN" sz="1800" b="0" i="0" u="none" strike="noStrike" kern="1200" cap="none" spc="0" normalizeH="0" baseline="0" noProof="0" dirty="0" smtClean="0">
                <a:ln>
                  <a:noFill/>
                </a:ln>
                <a:solidFill>
                  <a:schemeClr val="tx1">
                    <a:lumMod val="65000"/>
                    <a:lumOff val="35000"/>
                  </a:schemeClr>
                </a:solidFill>
                <a:effectLst/>
                <a:uLnTx/>
                <a:uFillTx/>
                <a:latin typeface="Arial"/>
                <a:ea typeface="+mn-ea"/>
                <a:cs typeface="Arial"/>
              </a:defRPr>
            </a:lvl1pPr>
          </a:lstStyle>
          <a:p>
            <a:pPr lvl="0"/>
            <a:r>
              <a:rPr lang="en-US" dirty="0" smtClean="0"/>
              <a:t>Click to edit Master text styles</a:t>
            </a:r>
          </a:p>
        </p:txBody>
      </p:sp>
      <p:sp>
        <p:nvSpPr>
          <p:cNvPr id="10" name="Title 3"/>
          <p:cNvSpPr>
            <a:spLocks noGrp="1"/>
          </p:cNvSpPr>
          <p:nvPr>
            <p:ph type="ctrTitle"/>
          </p:nvPr>
        </p:nvSpPr>
        <p:spPr>
          <a:xfrm>
            <a:off x="4700110" y="1767649"/>
            <a:ext cx="4203553" cy="553998"/>
          </a:xfrm>
        </p:spPr>
        <p:txBody>
          <a:bodyPr/>
          <a:lstStyle>
            <a:lvl1pPr>
              <a:defRPr/>
            </a:lvl1pPr>
          </a:lstStyle>
          <a:p>
            <a:r>
              <a:rPr lang="en-US" dirty="0" smtClean="0"/>
              <a:t>Click to edit Master title style</a:t>
            </a:r>
            <a:endParaRPr lang="en-US" dirty="0"/>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cSld name="2_Text Layout 1">
    <p:spTree>
      <p:nvGrpSpPr>
        <p:cNvPr id="1" name=""/>
        <p:cNvGrpSpPr/>
        <p:nvPr/>
      </p:nvGrpSpPr>
      <p:grpSpPr>
        <a:xfrm>
          <a:off x="0" y="0"/>
          <a:ext cx="0" cy="0"/>
          <a:chOff x="0" y="0"/>
          <a:chExt cx="0" cy="0"/>
        </a:xfrm>
      </p:grpSpPr>
    </p:spTree>
  </p:cSld>
  <p:clrMapOvr>
    <a:masterClrMapping/>
  </p:clrMapOvr>
  <p:hf sldNum="0" hdr="0" ftr="0" dt="0"/>
</p:sldLayout>
</file>

<file path=ppt/slideLayouts/slideLayout23.xml><?xml version="1.0" encoding="utf-8"?>
<p:sldLayout xmlns:a="http://schemas.openxmlformats.org/drawingml/2006/main" xmlns:r="http://schemas.openxmlformats.org/officeDocument/2006/relationships" xmlns:p="http://schemas.openxmlformats.org/presentationml/2006/main">
  <p:cSld name="3_Text Layout 1">
    <p:spTree>
      <p:nvGrpSpPr>
        <p:cNvPr id="1" name=""/>
        <p:cNvGrpSpPr/>
        <p:nvPr/>
      </p:nvGrpSpPr>
      <p:grpSpPr>
        <a:xfrm>
          <a:off x="0" y="0"/>
          <a:ext cx="0" cy="0"/>
          <a:chOff x="0" y="0"/>
          <a:chExt cx="0" cy="0"/>
        </a:xfrm>
      </p:grpSpPr>
    </p:spTree>
  </p:cSld>
  <p:clrMapOvr>
    <a:masterClrMapping/>
  </p:clrMapOvr>
  <p:hf sldNum="0" hdr="0" ftr="0" dt="0"/>
</p:sldLayout>
</file>

<file path=ppt/slideLayouts/slideLayout24.xml><?xml version="1.0" encoding="utf-8"?>
<p:sldLayout xmlns:a="http://schemas.openxmlformats.org/drawingml/2006/main" xmlns:r="http://schemas.openxmlformats.org/officeDocument/2006/relationships" xmlns:p="http://schemas.openxmlformats.org/presentationml/2006/main">
  <p:cSld name="1_Title Slide">
    <p:spTree>
      <p:nvGrpSpPr>
        <p:cNvPr id="1" name=""/>
        <p:cNvGrpSpPr/>
        <p:nvPr/>
      </p:nvGrpSpPr>
      <p:grpSpPr>
        <a:xfrm>
          <a:off x="0" y="0"/>
          <a:ext cx="0" cy="0"/>
          <a:chOff x="0" y="0"/>
          <a:chExt cx="0" cy="0"/>
        </a:xfrm>
      </p:grpSpPr>
      <p:pic>
        <p:nvPicPr>
          <p:cNvPr id="5" name="Picture 59" descr="WIPRO PPT Design.jpg"/>
          <p:cNvPicPr>
            <a:picLocks noChangeAspect="1"/>
          </p:cNvPicPr>
          <p:nvPr/>
        </p:nvPicPr>
        <p:blipFill>
          <a:blip r:embed="rId2"/>
          <a:srcRect/>
          <a:stretch>
            <a:fillRect/>
          </a:stretch>
        </p:blipFill>
        <p:spPr bwMode="auto">
          <a:xfrm>
            <a:off x="4763" y="4470400"/>
            <a:ext cx="9134475" cy="2171700"/>
          </a:xfrm>
          <a:prstGeom prst="rect">
            <a:avLst/>
          </a:prstGeom>
          <a:noFill/>
          <a:ln w="9525">
            <a:noFill/>
            <a:miter lim="800000"/>
            <a:headEnd/>
            <a:tailEnd/>
          </a:ln>
        </p:spPr>
      </p:pic>
      <p:cxnSp>
        <p:nvCxnSpPr>
          <p:cNvPr id="7" name="Straight Connector 6"/>
          <p:cNvCxnSpPr/>
          <p:nvPr/>
        </p:nvCxnSpPr>
        <p:spPr>
          <a:xfrm rot="5400000">
            <a:off x="2813845" y="2780506"/>
            <a:ext cx="2754312" cy="3175"/>
          </a:xfrm>
          <a:prstGeom prst="line">
            <a:avLst/>
          </a:prstGeom>
          <a:ln w="19050">
            <a:solidFill>
              <a:schemeClr val="tx2">
                <a:lumMod val="40000"/>
                <a:lumOff val="60000"/>
              </a:schemeClr>
            </a:solidFill>
          </a:ln>
          <a:effectLst/>
        </p:spPr>
        <p:style>
          <a:lnRef idx="2">
            <a:schemeClr val="accent1"/>
          </a:lnRef>
          <a:fillRef idx="0">
            <a:schemeClr val="accent1"/>
          </a:fillRef>
          <a:effectRef idx="1">
            <a:schemeClr val="accent1"/>
          </a:effectRef>
          <a:fontRef idx="minor">
            <a:schemeClr val="tx1"/>
          </a:fontRef>
        </p:style>
      </p:cxnSp>
      <p:sp>
        <p:nvSpPr>
          <p:cNvPr id="8" name="Rectangle 7"/>
          <p:cNvSpPr/>
          <p:nvPr/>
        </p:nvSpPr>
        <p:spPr>
          <a:xfrm>
            <a:off x="0" y="647700"/>
            <a:ext cx="9144000" cy="30480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IN"/>
          </a:p>
        </p:txBody>
      </p:sp>
      <p:sp>
        <p:nvSpPr>
          <p:cNvPr id="2" name="Title 1"/>
          <p:cNvSpPr>
            <a:spLocks noGrp="1"/>
          </p:cNvSpPr>
          <p:nvPr>
            <p:ph type="ctrTitle"/>
          </p:nvPr>
        </p:nvSpPr>
        <p:spPr>
          <a:xfrm>
            <a:off x="4547710" y="1480457"/>
            <a:ext cx="4142266" cy="1547161"/>
          </a:xfrm>
          <a:noFill/>
        </p:spPr>
        <p:txBody>
          <a:bodyPr rtlCol="0" anchor="ctr">
            <a:normAutofit/>
          </a:bodyPr>
          <a:lstStyle>
            <a:lvl1pPr marL="0" algn="l">
              <a:defRPr lang="en-US" sz="3400" dirty="0">
                <a:solidFill>
                  <a:schemeClr val="tx1"/>
                </a:solidFill>
                <a:latin typeface="Arial"/>
                <a:ea typeface="+mn-ea"/>
                <a:cs typeface="Arial"/>
              </a:defRPr>
            </a:lvl1pPr>
          </a:lstStyle>
          <a:p>
            <a:pPr lvl="0"/>
            <a:r>
              <a:rPr lang="en-US" smtClean="0"/>
              <a:t>Click to edit Master title style</a:t>
            </a:r>
            <a:endParaRPr lang="en-US" dirty="0"/>
          </a:p>
        </p:txBody>
      </p:sp>
      <p:sp>
        <p:nvSpPr>
          <p:cNvPr id="3" name="Subtitle 2"/>
          <p:cNvSpPr>
            <a:spLocks noGrp="1"/>
          </p:cNvSpPr>
          <p:nvPr>
            <p:ph type="subTitle" idx="1"/>
          </p:nvPr>
        </p:nvSpPr>
        <p:spPr>
          <a:xfrm>
            <a:off x="4547710" y="3318659"/>
            <a:ext cx="4142266" cy="338554"/>
          </a:xfrm>
          <a:noFill/>
        </p:spPr>
        <p:txBody>
          <a:bodyPr rtlCol="0">
            <a:normAutofit/>
          </a:bodyPr>
          <a:lstStyle>
            <a:lvl1pPr marL="0" marR="0" indent="0" algn="l" defTabSz="457200" rtl="0" eaLnBrk="1" fontAlgn="auto" latinLnBrk="0" hangingPunct="1">
              <a:lnSpc>
                <a:spcPct val="100000"/>
              </a:lnSpc>
              <a:spcBef>
                <a:spcPct val="20000"/>
              </a:spcBef>
              <a:spcAft>
                <a:spcPts val="0"/>
              </a:spcAft>
              <a:buClrTx/>
              <a:buSzTx/>
              <a:buFont typeface="Arial"/>
              <a:buNone/>
              <a:tabLst/>
              <a:defRPr lang="en-US" sz="1600" dirty="0">
                <a:solidFill>
                  <a:schemeClr val="tx1">
                    <a:lumMod val="65000"/>
                    <a:lumOff val="35000"/>
                  </a:schemeClr>
                </a:solidFill>
                <a:latin typeface="Arial"/>
                <a:cs typeface="Arial"/>
              </a:defRPr>
            </a:lvl1pPr>
          </a:lstStyle>
          <a:p>
            <a:pPr lvl="0"/>
            <a:r>
              <a:rPr lang="en-US" smtClean="0"/>
              <a:t>Click to edit Master subtitle style</a:t>
            </a:r>
            <a:endParaRPr lang="en-US" dirty="0" smtClean="0"/>
          </a:p>
        </p:txBody>
      </p:sp>
      <p:sp>
        <p:nvSpPr>
          <p:cNvPr id="17" name="Text Placeholder 16"/>
          <p:cNvSpPr>
            <a:spLocks noGrp="1"/>
          </p:cNvSpPr>
          <p:nvPr>
            <p:ph type="body" sz="quarter" idx="10"/>
          </p:nvPr>
        </p:nvSpPr>
        <p:spPr>
          <a:xfrm>
            <a:off x="4549775" y="3766911"/>
            <a:ext cx="4148138" cy="347889"/>
          </a:xfrm>
        </p:spPr>
        <p:txBody>
          <a:bodyPr>
            <a:normAutofit/>
          </a:bodyPr>
          <a:lstStyle>
            <a:lvl1pPr>
              <a:buNone/>
              <a:defRPr kumimoji="0" lang="en-US" sz="1600" b="0" i="0" u="none" strike="noStrike" kern="1200" cap="none" spc="0" normalizeH="0" baseline="0" noProof="0" dirty="0" smtClean="0">
                <a:ln>
                  <a:noFill/>
                </a:ln>
                <a:solidFill>
                  <a:schemeClr val="tx1">
                    <a:lumMod val="65000"/>
                    <a:lumOff val="35000"/>
                  </a:schemeClr>
                </a:solidFill>
                <a:effectLst/>
                <a:uLnTx/>
                <a:uFillTx/>
                <a:latin typeface="Arial"/>
                <a:ea typeface="+mn-ea"/>
                <a:cs typeface="Arial"/>
              </a:defRPr>
            </a:lvl1pPr>
          </a:lstStyle>
          <a:p>
            <a:pPr lvl="0"/>
            <a:r>
              <a:rPr lang="en-US" smtClean="0"/>
              <a:t>Click to edit Master text styles</a:t>
            </a:r>
          </a:p>
        </p:txBody>
      </p:sp>
    </p:spTree>
  </p:cSld>
  <p:clrMapOvr>
    <a:masterClrMapping/>
  </p:clrMapOvr>
  <p:hf hdr="0" ftr="0" dt="0"/>
</p:sldLayout>
</file>

<file path=ppt/slideLayouts/slideLayout25.xml><?xml version="1.0" encoding="utf-8"?>
<p:sldLayout xmlns:a="http://schemas.openxmlformats.org/drawingml/2006/main" xmlns:r="http://schemas.openxmlformats.org/officeDocument/2006/relationships" xmlns:p="http://schemas.openxmlformats.org/presentationml/2006/main">
  <p:cSld name="1_Text Layout 1">
    <p:spTree>
      <p:nvGrpSpPr>
        <p:cNvPr id="1" name=""/>
        <p:cNvGrpSpPr/>
        <p:nvPr/>
      </p:nvGrpSpPr>
      <p:grpSpPr>
        <a:xfrm>
          <a:off x="0" y="0"/>
          <a:ext cx="0" cy="0"/>
          <a:chOff x="0" y="0"/>
          <a:chExt cx="0" cy="0"/>
        </a:xfrm>
      </p:grpSpPr>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981075"/>
            <a:ext cx="8229600" cy="554038"/>
          </a:xfrm>
        </p:spPr>
        <p:txBody>
          <a:bodyPr/>
          <a:lstStyle/>
          <a:p>
            <a:r>
              <a:rPr lang="en-US" smtClean="0"/>
              <a:t>Click to edit Master title style</a:t>
            </a:r>
            <a:endParaRPr lang="en-US"/>
          </a:p>
        </p:txBody>
      </p:sp>
      <p:sp>
        <p:nvSpPr>
          <p:cNvPr id="3" name="Text Placeholder 2"/>
          <p:cNvSpPr>
            <a:spLocks noGrp="1"/>
          </p:cNvSpPr>
          <p:nvPr>
            <p:ph type="body" sz="half" idx="1"/>
          </p:nvPr>
        </p:nvSpPr>
        <p:spPr>
          <a:xfrm>
            <a:off x="457200" y="1725613"/>
            <a:ext cx="4038600" cy="4525962"/>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725613"/>
            <a:ext cx="4038600" cy="4525962"/>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cSld name="4_Text Layout 1">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457200" y="981075"/>
            <a:ext cx="8229600" cy="554038"/>
          </a:xfrm>
          <a:prstGeom prst="rect">
            <a:avLst/>
          </a:prstGeom>
          <a:noFill/>
          <a:ln w="9525">
            <a:noFill/>
            <a:miter lim="800000"/>
            <a:headEnd/>
            <a:tailEnd/>
          </a:ln>
        </p:spPr>
        <p:txBody>
          <a:bodyPr vert="horz" wrap="square" lIns="91440" tIns="45720" rIns="91440" bIns="45720" numCol="1" anchor="t" anchorCtr="0" compatLnSpc="1">
            <a:prstTxWarp prst="textNoShape">
              <a:avLst/>
            </a:prstTxWarp>
            <a:spAutoFit/>
          </a:bodyPr>
          <a:lstStyle/>
          <a:p>
            <a:pPr lvl="0"/>
            <a:r>
              <a:rPr lang="en-US" smtClean="0"/>
              <a:t>Click to edit Master title style</a:t>
            </a:r>
          </a:p>
        </p:txBody>
      </p:sp>
      <p:sp>
        <p:nvSpPr>
          <p:cNvPr id="1027" name="Text Placeholder 2"/>
          <p:cNvSpPr>
            <a:spLocks noGrp="1"/>
          </p:cNvSpPr>
          <p:nvPr>
            <p:ph type="body" idx="1"/>
          </p:nvPr>
        </p:nvSpPr>
        <p:spPr bwMode="auto">
          <a:xfrm>
            <a:off x="457200" y="1725613"/>
            <a:ext cx="8229600" cy="4525962"/>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6" name="Footer Placeholder 4"/>
          <p:cNvSpPr txBox="1">
            <a:spLocks/>
          </p:cNvSpPr>
          <p:nvPr userDrawn="1"/>
        </p:nvSpPr>
        <p:spPr>
          <a:xfrm>
            <a:off x="11113" y="6646863"/>
            <a:ext cx="360362" cy="149225"/>
          </a:xfrm>
          <a:prstGeom prst="rect">
            <a:avLst/>
          </a:prstGeom>
          <a:noFill/>
        </p:spPr>
        <p:txBody>
          <a:bodyPr anchor="ctr"/>
          <a:lstStyle>
            <a:defPPr>
              <a:defRPr lang="en-US"/>
            </a:defPPr>
            <a:lvl1pPr marL="0" algn="ctr" defTabSz="457200" rtl="0" eaLnBrk="1" latinLnBrk="0" hangingPunct="1">
              <a:defRPr sz="800" kern="1200">
                <a:solidFill>
                  <a:schemeClr val="tx1"/>
                </a:solidFill>
                <a:latin typeface="Arial" pitchFamily="34" charset="0"/>
                <a:ea typeface="+mn-ea"/>
                <a:cs typeface="Arial" pitchFamily="34" charset="0"/>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fontAlgn="auto">
              <a:spcBef>
                <a:spcPts val="0"/>
              </a:spcBef>
              <a:spcAft>
                <a:spcPts val="0"/>
              </a:spcAft>
              <a:defRPr/>
            </a:pPr>
            <a:fld id="{4AB9CE6E-6056-465A-AF67-0D88BD1E2319}" type="slidenum">
              <a:rPr lang="en-US" sz="1000" smtClean="0">
                <a:solidFill>
                  <a:schemeClr val="tx1">
                    <a:lumMod val="50000"/>
                    <a:lumOff val="50000"/>
                  </a:schemeClr>
                </a:solidFill>
              </a:rPr>
              <a:pPr algn="l" fontAlgn="auto">
                <a:spcBef>
                  <a:spcPts val="0"/>
                </a:spcBef>
                <a:spcAft>
                  <a:spcPts val="0"/>
                </a:spcAft>
                <a:defRPr/>
              </a:pPr>
              <a:t>‹#›</a:t>
            </a:fld>
            <a:endParaRPr lang="en-US" sz="1000" dirty="0">
              <a:solidFill>
                <a:schemeClr val="tx1">
                  <a:lumMod val="50000"/>
                  <a:lumOff val="50000"/>
                </a:schemeClr>
              </a:solidFill>
            </a:endParaRPr>
          </a:p>
        </p:txBody>
      </p:sp>
      <p:grpSp>
        <p:nvGrpSpPr>
          <p:cNvPr id="1030" name="Group 62"/>
          <p:cNvGrpSpPr>
            <a:grpSpLocks/>
          </p:cNvGrpSpPr>
          <p:nvPr userDrawn="1"/>
        </p:nvGrpSpPr>
        <p:grpSpPr bwMode="auto">
          <a:xfrm>
            <a:off x="0" y="760413"/>
            <a:ext cx="9145588" cy="25400"/>
            <a:chOff x="0" y="3408363"/>
            <a:chExt cx="9145588" cy="41275"/>
          </a:xfrm>
        </p:grpSpPr>
        <p:sp>
          <p:nvSpPr>
            <p:cNvPr id="64" name="AutoShape 3"/>
            <p:cNvSpPr>
              <a:spLocks noChangeAspect="1" noChangeArrowheads="1" noTextEdit="1"/>
            </p:cNvSpPr>
            <p:nvPr userDrawn="1"/>
          </p:nvSpPr>
          <p:spPr bwMode="auto">
            <a:xfrm>
              <a:off x="0" y="3408363"/>
              <a:ext cx="9144000" cy="41275"/>
            </a:xfrm>
            <a:prstGeom prst="rect">
              <a:avLst/>
            </a:prstGeom>
            <a:noFill/>
            <a:ln w="9525">
              <a:noFill/>
              <a:miter lim="800000"/>
              <a:headEnd/>
              <a:tailEnd/>
            </a:ln>
          </p:spPr>
          <p:txBody>
            <a:bodyPr/>
            <a:lstStyle/>
            <a:p>
              <a:pPr fontAlgn="auto">
                <a:spcBef>
                  <a:spcPts val="0"/>
                </a:spcBef>
                <a:spcAft>
                  <a:spcPts val="0"/>
                </a:spcAft>
                <a:defRPr/>
              </a:pPr>
              <a:endParaRPr lang="en-IN">
                <a:latin typeface="+mn-lt"/>
              </a:endParaRPr>
            </a:p>
          </p:txBody>
        </p:sp>
        <p:sp>
          <p:nvSpPr>
            <p:cNvPr id="65" name="Rectangle 5"/>
            <p:cNvSpPr>
              <a:spLocks noChangeArrowheads="1"/>
            </p:cNvSpPr>
            <p:nvPr userDrawn="1"/>
          </p:nvSpPr>
          <p:spPr bwMode="auto">
            <a:xfrm>
              <a:off x="0" y="3408363"/>
              <a:ext cx="182563" cy="41275"/>
            </a:xfrm>
            <a:prstGeom prst="rect">
              <a:avLst/>
            </a:prstGeom>
            <a:solidFill>
              <a:srgbClr val="E31E24"/>
            </a:solidFill>
            <a:ln w="9525">
              <a:noFill/>
              <a:miter lim="800000"/>
              <a:headEnd/>
              <a:tailEnd/>
            </a:ln>
          </p:spPr>
          <p:txBody>
            <a:bodyPr/>
            <a:lstStyle/>
            <a:p>
              <a:pPr fontAlgn="auto">
                <a:spcBef>
                  <a:spcPts val="0"/>
                </a:spcBef>
                <a:spcAft>
                  <a:spcPts val="0"/>
                </a:spcAft>
                <a:defRPr/>
              </a:pPr>
              <a:endParaRPr lang="en-IN">
                <a:latin typeface="+mn-lt"/>
              </a:endParaRPr>
            </a:p>
          </p:txBody>
        </p:sp>
        <p:sp>
          <p:nvSpPr>
            <p:cNvPr id="66" name="Rectangle 6"/>
            <p:cNvSpPr>
              <a:spLocks noChangeArrowheads="1"/>
            </p:cNvSpPr>
            <p:nvPr userDrawn="1"/>
          </p:nvSpPr>
          <p:spPr bwMode="auto">
            <a:xfrm>
              <a:off x="0" y="3408363"/>
              <a:ext cx="365125" cy="41275"/>
            </a:xfrm>
            <a:prstGeom prst="rect">
              <a:avLst/>
            </a:prstGeom>
            <a:solidFill>
              <a:srgbClr val="E31E24"/>
            </a:solidFill>
            <a:ln w="9525">
              <a:noFill/>
              <a:miter lim="800000"/>
              <a:headEnd/>
              <a:tailEnd/>
            </a:ln>
          </p:spPr>
          <p:txBody>
            <a:bodyPr/>
            <a:lstStyle/>
            <a:p>
              <a:pPr fontAlgn="auto">
                <a:spcBef>
                  <a:spcPts val="0"/>
                </a:spcBef>
                <a:spcAft>
                  <a:spcPts val="0"/>
                </a:spcAft>
                <a:defRPr/>
              </a:pPr>
              <a:endParaRPr lang="en-IN">
                <a:latin typeface="+mn-lt"/>
              </a:endParaRPr>
            </a:p>
          </p:txBody>
        </p:sp>
        <p:sp>
          <p:nvSpPr>
            <p:cNvPr id="67" name="Rectangle 7"/>
            <p:cNvSpPr>
              <a:spLocks noChangeArrowheads="1"/>
            </p:cNvSpPr>
            <p:nvPr userDrawn="1"/>
          </p:nvSpPr>
          <p:spPr bwMode="auto">
            <a:xfrm>
              <a:off x="182563" y="3408363"/>
              <a:ext cx="366712" cy="41275"/>
            </a:xfrm>
            <a:prstGeom prst="rect">
              <a:avLst/>
            </a:prstGeom>
            <a:solidFill>
              <a:srgbClr val="E42C24"/>
            </a:solidFill>
            <a:ln w="9525">
              <a:noFill/>
              <a:miter lim="800000"/>
              <a:headEnd/>
              <a:tailEnd/>
            </a:ln>
          </p:spPr>
          <p:txBody>
            <a:bodyPr/>
            <a:lstStyle/>
            <a:p>
              <a:pPr fontAlgn="auto">
                <a:spcBef>
                  <a:spcPts val="0"/>
                </a:spcBef>
                <a:spcAft>
                  <a:spcPts val="0"/>
                </a:spcAft>
                <a:defRPr/>
              </a:pPr>
              <a:endParaRPr lang="en-IN">
                <a:latin typeface="+mn-lt"/>
              </a:endParaRPr>
            </a:p>
          </p:txBody>
        </p:sp>
        <p:sp>
          <p:nvSpPr>
            <p:cNvPr id="68" name="Rectangle 8"/>
            <p:cNvSpPr>
              <a:spLocks noChangeArrowheads="1"/>
            </p:cNvSpPr>
            <p:nvPr userDrawn="1"/>
          </p:nvSpPr>
          <p:spPr bwMode="auto">
            <a:xfrm>
              <a:off x="365125" y="3408363"/>
              <a:ext cx="366713" cy="41275"/>
            </a:xfrm>
            <a:prstGeom prst="rect">
              <a:avLst/>
            </a:prstGeom>
            <a:solidFill>
              <a:srgbClr val="E53A24"/>
            </a:solidFill>
            <a:ln w="9525">
              <a:noFill/>
              <a:miter lim="800000"/>
              <a:headEnd/>
              <a:tailEnd/>
            </a:ln>
          </p:spPr>
          <p:txBody>
            <a:bodyPr/>
            <a:lstStyle/>
            <a:p>
              <a:pPr fontAlgn="auto">
                <a:spcBef>
                  <a:spcPts val="0"/>
                </a:spcBef>
                <a:spcAft>
                  <a:spcPts val="0"/>
                </a:spcAft>
                <a:defRPr/>
              </a:pPr>
              <a:endParaRPr lang="en-IN">
                <a:latin typeface="+mn-lt"/>
              </a:endParaRPr>
            </a:p>
          </p:txBody>
        </p:sp>
        <p:sp>
          <p:nvSpPr>
            <p:cNvPr id="69" name="Rectangle 9"/>
            <p:cNvSpPr>
              <a:spLocks noChangeArrowheads="1"/>
            </p:cNvSpPr>
            <p:nvPr userDrawn="1"/>
          </p:nvSpPr>
          <p:spPr bwMode="auto">
            <a:xfrm>
              <a:off x="549275" y="3408363"/>
              <a:ext cx="365125" cy="41275"/>
            </a:xfrm>
            <a:prstGeom prst="rect">
              <a:avLst/>
            </a:prstGeom>
            <a:solidFill>
              <a:srgbClr val="E74623"/>
            </a:solidFill>
            <a:ln w="9525">
              <a:noFill/>
              <a:miter lim="800000"/>
              <a:headEnd/>
              <a:tailEnd/>
            </a:ln>
          </p:spPr>
          <p:txBody>
            <a:bodyPr/>
            <a:lstStyle/>
            <a:p>
              <a:pPr fontAlgn="auto">
                <a:spcBef>
                  <a:spcPts val="0"/>
                </a:spcBef>
                <a:spcAft>
                  <a:spcPts val="0"/>
                </a:spcAft>
                <a:defRPr/>
              </a:pPr>
              <a:endParaRPr lang="en-IN">
                <a:latin typeface="+mn-lt"/>
              </a:endParaRPr>
            </a:p>
          </p:txBody>
        </p:sp>
        <p:sp>
          <p:nvSpPr>
            <p:cNvPr id="70" name="Rectangle 10"/>
            <p:cNvSpPr>
              <a:spLocks noChangeArrowheads="1"/>
            </p:cNvSpPr>
            <p:nvPr userDrawn="1"/>
          </p:nvSpPr>
          <p:spPr bwMode="auto">
            <a:xfrm>
              <a:off x="731838" y="3408363"/>
              <a:ext cx="365125" cy="41275"/>
            </a:xfrm>
            <a:prstGeom prst="rect">
              <a:avLst/>
            </a:prstGeom>
            <a:solidFill>
              <a:srgbClr val="E85122"/>
            </a:solidFill>
            <a:ln w="9525">
              <a:noFill/>
              <a:miter lim="800000"/>
              <a:headEnd/>
              <a:tailEnd/>
            </a:ln>
          </p:spPr>
          <p:txBody>
            <a:bodyPr/>
            <a:lstStyle/>
            <a:p>
              <a:pPr fontAlgn="auto">
                <a:spcBef>
                  <a:spcPts val="0"/>
                </a:spcBef>
                <a:spcAft>
                  <a:spcPts val="0"/>
                </a:spcAft>
                <a:defRPr/>
              </a:pPr>
              <a:endParaRPr lang="en-IN">
                <a:latin typeface="+mn-lt"/>
              </a:endParaRPr>
            </a:p>
          </p:txBody>
        </p:sp>
        <p:sp>
          <p:nvSpPr>
            <p:cNvPr id="71" name="Rectangle 11"/>
            <p:cNvSpPr>
              <a:spLocks noChangeArrowheads="1"/>
            </p:cNvSpPr>
            <p:nvPr userDrawn="1"/>
          </p:nvSpPr>
          <p:spPr bwMode="auto">
            <a:xfrm>
              <a:off x="914400" y="3408363"/>
              <a:ext cx="365125" cy="41275"/>
            </a:xfrm>
            <a:prstGeom prst="rect">
              <a:avLst/>
            </a:prstGeom>
            <a:solidFill>
              <a:srgbClr val="EA5D21"/>
            </a:solidFill>
            <a:ln w="9525">
              <a:noFill/>
              <a:miter lim="800000"/>
              <a:headEnd/>
              <a:tailEnd/>
            </a:ln>
          </p:spPr>
          <p:txBody>
            <a:bodyPr/>
            <a:lstStyle/>
            <a:p>
              <a:pPr fontAlgn="auto">
                <a:spcBef>
                  <a:spcPts val="0"/>
                </a:spcBef>
                <a:spcAft>
                  <a:spcPts val="0"/>
                </a:spcAft>
                <a:defRPr/>
              </a:pPr>
              <a:endParaRPr lang="en-IN">
                <a:latin typeface="+mn-lt"/>
              </a:endParaRPr>
            </a:p>
          </p:txBody>
        </p:sp>
        <p:sp>
          <p:nvSpPr>
            <p:cNvPr id="72" name="Rectangle 12"/>
            <p:cNvSpPr>
              <a:spLocks noChangeArrowheads="1"/>
            </p:cNvSpPr>
            <p:nvPr userDrawn="1"/>
          </p:nvSpPr>
          <p:spPr bwMode="auto">
            <a:xfrm>
              <a:off x="1096963" y="3408363"/>
              <a:ext cx="366712" cy="41275"/>
            </a:xfrm>
            <a:prstGeom prst="rect">
              <a:avLst/>
            </a:prstGeom>
            <a:solidFill>
              <a:srgbClr val="EC691F"/>
            </a:solidFill>
            <a:ln w="9525">
              <a:noFill/>
              <a:miter lim="800000"/>
              <a:headEnd/>
              <a:tailEnd/>
            </a:ln>
          </p:spPr>
          <p:txBody>
            <a:bodyPr/>
            <a:lstStyle/>
            <a:p>
              <a:pPr fontAlgn="auto">
                <a:spcBef>
                  <a:spcPts val="0"/>
                </a:spcBef>
                <a:spcAft>
                  <a:spcPts val="0"/>
                </a:spcAft>
                <a:defRPr/>
              </a:pPr>
              <a:endParaRPr lang="en-IN">
                <a:latin typeface="+mn-lt"/>
              </a:endParaRPr>
            </a:p>
          </p:txBody>
        </p:sp>
        <p:sp>
          <p:nvSpPr>
            <p:cNvPr id="73" name="Rectangle 13"/>
            <p:cNvSpPr>
              <a:spLocks noChangeArrowheads="1"/>
            </p:cNvSpPr>
            <p:nvPr userDrawn="1"/>
          </p:nvSpPr>
          <p:spPr bwMode="auto">
            <a:xfrm>
              <a:off x="1279525" y="3408363"/>
              <a:ext cx="366713" cy="41275"/>
            </a:xfrm>
            <a:prstGeom prst="rect">
              <a:avLst/>
            </a:prstGeom>
            <a:solidFill>
              <a:srgbClr val="EE741D"/>
            </a:solidFill>
            <a:ln w="9525">
              <a:noFill/>
              <a:miter lim="800000"/>
              <a:headEnd/>
              <a:tailEnd/>
            </a:ln>
          </p:spPr>
          <p:txBody>
            <a:bodyPr/>
            <a:lstStyle/>
            <a:p>
              <a:pPr fontAlgn="auto">
                <a:spcBef>
                  <a:spcPts val="0"/>
                </a:spcBef>
                <a:spcAft>
                  <a:spcPts val="0"/>
                </a:spcAft>
                <a:defRPr/>
              </a:pPr>
              <a:endParaRPr lang="en-IN">
                <a:latin typeface="+mn-lt"/>
              </a:endParaRPr>
            </a:p>
          </p:txBody>
        </p:sp>
        <p:sp>
          <p:nvSpPr>
            <p:cNvPr id="74" name="Rectangle 14"/>
            <p:cNvSpPr>
              <a:spLocks noChangeArrowheads="1"/>
            </p:cNvSpPr>
            <p:nvPr userDrawn="1"/>
          </p:nvSpPr>
          <p:spPr bwMode="auto">
            <a:xfrm>
              <a:off x="1463675" y="3408363"/>
              <a:ext cx="365125" cy="41275"/>
            </a:xfrm>
            <a:prstGeom prst="rect">
              <a:avLst/>
            </a:prstGeom>
            <a:solidFill>
              <a:srgbClr val="EF7E1A"/>
            </a:solidFill>
            <a:ln w="9525">
              <a:noFill/>
              <a:miter lim="800000"/>
              <a:headEnd/>
              <a:tailEnd/>
            </a:ln>
          </p:spPr>
          <p:txBody>
            <a:bodyPr/>
            <a:lstStyle/>
            <a:p>
              <a:pPr fontAlgn="auto">
                <a:spcBef>
                  <a:spcPts val="0"/>
                </a:spcBef>
                <a:spcAft>
                  <a:spcPts val="0"/>
                </a:spcAft>
                <a:defRPr/>
              </a:pPr>
              <a:endParaRPr lang="en-IN">
                <a:latin typeface="+mn-lt"/>
              </a:endParaRPr>
            </a:p>
          </p:txBody>
        </p:sp>
        <p:sp>
          <p:nvSpPr>
            <p:cNvPr id="75" name="Rectangle 15"/>
            <p:cNvSpPr>
              <a:spLocks noChangeArrowheads="1"/>
            </p:cNvSpPr>
            <p:nvPr userDrawn="1"/>
          </p:nvSpPr>
          <p:spPr bwMode="auto">
            <a:xfrm>
              <a:off x="1646238" y="3408363"/>
              <a:ext cx="365125" cy="41275"/>
            </a:xfrm>
            <a:prstGeom prst="rect">
              <a:avLst/>
            </a:prstGeom>
            <a:solidFill>
              <a:srgbClr val="F18817"/>
            </a:solidFill>
            <a:ln w="9525">
              <a:noFill/>
              <a:miter lim="800000"/>
              <a:headEnd/>
              <a:tailEnd/>
            </a:ln>
          </p:spPr>
          <p:txBody>
            <a:bodyPr/>
            <a:lstStyle/>
            <a:p>
              <a:pPr fontAlgn="auto">
                <a:spcBef>
                  <a:spcPts val="0"/>
                </a:spcBef>
                <a:spcAft>
                  <a:spcPts val="0"/>
                </a:spcAft>
                <a:defRPr/>
              </a:pPr>
              <a:endParaRPr lang="en-IN">
                <a:latin typeface="+mn-lt"/>
              </a:endParaRPr>
            </a:p>
          </p:txBody>
        </p:sp>
        <p:sp>
          <p:nvSpPr>
            <p:cNvPr id="76" name="Rectangle 16"/>
            <p:cNvSpPr>
              <a:spLocks noChangeArrowheads="1"/>
            </p:cNvSpPr>
            <p:nvPr userDrawn="1"/>
          </p:nvSpPr>
          <p:spPr bwMode="auto">
            <a:xfrm>
              <a:off x="1828800" y="3408363"/>
              <a:ext cx="365125" cy="41275"/>
            </a:xfrm>
            <a:prstGeom prst="rect">
              <a:avLst/>
            </a:prstGeom>
            <a:solidFill>
              <a:srgbClr val="F39314"/>
            </a:solidFill>
            <a:ln w="9525">
              <a:noFill/>
              <a:miter lim="800000"/>
              <a:headEnd/>
              <a:tailEnd/>
            </a:ln>
          </p:spPr>
          <p:txBody>
            <a:bodyPr/>
            <a:lstStyle/>
            <a:p>
              <a:pPr fontAlgn="auto">
                <a:spcBef>
                  <a:spcPts val="0"/>
                </a:spcBef>
                <a:spcAft>
                  <a:spcPts val="0"/>
                </a:spcAft>
                <a:defRPr/>
              </a:pPr>
              <a:endParaRPr lang="en-IN">
                <a:latin typeface="+mn-lt"/>
              </a:endParaRPr>
            </a:p>
          </p:txBody>
        </p:sp>
        <p:sp>
          <p:nvSpPr>
            <p:cNvPr id="77" name="Rectangle 17"/>
            <p:cNvSpPr>
              <a:spLocks noChangeArrowheads="1"/>
            </p:cNvSpPr>
            <p:nvPr userDrawn="1"/>
          </p:nvSpPr>
          <p:spPr bwMode="auto">
            <a:xfrm>
              <a:off x="2011363" y="3408363"/>
              <a:ext cx="366712" cy="41275"/>
            </a:xfrm>
            <a:prstGeom prst="rect">
              <a:avLst/>
            </a:prstGeom>
            <a:solidFill>
              <a:srgbClr val="F49C0F"/>
            </a:solidFill>
            <a:ln w="9525">
              <a:noFill/>
              <a:miter lim="800000"/>
              <a:headEnd/>
              <a:tailEnd/>
            </a:ln>
          </p:spPr>
          <p:txBody>
            <a:bodyPr/>
            <a:lstStyle/>
            <a:p>
              <a:pPr fontAlgn="auto">
                <a:spcBef>
                  <a:spcPts val="0"/>
                </a:spcBef>
                <a:spcAft>
                  <a:spcPts val="0"/>
                </a:spcAft>
                <a:defRPr/>
              </a:pPr>
              <a:endParaRPr lang="en-IN">
                <a:latin typeface="+mn-lt"/>
              </a:endParaRPr>
            </a:p>
          </p:txBody>
        </p:sp>
        <p:sp>
          <p:nvSpPr>
            <p:cNvPr id="78" name="Rectangle 18"/>
            <p:cNvSpPr>
              <a:spLocks noChangeArrowheads="1"/>
            </p:cNvSpPr>
            <p:nvPr userDrawn="1"/>
          </p:nvSpPr>
          <p:spPr bwMode="auto">
            <a:xfrm>
              <a:off x="2193925" y="3408363"/>
              <a:ext cx="366713" cy="41275"/>
            </a:xfrm>
            <a:prstGeom prst="rect">
              <a:avLst/>
            </a:prstGeom>
            <a:solidFill>
              <a:srgbClr val="F6A607"/>
            </a:solidFill>
            <a:ln w="9525">
              <a:noFill/>
              <a:miter lim="800000"/>
              <a:headEnd/>
              <a:tailEnd/>
            </a:ln>
          </p:spPr>
          <p:txBody>
            <a:bodyPr/>
            <a:lstStyle/>
            <a:p>
              <a:pPr fontAlgn="auto">
                <a:spcBef>
                  <a:spcPts val="0"/>
                </a:spcBef>
                <a:spcAft>
                  <a:spcPts val="0"/>
                </a:spcAft>
                <a:defRPr/>
              </a:pPr>
              <a:endParaRPr lang="en-IN">
                <a:latin typeface="+mn-lt"/>
              </a:endParaRPr>
            </a:p>
          </p:txBody>
        </p:sp>
        <p:sp>
          <p:nvSpPr>
            <p:cNvPr id="79" name="Rectangle 19"/>
            <p:cNvSpPr>
              <a:spLocks noChangeArrowheads="1"/>
            </p:cNvSpPr>
            <p:nvPr userDrawn="1"/>
          </p:nvSpPr>
          <p:spPr bwMode="auto">
            <a:xfrm>
              <a:off x="2378075" y="3408363"/>
              <a:ext cx="365125" cy="41275"/>
            </a:xfrm>
            <a:prstGeom prst="rect">
              <a:avLst/>
            </a:prstGeom>
            <a:solidFill>
              <a:srgbClr val="F8B002"/>
            </a:solidFill>
            <a:ln w="9525">
              <a:noFill/>
              <a:miter lim="800000"/>
              <a:headEnd/>
              <a:tailEnd/>
            </a:ln>
          </p:spPr>
          <p:txBody>
            <a:bodyPr/>
            <a:lstStyle/>
            <a:p>
              <a:pPr fontAlgn="auto">
                <a:spcBef>
                  <a:spcPts val="0"/>
                </a:spcBef>
                <a:spcAft>
                  <a:spcPts val="0"/>
                </a:spcAft>
                <a:defRPr/>
              </a:pPr>
              <a:endParaRPr lang="en-IN">
                <a:latin typeface="+mn-lt"/>
              </a:endParaRPr>
            </a:p>
          </p:txBody>
        </p:sp>
        <p:sp>
          <p:nvSpPr>
            <p:cNvPr id="80" name="Rectangle 20"/>
            <p:cNvSpPr>
              <a:spLocks noChangeArrowheads="1"/>
            </p:cNvSpPr>
            <p:nvPr userDrawn="1"/>
          </p:nvSpPr>
          <p:spPr bwMode="auto">
            <a:xfrm>
              <a:off x="2560638" y="3408363"/>
              <a:ext cx="365125" cy="41275"/>
            </a:xfrm>
            <a:prstGeom prst="rect">
              <a:avLst/>
            </a:prstGeom>
            <a:solidFill>
              <a:srgbClr val="FBBA00"/>
            </a:solidFill>
            <a:ln w="9525">
              <a:noFill/>
              <a:miter lim="800000"/>
              <a:headEnd/>
              <a:tailEnd/>
            </a:ln>
          </p:spPr>
          <p:txBody>
            <a:bodyPr/>
            <a:lstStyle/>
            <a:p>
              <a:pPr fontAlgn="auto">
                <a:spcBef>
                  <a:spcPts val="0"/>
                </a:spcBef>
                <a:spcAft>
                  <a:spcPts val="0"/>
                </a:spcAft>
                <a:defRPr/>
              </a:pPr>
              <a:endParaRPr lang="en-IN">
                <a:latin typeface="+mn-lt"/>
              </a:endParaRPr>
            </a:p>
          </p:txBody>
        </p:sp>
        <p:sp>
          <p:nvSpPr>
            <p:cNvPr id="81" name="Rectangle 21"/>
            <p:cNvSpPr>
              <a:spLocks noChangeArrowheads="1"/>
            </p:cNvSpPr>
            <p:nvPr userDrawn="1"/>
          </p:nvSpPr>
          <p:spPr bwMode="auto">
            <a:xfrm>
              <a:off x="2743200" y="3408363"/>
              <a:ext cx="365125" cy="41275"/>
            </a:xfrm>
            <a:prstGeom prst="rect">
              <a:avLst/>
            </a:prstGeom>
            <a:solidFill>
              <a:srgbClr val="FBBB00"/>
            </a:solidFill>
            <a:ln w="9525">
              <a:noFill/>
              <a:miter lim="800000"/>
              <a:headEnd/>
              <a:tailEnd/>
            </a:ln>
          </p:spPr>
          <p:txBody>
            <a:bodyPr/>
            <a:lstStyle/>
            <a:p>
              <a:pPr fontAlgn="auto">
                <a:spcBef>
                  <a:spcPts val="0"/>
                </a:spcBef>
                <a:spcAft>
                  <a:spcPts val="0"/>
                </a:spcAft>
                <a:defRPr/>
              </a:pPr>
              <a:endParaRPr lang="en-IN">
                <a:latin typeface="+mn-lt"/>
              </a:endParaRPr>
            </a:p>
          </p:txBody>
        </p:sp>
        <p:sp>
          <p:nvSpPr>
            <p:cNvPr id="82" name="Rectangle 22"/>
            <p:cNvSpPr>
              <a:spLocks noChangeArrowheads="1"/>
            </p:cNvSpPr>
            <p:nvPr userDrawn="1"/>
          </p:nvSpPr>
          <p:spPr bwMode="auto">
            <a:xfrm>
              <a:off x="2925763" y="3408363"/>
              <a:ext cx="366712" cy="41275"/>
            </a:xfrm>
            <a:prstGeom prst="rect">
              <a:avLst/>
            </a:prstGeom>
            <a:solidFill>
              <a:srgbClr val="FBBD00"/>
            </a:solidFill>
            <a:ln w="9525">
              <a:noFill/>
              <a:miter lim="800000"/>
              <a:headEnd/>
              <a:tailEnd/>
            </a:ln>
          </p:spPr>
          <p:txBody>
            <a:bodyPr/>
            <a:lstStyle/>
            <a:p>
              <a:pPr fontAlgn="auto">
                <a:spcBef>
                  <a:spcPts val="0"/>
                </a:spcBef>
                <a:spcAft>
                  <a:spcPts val="0"/>
                </a:spcAft>
                <a:defRPr/>
              </a:pPr>
              <a:endParaRPr lang="en-IN">
                <a:latin typeface="+mn-lt"/>
              </a:endParaRPr>
            </a:p>
          </p:txBody>
        </p:sp>
        <p:sp>
          <p:nvSpPr>
            <p:cNvPr id="83" name="Rectangle 23"/>
            <p:cNvSpPr>
              <a:spLocks noChangeArrowheads="1"/>
            </p:cNvSpPr>
            <p:nvPr userDrawn="1"/>
          </p:nvSpPr>
          <p:spPr bwMode="auto">
            <a:xfrm>
              <a:off x="3108325" y="3408363"/>
              <a:ext cx="366713" cy="41275"/>
            </a:xfrm>
            <a:prstGeom prst="rect">
              <a:avLst/>
            </a:prstGeom>
            <a:solidFill>
              <a:srgbClr val="FCBF00"/>
            </a:solidFill>
            <a:ln w="9525">
              <a:noFill/>
              <a:miter lim="800000"/>
              <a:headEnd/>
              <a:tailEnd/>
            </a:ln>
          </p:spPr>
          <p:txBody>
            <a:bodyPr/>
            <a:lstStyle/>
            <a:p>
              <a:pPr fontAlgn="auto">
                <a:spcBef>
                  <a:spcPts val="0"/>
                </a:spcBef>
                <a:spcAft>
                  <a:spcPts val="0"/>
                </a:spcAft>
                <a:defRPr/>
              </a:pPr>
              <a:endParaRPr lang="en-IN">
                <a:latin typeface="+mn-lt"/>
              </a:endParaRPr>
            </a:p>
          </p:txBody>
        </p:sp>
        <p:sp>
          <p:nvSpPr>
            <p:cNvPr id="84" name="Rectangle 24"/>
            <p:cNvSpPr>
              <a:spLocks noChangeArrowheads="1"/>
            </p:cNvSpPr>
            <p:nvPr userDrawn="1"/>
          </p:nvSpPr>
          <p:spPr bwMode="auto">
            <a:xfrm>
              <a:off x="3292475" y="3408363"/>
              <a:ext cx="365125" cy="41275"/>
            </a:xfrm>
            <a:prstGeom prst="rect">
              <a:avLst/>
            </a:prstGeom>
            <a:solidFill>
              <a:srgbClr val="FCC000"/>
            </a:solidFill>
            <a:ln w="9525">
              <a:noFill/>
              <a:miter lim="800000"/>
              <a:headEnd/>
              <a:tailEnd/>
            </a:ln>
          </p:spPr>
          <p:txBody>
            <a:bodyPr/>
            <a:lstStyle/>
            <a:p>
              <a:pPr fontAlgn="auto">
                <a:spcBef>
                  <a:spcPts val="0"/>
                </a:spcBef>
                <a:spcAft>
                  <a:spcPts val="0"/>
                </a:spcAft>
                <a:defRPr/>
              </a:pPr>
              <a:endParaRPr lang="en-IN">
                <a:latin typeface="+mn-lt"/>
              </a:endParaRPr>
            </a:p>
          </p:txBody>
        </p:sp>
        <p:sp>
          <p:nvSpPr>
            <p:cNvPr id="85" name="Rectangle 25"/>
            <p:cNvSpPr>
              <a:spLocks noChangeArrowheads="1"/>
            </p:cNvSpPr>
            <p:nvPr userDrawn="1"/>
          </p:nvSpPr>
          <p:spPr bwMode="auto">
            <a:xfrm>
              <a:off x="3475038" y="3408363"/>
              <a:ext cx="365125" cy="41275"/>
            </a:xfrm>
            <a:prstGeom prst="rect">
              <a:avLst/>
            </a:prstGeom>
            <a:solidFill>
              <a:srgbClr val="FCC200"/>
            </a:solidFill>
            <a:ln w="9525">
              <a:noFill/>
              <a:miter lim="800000"/>
              <a:headEnd/>
              <a:tailEnd/>
            </a:ln>
          </p:spPr>
          <p:txBody>
            <a:bodyPr/>
            <a:lstStyle/>
            <a:p>
              <a:pPr fontAlgn="auto">
                <a:spcBef>
                  <a:spcPts val="0"/>
                </a:spcBef>
                <a:spcAft>
                  <a:spcPts val="0"/>
                </a:spcAft>
                <a:defRPr/>
              </a:pPr>
              <a:endParaRPr lang="en-IN">
                <a:latin typeface="+mn-lt"/>
              </a:endParaRPr>
            </a:p>
          </p:txBody>
        </p:sp>
        <p:sp>
          <p:nvSpPr>
            <p:cNvPr id="86" name="Rectangle 26"/>
            <p:cNvSpPr>
              <a:spLocks noChangeArrowheads="1"/>
            </p:cNvSpPr>
            <p:nvPr userDrawn="1"/>
          </p:nvSpPr>
          <p:spPr bwMode="auto">
            <a:xfrm>
              <a:off x="3657600" y="3408363"/>
              <a:ext cx="365125" cy="41275"/>
            </a:xfrm>
            <a:prstGeom prst="rect">
              <a:avLst/>
            </a:prstGeom>
            <a:solidFill>
              <a:srgbClr val="FDC400"/>
            </a:solidFill>
            <a:ln w="9525">
              <a:noFill/>
              <a:miter lim="800000"/>
              <a:headEnd/>
              <a:tailEnd/>
            </a:ln>
          </p:spPr>
          <p:txBody>
            <a:bodyPr/>
            <a:lstStyle/>
            <a:p>
              <a:pPr fontAlgn="auto">
                <a:spcBef>
                  <a:spcPts val="0"/>
                </a:spcBef>
                <a:spcAft>
                  <a:spcPts val="0"/>
                </a:spcAft>
                <a:defRPr/>
              </a:pPr>
              <a:endParaRPr lang="en-IN">
                <a:latin typeface="+mn-lt"/>
              </a:endParaRPr>
            </a:p>
          </p:txBody>
        </p:sp>
        <p:sp>
          <p:nvSpPr>
            <p:cNvPr id="87" name="Rectangle 27"/>
            <p:cNvSpPr>
              <a:spLocks noChangeArrowheads="1"/>
            </p:cNvSpPr>
            <p:nvPr userDrawn="1"/>
          </p:nvSpPr>
          <p:spPr bwMode="auto">
            <a:xfrm>
              <a:off x="3840163" y="3408363"/>
              <a:ext cx="366712" cy="41275"/>
            </a:xfrm>
            <a:prstGeom prst="rect">
              <a:avLst/>
            </a:prstGeom>
            <a:solidFill>
              <a:srgbClr val="FDC600"/>
            </a:solidFill>
            <a:ln w="9525">
              <a:noFill/>
              <a:miter lim="800000"/>
              <a:headEnd/>
              <a:tailEnd/>
            </a:ln>
          </p:spPr>
          <p:txBody>
            <a:bodyPr/>
            <a:lstStyle/>
            <a:p>
              <a:pPr fontAlgn="auto">
                <a:spcBef>
                  <a:spcPts val="0"/>
                </a:spcBef>
                <a:spcAft>
                  <a:spcPts val="0"/>
                </a:spcAft>
                <a:defRPr/>
              </a:pPr>
              <a:endParaRPr lang="en-IN">
                <a:latin typeface="+mn-lt"/>
              </a:endParaRPr>
            </a:p>
          </p:txBody>
        </p:sp>
        <p:sp>
          <p:nvSpPr>
            <p:cNvPr id="88" name="Rectangle 28"/>
            <p:cNvSpPr>
              <a:spLocks noChangeArrowheads="1"/>
            </p:cNvSpPr>
            <p:nvPr userDrawn="1"/>
          </p:nvSpPr>
          <p:spPr bwMode="auto">
            <a:xfrm>
              <a:off x="4022725" y="3408363"/>
              <a:ext cx="366713" cy="41275"/>
            </a:xfrm>
            <a:prstGeom prst="rect">
              <a:avLst/>
            </a:prstGeom>
            <a:solidFill>
              <a:srgbClr val="FDC700"/>
            </a:solidFill>
            <a:ln w="9525">
              <a:noFill/>
              <a:miter lim="800000"/>
              <a:headEnd/>
              <a:tailEnd/>
            </a:ln>
          </p:spPr>
          <p:txBody>
            <a:bodyPr/>
            <a:lstStyle/>
            <a:p>
              <a:pPr fontAlgn="auto">
                <a:spcBef>
                  <a:spcPts val="0"/>
                </a:spcBef>
                <a:spcAft>
                  <a:spcPts val="0"/>
                </a:spcAft>
                <a:defRPr/>
              </a:pPr>
              <a:endParaRPr lang="en-IN">
                <a:latin typeface="+mn-lt"/>
              </a:endParaRPr>
            </a:p>
          </p:txBody>
        </p:sp>
        <p:sp>
          <p:nvSpPr>
            <p:cNvPr id="89" name="Rectangle 29"/>
            <p:cNvSpPr>
              <a:spLocks noChangeArrowheads="1"/>
            </p:cNvSpPr>
            <p:nvPr userDrawn="1"/>
          </p:nvSpPr>
          <p:spPr bwMode="auto">
            <a:xfrm>
              <a:off x="4206875" y="3408363"/>
              <a:ext cx="365125" cy="41275"/>
            </a:xfrm>
            <a:prstGeom prst="rect">
              <a:avLst/>
            </a:prstGeom>
            <a:solidFill>
              <a:srgbClr val="FEC900"/>
            </a:solidFill>
            <a:ln w="9525">
              <a:noFill/>
              <a:miter lim="800000"/>
              <a:headEnd/>
              <a:tailEnd/>
            </a:ln>
          </p:spPr>
          <p:txBody>
            <a:bodyPr/>
            <a:lstStyle/>
            <a:p>
              <a:pPr fontAlgn="auto">
                <a:spcBef>
                  <a:spcPts val="0"/>
                </a:spcBef>
                <a:spcAft>
                  <a:spcPts val="0"/>
                </a:spcAft>
                <a:defRPr/>
              </a:pPr>
              <a:endParaRPr lang="en-IN">
                <a:latin typeface="+mn-lt"/>
              </a:endParaRPr>
            </a:p>
          </p:txBody>
        </p:sp>
        <p:sp>
          <p:nvSpPr>
            <p:cNvPr id="90" name="Rectangle 30"/>
            <p:cNvSpPr>
              <a:spLocks noChangeArrowheads="1"/>
            </p:cNvSpPr>
            <p:nvPr userDrawn="1"/>
          </p:nvSpPr>
          <p:spPr bwMode="auto">
            <a:xfrm>
              <a:off x="4389438" y="3408363"/>
              <a:ext cx="365125" cy="41275"/>
            </a:xfrm>
            <a:prstGeom prst="rect">
              <a:avLst/>
            </a:prstGeom>
            <a:solidFill>
              <a:srgbClr val="FECB00"/>
            </a:solidFill>
            <a:ln w="9525">
              <a:noFill/>
              <a:miter lim="800000"/>
              <a:headEnd/>
              <a:tailEnd/>
            </a:ln>
          </p:spPr>
          <p:txBody>
            <a:bodyPr/>
            <a:lstStyle/>
            <a:p>
              <a:pPr fontAlgn="auto">
                <a:spcBef>
                  <a:spcPts val="0"/>
                </a:spcBef>
                <a:spcAft>
                  <a:spcPts val="0"/>
                </a:spcAft>
                <a:defRPr/>
              </a:pPr>
              <a:endParaRPr lang="en-IN">
                <a:latin typeface="+mn-lt"/>
              </a:endParaRPr>
            </a:p>
          </p:txBody>
        </p:sp>
        <p:sp>
          <p:nvSpPr>
            <p:cNvPr id="91" name="Rectangle 31"/>
            <p:cNvSpPr>
              <a:spLocks noChangeArrowheads="1"/>
            </p:cNvSpPr>
            <p:nvPr userDrawn="1"/>
          </p:nvSpPr>
          <p:spPr bwMode="auto">
            <a:xfrm>
              <a:off x="4572000" y="3408363"/>
              <a:ext cx="365125" cy="41275"/>
            </a:xfrm>
            <a:prstGeom prst="rect">
              <a:avLst/>
            </a:prstGeom>
            <a:solidFill>
              <a:srgbClr val="FBCB00"/>
            </a:solidFill>
            <a:ln w="9525">
              <a:noFill/>
              <a:miter lim="800000"/>
              <a:headEnd/>
              <a:tailEnd/>
            </a:ln>
          </p:spPr>
          <p:txBody>
            <a:bodyPr/>
            <a:lstStyle/>
            <a:p>
              <a:pPr fontAlgn="auto">
                <a:spcBef>
                  <a:spcPts val="0"/>
                </a:spcBef>
                <a:spcAft>
                  <a:spcPts val="0"/>
                </a:spcAft>
                <a:defRPr/>
              </a:pPr>
              <a:endParaRPr lang="en-IN">
                <a:latin typeface="+mn-lt"/>
              </a:endParaRPr>
            </a:p>
          </p:txBody>
        </p:sp>
        <p:sp>
          <p:nvSpPr>
            <p:cNvPr id="92" name="Rectangle 32"/>
            <p:cNvSpPr>
              <a:spLocks noChangeArrowheads="1"/>
            </p:cNvSpPr>
            <p:nvPr userDrawn="1"/>
          </p:nvSpPr>
          <p:spPr bwMode="auto">
            <a:xfrm>
              <a:off x="4754563" y="3408363"/>
              <a:ext cx="366712" cy="41275"/>
            </a:xfrm>
            <a:prstGeom prst="rect">
              <a:avLst/>
            </a:prstGeom>
            <a:solidFill>
              <a:srgbClr val="F3CA00"/>
            </a:solidFill>
            <a:ln w="9525">
              <a:noFill/>
              <a:miter lim="800000"/>
              <a:headEnd/>
              <a:tailEnd/>
            </a:ln>
          </p:spPr>
          <p:txBody>
            <a:bodyPr/>
            <a:lstStyle/>
            <a:p>
              <a:pPr fontAlgn="auto">
                <a:spcBef>
                  <a:spcPts val="0"/>
                </a:spcBef>
                <a:spcAft>
                  <a:spcPts val="0"/>
                </a:spcAft>
                <a:defRPr/>
              </a:pPr>
              <a:endParaRPr lang="en-IN">
                <a:latin typeface="+mn-lt"/>
              </a:endParaRPr>
            </a:p>
          </p:txBody>
        </p:sp>
        <p:sp>
          <p:nvSpPr>
            <p:cNvPr id="93" name="Rectangle 33"/>
            <p:cNvSpPr>
              <a:spLocks noChangeArrowheads="1"/>
            </p:cNvSpPr>
            <p:nvPr userDrawn="1"/>
          </p:nvSpPr>
          <p:spPr bwMode="auto">
            <a:xfrm>
              <a:off x="4937125" y="3408363"/>
              <a:ext cx="366713" cy="41275"/>
            </a:xfrm>
            <a:prstGeom prst="rect">
              <a:avLst/>
            </a:prstGeom>
            <a:solidFill>
              <a:srgbClr val="ECC800"/>
            </a:solidFill>
            <a:ln w="9525">
              <a:noFill/>
              <a:miter lim="800000"/>
              <a:headEnd/>
              <a:tailEnd/>
            </a:ln>
          </p:spPr>
          <p:txBody>
            <a:bodyPr/>
            <a:lstStyle/>
            <a:p>
              <a:pPr fontAlgn="auto">
                <a:spcBef>
                  <a:spcPts val="0"/>
                </a:spcBef>
                <a:spcAft>
                  <a:spcPts val="0"/>
                </a:spcAft>
                <a:defRPr/>
              </a:pPr>
              <a:endParaRPr lang="en-IN">
                <a:latin typeface="+mn-lt"/>
              </a:endParaRPr>
            </a:p>
          </p:txBody>
        </p:sp>
        <p:sp>
          <p:nvSpPr>
            <p:cNvPr id="94" name="Rectangle 34"/>
            <p:cNvSpPr>
              <a:spLocks noChangeArrowheads="1"/>
            </p:cNvSpPr>
            <p:nvPr userDrawn="1"/>
          </p:nvSpPr>
          <p:spPr bwMode="auto">
            <a:xfrm>
              <a:off x="5121275" y="3408363"/>
              <a:ext cx="365125" cy="41275"/>
            </a:xfrm>
            <a:prstGeom prst="rect">
              <a:avLst/>
            </a:prstGeom>
            <a:solidFill>
              <a:srgbClr val="E4C602"/>
            </a:solidFill>
            <a:ln w="9525">
              <a:noFill/>
              <a:miter lim="800000"/>
              <a:headEnd/>
              <a:tailEnd/>
            </a:ln>
          </p:spPr>
          <p:txBody>
            <a:bodyPr/>
            <a:lstStyle/>
            <a:p>
              <a:pPr fontAlgn="auto">
                <a:spcBef>
                  <a:spcPts val="0"/>
                </a:spcBef>
                <a:spcAft>
                  <a:spcPts val="0"/>
                </a:spcAft>
                <a:defRPr/>
              </a:pPr>
              <a:endParaRPr lang="en-IN">
                <a:latin typeface="+mn-lt"/>
              </a:endParaRPr>
            </a:p>
          </p:txBody>
        </p:sp>
        <p:sp>
          <p:nvSpPr>
            <p:cNvPr id="95" name="Rectangle 35"/>
            <p:cNvSpPr>
              <a:spLocks noChangeArrowheads="1"/>
            </p:cNvSpPr>
            <p:nvPr userDrawn="1"/>
          </p:nvSpPr>
          <p:spPr bwMode="auto">
            <a:xfrm>
              <a:off x="5303838" y="3408363"/>
              <a:ext cx="365125" cy="41275"/>
            </a:xfrm>
            <a:prstGeom prst="rect">
              <a:avLst/>
            </a:prstGeom>
            <a:solidFill>
              <a:srgbClr val="DCC50A"/>
            </a:solidFill>
            <a:ln w="9525">
              <a:noFill/>
              <a:miter lim="800000"/>
              <a:headEnd/>
              <a:tailEnd/>
            </a:ln>
          </p:spPr>
          <p:txBody>
            <a:bodyPr/>
            <a:lstStyle/>
            <a:p>
              <a:pPr fontAlgn="auto">
                <a:spcBef>
                  <a:spcPts val="0"/>
                </a:spcBef>
                <a:spcAft>
                  <a:spcPts val="0"/>
                </a:spcAft>
                <a:defRPr/>
              </a:pPr>
              <a:endParaRPr lang="en-IN">
                <a:latin typeface="+mn-lt"/>
              </a:endParaRPr>
            </a:p>
          </p:txBody>
        </p:sp>
        <p:sp>
          <p:nvSpPr>
            <p:cNvPr id="96" name="Rectangle 36"/>
            <p:cNvSpPr>
              <a:spLocks noChangeArrowheads="1"/>
            </p:cNvSpPr>
            <p:nvPr userDrawn="1"/>
          </p:nvSpPr>
          <p:spPr bwMode="auto">
            <a:xfrm>
              <a:off x="5486400" y="3408363"/>
              <a:ext cx="365125" cy="41275"/>
            </a:xfrm>
            <a:prstGeom prst="rect">
              <a:avLst/>
            </a:prstGeom>
            <a:solidFill>
              <a:srgbClr val="D5C30E"/>
            </a:solidFill>
            <a:ln w="9525">
              <a:noFill/>
              <a:miter lim="800000"/>
              <a:headEnd/>
              <a:tailEnd/>
            </a:ln>
          </p:spPr>
          <p:txBody>
            <a:bodyPr/>
            <a:lstStyle/>
            <a:p>
              <a:pPr fontAlgn="auto">
                <a:spcBef>
                  <a:spcPts val="0"/>
                </a:spcBef>
                <a:spcAft>
                  <a:spcPts val="0"/>
                </a:spcAft>
                <a:defRPr/>
              </a:pPr>
              <a:endParaRPr lang="en-IN">
                <a:latin typeface="+mn-lt"/>
              </a:endParaRPr>
            </a:p>
          </p:txBody>
        </p:sp>
        <p:sp>
          <p:nvSpPr>
            <p:cNvPr id="97" name="Rectangle 37"/>
            <p:cNvSpPr>
              <a:spLocks noChangeArrowheads="1"/>
            </p:cNvSpPr>
            <p:nvPr userDrawn="1"/>
          </p:nvSpPr>
          <p:spPr bwMode="auto">
            <a:xfrm>
              <a:off x="5668963" y="3408363"/>
              <a:ext cx="366712" cy="41275"/>
            </a:xfrm>
            <a:prstGeom prst="rect">
              <a:avLst/>
            </a:prstGeom>
            <a:solidFill>
              <a:srgbClr val="CCC117"/>
            </a:solidFill>
            <a:ln w="9525">
              <a:noFill/>
              <a:miter lim="800000"/>
              <a:headEnd/>
              <a:tailEnd/>
            </a:ln>
          </p:spPr>
          <p:txBody>
            <a:bodyPr/>
            <a:lstStyle/>
            <a:p>
              <a:pPr fontAlgn="auto">
                <a:spcBef>
                  <a:spcPts val="0"/>
                </a:spcBef>
                <a:spcAft>
                  <a:spcPts val="0"/>
                </a:spcAft>
                <a:defRPr/>
              </a:pPr>
              <a:endParaRPr lang="en-IN">
                <a:latin typeface="+mn-lt"/>
              </a:endParaRPr>
            </a:p>
          </p:txBody>
        </p:sp>
        <p:sp>
          <p:nvSpPr>
            <p:cNvPr id="98" name="Rectangle 38"/>
            <p:cNvSpPr>
              <a:spLocks noChangeArrowheads="1"/>
            </p:cNvSpPr>
            <p:nvPr userDrawn="1"/>
          </p:nvSpPr>
          <p:spPr bwMode="auto">
            <a:xfrm>
              <a:off x="5851525" y="3408363"/>
              <a:ext cx="366713" cy="41275"/>
            </a:xfrm>
            <a:prstGeom prst="rect">
              <a:avLst/>
            </a:prstGeom>
            <a:solidFill>
              <a:srgbClr val="B8BC21"/>
            </a:solidFill>
            <a:ln w="9525">
              <a:noFill/>
              <a:miter lim="800000"/>
              <a:headEnd/>
              <a:tailEnd/>
            </a:ln>
          </p:spPr>
          <p:txBody>
            <a:bodyPr/>
            <a:lstStyle/>
            <a:p>
              <a:pPr fontAlgn="auto">
                <a:spcBef>
                  <a:spcPts val="0"/>
                </a:spcBef>
                <a:spcAft>
                  <a:spcPts val="0"/>
                </a:spcAft>
                <a:defRPr/>
              </a:pPr>
              <a:endParaRPr lang="en-IN">
                <a:latin typeface="+mn-lt"/>
              </a:endParaRPr>
            </a:p>
          </p:txBody>
        </p:sp>
        <p:sp>
          <p:nvSpPr>
            <p:cNvPr id="99" name="Rectangle 39"/>
            <p:cNvSpPr>
              <a:spLocks noChangeArrowheads="1"/>
            </p:cNvSpPr>
            <p:nvPr userDrawn="1"/>
          </p:nvSpPr>
          <p:spPr bwMode="auto">
            <a:xfrm>
              <a:off x="6035675" y="3408363"/>
              <a:ext cx="365125" cy="41275"/>
            </a:xfrm>
            <a:prstGeom prst="rect">
              <a:avLst/>
            </a:prstGeom>
            <a:solidFill>
              <a:srgbClr val="A3B829"/>
            </a:solidFill>
            <a:ln w="9525">
              <a:noFill/>
              <a:miter lim="800000"/>
              <a:headEnd/>
              <a:tailEnd/>
            </a:ln>
          </p:spPr>
          <p:txBody>
            <a:bodyPr/>
            <a:lstStyle/>
            <a:p>
              <a:pPr fontAlgn="auto">
                <a:spcBef>
                  <a:spcPts val="0"/>
                </a:spcBef>
                <a:spcAft>
                  <a:spcPts val="0"/>
                </a:spcAft>
                <a:defRPr/>
              </a:pPr>
              <a:endParaRPr lang="en-IN">
                <a:latin typeface="+mn-lt"/>
              </a:endParaRPr>
            </a:p>
          </p:txBody>
        </p:sp>
        <p:sp>
          <p:nvSpPr>
            <p:cNvPr id="100" name="Rectangle 40"/>
            <p:cNvSpPr>
              <a:spLocks noChangeArrowheads="1"/>
            </p:cNvSpPr>
            <p:nvPr userDrawn="1"/>
          </p:nvSpPr>
          <p:spPr bwMode="auto">
            <a:xfrm>
              <a:off x="6218238" y="3408363"/>
              <a:ext cx="365125" cy="41275"/>
            </a:xfrm>
            <a:prstGeom prst="rect">
              <a:avLst/>
            </a:prstGeom>
            <a:solidFill>
              <a:srgbClr val="8CB230"/>
            </a:solidFill>
            <a:ln w="9525">
              <a:noFill/>
              <a:miter lim="800000"/>
              <a:headEnd/>
              <a:tailEnd/>
            </a:ln>
          </p:spPr>
          <p:txBody>
            <a:bodyPr/>
            <a:lstStyle/>
            <a:p>
              <a:pPr fontAlgn="auto">
                <a:spcBef>
                  <a:spcPts val="0"/>
                </a:spcBef>
                <a:spcAft>
                  <a:spcPts val="0"/>
                </a:spcAft>
                <a:defRPr/>
              </a:pPr>
              <a:endParaRPr lang="en-IN">
                <a:latin typeface="+mn-lt"/>
              </a:endParaRPr>
            </a:p>
          </p:txBody>
        </p:sp>
        <p:sp>
          <p:nvSpPr>
            <p:cNvPr id="101" name="Rectangle 41"/>
            <p:cNvSpPr>
              <a:spLocks noChangeArrowheads="1"/>
            </p:cNvSpPr>
            <p:nvPr userDrawn="1"/>
          </p:nvSpPr>
          <p:spPr bwMode="auto">
            <a:xfrm>
              <a:off x="6400800" y="3408363"/>
              <a:ext cx="365125" cy="41275"/>
            </a:xfrm>
            <a:prstGeom prst="rect">
              <a:avLst/>
            </a:prstGeom>
            <a:solidFill>
              <a:srgbClr val="71AD36"/>
            </a:solidFill>
            <a:ln w="9525">
              <a:noFill/>
              <a:miter lim="800000"/>
              <a:headEnd/>
              <a:tailEnd/>
            </a:ln>
          </p:spPr>
          <p:txBody>
            <a:bodyPr/>
            <a:lstStyle/>
            <a:p>
              <a:pPr fontAlgn="auto">
                <a:spcBef>
                  <a:spcPts val="0"/>
                </a:spcBef>
                <a:spcAft>
                  <a:spcPts val="0"/>
                </a:spcAft>
                <a:defRPr/>
              </a:pPr>
              <a:endParaRPr lang="en-IN">
                <a:latin typeface="+mn-lt"/>
              </a:endParaRPr>
            </a:p>
          </p:txBody>
        </p:sp>
        <p:sp>
          <p:nvSpPr>
            <p:cNvPr id="102" name="Rectangle 42"/>
            <p:cNvSpPr>
              <a:spLocks noChangeArrowheads="1"/>
            </p:cNvSpPr>
            <p:nvPr userDrawn="1"/>
          </p:nvSpPr>
          <p:spPr bwMode="auto">
            <a:xfrm>
              <a:off x="6583363" y="3408363"/>
              <a:ext cx="366712" cy="41275"/>
            </a:xfrm>
            <a:prstGeom prst="rect">
              <a:avLst/>
            </a:prstGeom>
            <a:solidFill>
              <a:srgbClr val="51A73B"/>
            </a:solidFill>
            <a:ln w="9525">
              <a:noFill/>
              <a:miter lim="800000"/>
              <a:headEnd/>
              <a:tailEnd/>
            </a:ln>
          </p:spPr>
          <p:txBody>
            <a:bodyPr/>
            <a:lstStyle/>
            <a:p>
              <a:pPr fontAlgn="auto">
                <a:spcBef>
                  <a:spcPts val="0"/>
                </a:spcBef>
                <a:spcAft>
                  <a:spcPts val="0"/>
                </a:spcAft>
                <a:defRPr/>
              </a:pPr>
              <a:endParaRPr lang="en-IN">
                <a:latin typeface="+mn-lt"/>
              </a:endParaRPr>
            </a:p>
          </p:txBody>
        </p:sp>
        <p:sp>
          <p:nvSpPr>
            <p:cNvPr id="103" name="Rectangle 43"/>
            <p:cNvSpPr>
              <a:spLocks noChangeArrowheads="1"/>
            </p:cNvSpPr>
            <p:nvPr userDrawn="1"/>
          </p:nvSpPr>
          <p:spPr bwMode="auto">
            <a:xfrm>
              <a:off x="6765925" y="3408363"/>
              <a:ext cx="366713" cy="41275"/>
            </a:xfrm>
            <a:prstGeom prst="rect">
              <a:avLst/>
            </a:prstGeom>
            <a:solidFill>
              <a:srgbClr val="1DA240"/>
            </a:solidFill>
            <a:ln w="9525">
              <a:noFill/>
              <a:miter lim="800000"/>
              <a:headEnd/>
              <a:tailEnd/>
            </a:ln>
          </p:spPr>
          <p:txBody>
            <a:bodyPr/>
            <a:lstStyle/>
            <a:p>
              <a:pPr fontAlgn="auto">
                <a:spcBef>
                  <a:spcPts val="0"/>
                </a:spcBef>
                <a:spcAft>
                  <a:spcPts val="0"/>
                </a:spcAft>
                <a:defRPr/>
              </a:pPr>
              <a:endParaRPr lang="en-IN">
                <a:latin typeface="+mn-lt"/>
              </a:endParaRPr>
            </a:p>
          </p:txBody>
        </p:sp>
        <p:sp>
          <p:nvSpPr>
            <p:cNvPr id="104" name="Rectangle 44"/>
            <p:cNvSpPr>
              <a:spLocks noChangeArrowheads="1"/>
            </p:cNvSpPr>
            <p:nvPr userDrawn="1"/>
          </p:nvSpPr>
          <p:spPr bwMode="auto">
            <a:xfrm>
              <a:off x="6950075" y="3408363"/>
              <a:ext cx="365125" cy="41275"/>
            </a:xfrm>
            <a:prstGeom prst="rect">
              <a:avLst/>
            </a:prstGeom>
            <a:solidFill>
              <a:srgbClr val="009D43"/>
            </a:solidFill>
            <a:ln w="9525">
              <a:noFill/>
              <a:miter lim="800000"/>
              <a:headEnd/>
              <a:tailEnd/>
            </a:ln>
          </p:spPr>
          <p:txBody>
            <a:bodyPr/>
            <a:lstStyle/>
            <a:p>
              <a:pPr fontAlgn="auto">
                <a:spcBef>
                  <a:spcPts val="0"/>
                </a:spcBef>
                <a:spcAft>
                  <a:spcPts val="0"/>
                </a:spcAft>
                <a:defRPr/>
              </a:pPr>
              <a:endParaRPr lang="en-IN">
                <a:latin typeface="+mn-lt"/>
              </a:endParaRPr>
            </a:p>
          </p:txBody>
        </p:sp>
        <p:sp>
          <p:nvSpPr>
            <p:cNvPr id="105" name="Rectangle 45"/>
            <p:cNvSpPr>
              <a:spLocks noChangeArrowheads="1"/>
            </p:cNvSpPr>
            <p:nvPr userDrawn="1"/>
          </p:nvSpPr>
          <p:spPr bwMode="auto">
            <a:xfrm>
              <a:off x="7132638" y="3408363"/>
              <a:ext cx="365125" cy="41275"/>
            </a:xfrm>
            <a:prstGeom prst="rect">
              <a:avLst/>
            </a:prstGeom>
            <a:solidFill>
              <a:srgbClr val="009846"/>
            </a:solidFill>
            <a:ln w="9525">
              <a:noFill/>
              <a:miter lim="800000"/>
              <a:headEnd/>
              <a:tailEnd/>
            </a:ln>
          </p:spPr>
          <p:txBody>
            <a:bodyPr/>
            <a:lstStyle/>
            <a:p>
              <a:pPr fontAlgn="auto">
                <a:spcBef>
                  <a:spcPts val="0"/>
                </a:spcBef>
                <a:spcAft>
                  <a:spcPts val="0"/>
                </a:spcAft>
                <a:defRPr/>
              </a:pPr>
              <a:endParaRPr lang="en-IN">
                <a:latin typeface="+mn-lt"/>
              </a:endParaRPr>
            </a:p>
          </p:txBody>
        </p:sp>
        <p:sp>
          <p:nvSpPr>
            <p:cNvPr id="106" name="Rectangle 46"/>
            <p:cNvSpPr>
              <a:spLocks noChangeArrowheads="1"/>
            </p:cNvSpPr>
            <p:nvPr userDrawn="1"/>
          </p:nvSpPr>
          <p:spPr bwMode="auto">
            <a:xfrm>
              <a:off x="7315200" y="3408363"/>
              <a:ext cx="365125" cy="41275"/>
            </a:xfrm>
            <a:prstGeom prst="rect">
              <a:avLst/>
            </a:prstGeom>
            <a:solidFill>
              <a:srgbClr val="008C57"/>
            </a:solidFill>
            <a:ln w="9525">
              <a:noFill/>
              <a:miter lim="800000"/>
              <a:headEnd/>
              <a:tailEnd/>
            </a:ln>
          </p:spPr>
          <p:txBody>
            <a:bodyPr/>
            <a:lstStyle/>
            <a:p>
              <a:pPr fontAlgn="auto">
                <a:spcBef>
                  <a:spcPts val="0"/>
                </a:spcBef>
                <a:spcAft>
                  <a:spcPts val="0"/>
                </a:spcAft>
                <a:defRPr/>
              </a:pPr>
              <a:endParaRPr lang="en-IN">
                <a:latin typeface="+mn-lt"/>
              </a:endParaRPr>
            </a:p>
          </p:txBody>
        </p:sp>
        <p:sp>
          <p:nvSpPr>
            <p:cNvPr id="107" name="Rectangle 47"/>
            <p:cNvSpPr>
              <a:spLocks noChangeArrowheads="1"/>
            </p:cNvSpPr>
            <p:nvPr userDrawn="1"/>
          </p:nvSpPr>
          <p:spPr bwMode="auto">
            <a:xfrm>
              <a:off x="7497763" y="3408363"/>
              <a:ext cx="366712" cy="41275"/>
            </a:xfrm>
            <a:prstGeom prst="rect">
              <a:avLst/>
            </a:prstGeom>
            <a:solidFill>
              <a:srgbClr val="008068"/>
            </a:solidFill>
            <a:ln w="9525">
              <a:noFill/>
              <a:miter lim="800000"/>
              <a:headEnd/>
              <a:tailEnd/>
            </a:ln>
          </p:spPr>
          <p:txBody>
            <a:bodyPr/>
            <a:lstStyle/>
            <a:p>
              <a:pPr fontAlgn="auto">
                <a:spcBef>
                  <a:spcPts val="0"/>
                </a:spcBef>
                <a:spcAft>
                  <a:spcPts val="0"/>
                </a:spcAft>
                <a:defRPr/>
              </a:pPr>
              <a:endParaRPr lang="en-IN">
                <a:latin typeface="+mn-lt"/>
              </a:endParaRPr>
            </a:p>
          </p:txBody>
        </p:sp>
        <p:sp>
          <p:nvSpPr>
            <p:cNvPr id="108" name="Rectangle 48"/>
            <p:cNvSpPr>
              <a:spLocks noChangeArrowheads="1"/>
            </p:cNvSpPr>
            <p:nvPr userDrawn="1"/>
          </p:nvSpPr>
          <p:spPr bwMode="auto">
            <a:xfrm>
              <a:off x="7680325" y="3408363"/>
              <a:ext cx="366713" cy="41275"/>
            </a:xfrm>
            <a:prstGeom prst="rect">
              <a:avLst/>
            </a:prstGeom>
            <a:solidFill>
              <a:srgbClr val="007275"/>
            </a:solidFill>
            <a:ln w="9525">
              <a:noFill/>
              <a:miter lim="800000"/>
              <a:headEnd/>
              <a:tailEnd/>
            </a:ln>
          </p:spPr>
          <p:txBody>
            <a:bodyPr/>
            <a:lstStyle/>
            <a:p>
              <a:pPr fontAlgn="auto">
                <a:spcBef>
                  <a:spcPts val="0"/>
                </a:spcBef>
                <a:spcAft>
                  <a:spcPts val="0"/>
                </a:spcAft>
                <a:defRPr/>
              </a:pPr>
              <a:endParaRPr lang="en-IN">
                <a:latin typeface="+mn-lt"/>
              </a:endParaRPr>
            </a:p>
          </p:txBody>
        </p:sp>
        <p:sp>
          <p:nvSpPr>
            <p:cNvPr id="109" name="Rectangle 49"/>
            <p:cNvSpPr>
              <a:spLocks noChangeArrowheads="1"/>
            </p:cNvSpPr>
            <p:nvPr userDrawn="1"/>
          </p:nvSpPr>
          <p:spPr bwMode="auto">
            <a:xfrm>
              <a:off x="7864475" y="3408363"/>
              <a:ext cx="365125" cy="41275"/>
            </a:xfrm>
            <a:prstGeom prst="rect">
              <a:avLst/>
            </a:prstGeom>
            <a:solidFill>
              <a:srgbClr val="00637F"/>
            </a:solidFill>
            <a:ln w="9525">
              <a:noFill/>
              <a:miter lim="800000"/>
              <a:headEnd/>
              <a:tailEnd/>
            </a:ln>
          </p:spPr>
          <p:txBody>
            <a:bodyPr/>
            <a:lstStyle/>
            <a:p>
              <a:pPr fontAlgn="auto">
                <a:spcBef>
                  <a:spcPts val="0"/>
                </a:spcBef>
                <a:spcAft>
                  <a:spcPts val="0"/>
                </a:spcAft>
                <a:defRPr/>
              </a:pPr>
              <a:endParaRPr lang="en-IN">
                <a:latin typeface="+mn-lt"/>
              </a:endParaRPr>
            </a:p>
          </p:txBody>
        </p:sp>
        <p:sp>
          <p:nvSpPr>
            <p:cNvPr id="110" name="Rectangle 50"/>
            <p:cNvSpPr>
              <a:spLocks noChangeArrowheads="1"/>
            </p:cNvSpPr>
            <p:nvPr userDrawn="1"/>
          </p:nvSpPr>
          <p:spPr bwMode="auto">
            <a:xfrm>
              <a:off x="8047038" y="3408363"/>
              <a:ext cx="365125" cy="41275"/>
            </a:xfrm>
            <a:prstGeom prst="rect">
              <a:avLst/>
            </a:prstGeom>
            <a:solidFill>
              <a:srgbClr val="185384"/>
            </a:solidFill>
            <a:ln w="9525">
              <a:noFill/>
              <a:miter lim="800000"/>
              <a:headEnd/>
              <a:tailEnd/>
            </a:ln>
          </p:spPr>
          <p:txBody>
            <a:bodyPr/>
            <a:lstStyle/>
            <a:p>
              <a:pPr fontAlgn="auto">
                <a:spcBef>
                  <a:spcPts val="0"/>
                </a:spcBef>
                <a:spcAft>
                  <a:spcPts val="0"/>
                </a:spcAft>
                <a:defRPr/>
              </a:pPr>
              <a:endParaRPr lang="en-IN">
                <a:latin typeface="+mn-lt"/>
              </a:endParaRPr>
            </a:p>
          </p:txBody>
        </p:sp>
        <p:sp>
          <p:nvSpPr>
            <p:cNvPr id="111" name="Rectangle 51"/>
            <p:cNvSpPr>
              <a:spLocks noChangeArrowheads="1"/>
            </p:cNvSpPr>
            <p:nvPr userDrawn="1"/>
          </p:nvSpPr>
          <p:spPr bwMode="auto">
            <a:xfrm>
              <a:off x="8229600" y="3408363"/>
              <a:ext cx="365125" cy="41275"/>
            </a:xfrm>
            <a:prstGeom prst="rect">
              <a:avLst/>
            </a:prstGeom>
            <a:solidFill>
              <a:srgbClr val="2E4285"/>
            </a:solidFill>
            <a:ln w="9525">
              <a:noFill/>
              <a:miter lim="800000"/>
              <a:headEnd/>
              <a:tailEnd/>
            </a:ln>
          </p:spPr>
          <p:txBody>
            <a:bodyPr/>
            <a:lstStyle/>
            <a:p>
              <a:pPr fontAlgn="auto">
                <a:spcBef>
                  <a:spcPts val="0"/>
                </a:spcBef>
                <a:spcAft>
                  <a:spcPts val="0"/>
                </a:spcAft>
                <a:defRPr/>
              </a:pPr>
              <a:endParaRPr lang="en-IN">
                <a:latin typeface="+mn-lt"/>
              </a:endParaRPr>
            </a:p>
          </p:txBody>
        </p:sp>
        <p:sp>
          <p:nvSpPr>
            <p:cNvPr id="112" name="Rectangle 52"/>
            <p:cNvSpPr>
              <a:spLocks noChangeArrowheads="1"/>
            </p:cNvSpPr>
            <p:nvPr userDrawn="1"/>
          </p:nvSpPr>
          <p:spPr bwMode="auto">
            <a:xfrm>
              <a:off x="8412163" y="3408363"/>
              <a:ext cx="366712" cy="41275"/>
            </a:xfrm>
            <a:prstGeom prst="rect">
              <a:avLst/>
            </a:prstGeom>
            <a:solidFill>
              <a:srgbClr val="313E85"/>
            </a:solidFill>
            <a:ln w="9525">
              <a:noFill/>
              <a:miter lim="800000"/>
              <a:headEnd/>
              <a:tailEnd/>
            </a:ln>
          </p:spPr>
          <p:txBody>
            <a:bodyPr/>
            <a:lstStyle/>
            <a:p>
              <a:pPr fontAlgn="auto">
                <a:spcBef>
                  <a:spcPts val="0"/>
                </a:spcBef>
                <a:spcAft>
                  <a:spcPts val="0"/>
                </a:spcAft>
                <a:defRPr/>
              </a:pPr>
              <a:endParaRPr lang="en-IN">
                <a:latin typeface="+mn-lt"/>
              </a:endParaRPr>
            </a:p>
          </p:txBody>
        </p:sp>
        <p:sp>
          <p:nvSpPr>
            <p:cNvPr id="113" name="Rectangle 53"/>
            <p:cNvSpPr>
              <a:spLocks noChangeArrowheads="1"/>
            </p:cNvSpPr>
            <p:nvPr userDrawn="1"/>
          </p:nvSpPr>
          <p:spPr bwMode="auto">
            <a:xfrm>
              <a:off x="8594725" y="3408363"/>
              <a:ext cx="366713" cy="41275"/>
            </a:xfrm>
            <a:prstGeom prst="rect">
              <a:avLst/>
            </a:prstGeom>
            <a:solidFill>
              <a:srgbClr val="333B85"/>
            </a:solidFill>
            <a:ln w="9525">
              <a:noFill/>
              <a:miter lim="800000"/>
              <a:headEnd/>
              <a:tailEnd/>
            </a:ln>
          </p:spPr>
          <p:txBody>
            <a:bodyPr/>
            <a:lstStyle/>
            <a:p>
              <a:pPr fontAlgn="auto">
                <a:spcBef>
                  <a:spcPts val="0"/>
                </a:spcBef>
                <a:spcAft>
                  <a:spcPts val="0"/>
                </a:spcAft>
                <a:defRPr/>
              </a:pPr>
              <a:endParaRPr lang="en-IN">
                <a:latin typeface="+mn-lt"/>
              </a:endParaRPr>
            </a:p>
          </p:txBody>
        </p:sp>
        <p:sp>
          <p:nvSpPr>
            <p:cNvPr id="114" name="Rectangle 54"/>
            <p:cNvSpPr>
              <a:spLocks noChangeArrowheads="1"/>
            </p:cNvSpPr>
            <p:nvPr userDrawn="1"/>
          </p:nvSpPr>
          <p:spPr bwMode="auto">
            <a:xfrm>
              <a:off x="8778875" y="3408363"/>
              <a:ext cx="365125" cy="41275"/>
            </a:xfrm>
            <a:prstGeom prst="rect">
              <a:avLst/>
            </a:prstGeom>
            <a:solidFill>
              <a:srgbClr val="353885"/>
            </a:solidFill>
            <a:ln w="9525">
              <a:noFill/>
              <a:miter lim="800000"/>
              <a:headEnd/>
              <a:tailEnd/>
            </a:ln>
          </p:spPr>
          <p:txBody>
            <a:bodyPr/>
            <a:lstStyle/>
            <a:p>
              <a:pPr fontAlgn="auto">
                <a:spcBef>
                  <a:spcPts val="0"/>
                </a:spcBef>
                <a:spcAft>
                  <a:spcPts val="0"/>
                </a:spcAft>
                <a:defRPr/>
              </a:pPr>
              <a:endParaRPr lang="en-IN">
                <a:latin typeface="+mn-lt"/>
              </a:endParaRPr>
            </a:p>
          </p:txBody>
        </p:sp>
        <p:sp>
          <p:nvSpPr>
            <p:cNvPr id="115" name="Rectangle 55"/>
            <p:cNvSpPr>
              <a:spLocks noChangeArrowheads="1"/>
            </p:cNvSpPr>
            <p:nvPr userDrawn="1"/>
          </p:nvSpPr>
          <p:spPr bwMode="auto">
            <a:xfrm>
              <a:off x="8961438" y="3408363"/>
              <a:ext cx="182562" cy="41275"/>
            </a:xfrm>
            <a:prstGeom prst="rect">
              <a:avLst/>
            </a:prstGeom>
            <a:solidFill>
              <a:srgbClr val="393185"/>
            </a:solidFill>
            <a:ln w="9525">
              <a:noFill/>
              <a:miter lim="800000"/>
              <a:headEnd/>
              <a:tailEnd/>
            </a:ln>
          </p:spPr>
          <p:txBody>
            <a:bodyPr/>
            <a:lstStyle/>
            <a:p>
              <a:pPr fontAlgn="auto">
                <a:spcBef>
                  <a:spcPts val="0"/>
                </a:spcBef>
                <a:spcAft>
                  <a:spcPts val="0"/>
                </a:spcAft>
                <a:defRPr/>
              </a:pPr>
              <a:endParaRPr lang="en-IN">
                <a:latin typeface="+mn-lt"/>
              </a:endParaRPr>
            </a:p>
          </p:txBody>
        </p:sp>
        <p:sp>
          <p:nvSpPr>
            <p:cNvPr id="116" name="Freeform 56"/>
            <p:cNvSpPr>
              <a:spLocks/>
            </p:cNvSpPr>
            <p:nvPr userDrawn="1"/>
          </p:nvSpPr>
          <p:spPr bwMode="auto">
            <a:xfrm>
              <a:off x="9144000" y="3408363"/>
              <a:ext cx="1588" cy="41275"/>
            </a:xfrm>
            <a:custGeom>
              <a:avLst/>
              <a:gdLst/>
              <a:ahLst/>
              <a:cxnLst>
                <a:cxn ang="0">
                  <a:pos x="0" y="78"/>
                </a:cxn>
                <a:cxn ang="0">
                  <a:pos x="0" y="0"/>
                </a:cxn>
                <a:cxn ang="0">
                  <a:pos x="0" y="78"/>
                </a:cxn>
              </a:cxnLst>
              <a:rect l="0" t="0" r="r" b="b"/>
              <a:pathLst>
                <a:path h="78">
                  <a:moveTo>
                    <a:pt x="0" y="78"/>
                  </a:moveTo>
                  <a:lnTo>
                    <a:pt x="0" y="0"/>
                  </a:lnTo>
                  <a:lnTo>
                    <a:pt x="0" y="78"/>
                  </a:lnTo>
                  <a:close/>
                </a:path>
              </a:pathLst>
            </a:custGeom>
            <a:solidFill>
              <a:srgbClr val="393185"/>
            </a:solidFill>
            <a:ln w="9525">
              <a:noFill/>
              <a:round/>
              <a:headEnd/>
              <a:tailEnd/>
            </a:ln>
          </p:spPr>
          <p:txBody>
            <a:bodyPr/>
            <a:lstStyle/>
            <a:p>
              <a:pPr fontAlgn="auto">
                <a:spcBef>
                  <a:spcPts val="0"/>
                </a:spcBef>
                <a:spcAft>
                  <a:spcPts val="0"/>
                </a:spcAft>
                <a:defRPr/>
              </a:pPr>
              <a:endParaRPr lang="en-IN">
                <a:latin typeface="+mn-lt"/>
              </a:endParaRPr>
            </a:p>
          </p:txBody>
        </p:sp>
      </p:grpSp>
    </p:spTree>
  </p:cSld>
  <p:clrMap bg1="lt1" tx1="dk1" bg2="lt2" tx2="dk2" accent1="accent1" accent2="accent2" accent3="accent3" accent4="accent4" accent5="accent5" accent6="accent6" hlink="hlink" folHlink="folHlink"/>
  <p:sldLayoutIdLst>
    <p:sldLayoutId id="2147483678" r:id="rId1"/>
    <p:sldLayoutId id="2147483679" r:id="rId2"/>
    <p:sldLayoutId id="2147483680" r:id="rId3"/>
    <p:sldLayoutId id="2147483681" r:id="rId4"/>
    <p:sldLayoutId id="2147483677" r:id="rId5"/>
    <p:sldLayoutId id="2147483676" r:id="rId6"/>
    <p:sldLayoutId id="2147483675" r:id="rId7"/>
    <p:sldLayoutId id="2147483674" r:id="rId8"/>
    <p:sldLayoutId id="2147483673" r:id="rId9"/>
    <p:sldLayoutId id="2147483672" r:id="rId10"/>
    <p:sldLayoutId id="2147483682" r:id="rId11"/>
    <p:sldLayoutId id="2147483683" r:id="rId12"/>
    <p:sldLayoutId id="2147483671" r:id="rId13"/>
    <p:sldLayoutId id="2147483670" r:id="rId14"/>
    <p:sldLayoutId id="2147483669" r:id="rId15"/>
    <p:sldLayoutId id="2147483668" r:id="rId16"/>
    <p:sldLayoutId id="2147483684" r:id="rId17"/>
    <p:sldLayoutId id="2147483685" r:id="rId18"/>
    <p:sldLayoutId id="2147483686" r:id="rId19"/>
    <p:sldLayoutId id="2147483687" r:id="rId20"/>
    <p:sldLayoutId id="2147483688" r:id="rId21"/>
    <p:sldLayoutId id="2147483667" r:id="rId22"/>
    <p:sldLayoutId id="2147483666" r:id="rId23"/>
    <p:sldLayoutId id="2147483689" r:id="rId24"/>
    <p:sldLayoutId id="2147483665" r:id="rId25"/>
    <p:sldLayoutId id="2147483664" r:id="rId26"/>
    <p:sldLayoutId id="2147483663" r:id="rId27"/>
    <p:sldLayoutId id="2147483662" r:id="rId28"/>
    <p:sldLayoutId id="2147483661" r:id="rId29"/>
  </p:sldLayoutIdLst>
  <p:timing>
    <p:tnLst>
      <p:par>
        <p:cTn id="1" dur="indefinite" restart="never" nodeType="tmRoot"/>
      </p:par>
    </p:tnLst>
  </p:timing>
  <p:txStyles>
    <p:titleStyle>
      <a:lvl1pPr algn="l" defTabSz="457200" rtl="0" eaLnBrk="0" fontAlgn="base" hangingPunct="0">
        <a:spcBef>
          <a:spcPct val="0"/>
        </a:spcBef>
        <a:spcAft>
          <a:spcPct val="0"/>
        </a:spcAft>
        <a:defRPr lang="en-US" sz="3000" b="1" kern="1200" dirty="0">
          <a:solidFill>
            <a:srgbClr val="595959"/>
          </a:solidFill>
          <a:latin typeface="+mj-lt"/>
          <a:ea typeface="+mn-ea"/>
          <a:cs typeface="Arial"/>
        </a:defRPr>
      </a:lvl1pPr>
      <a:lvl2pPr algn="l" defTabSz="457200" rtl="0" eaLnBrk="0" fontAlgn="base" hangingPunct="0">
        <a:spcBef>
          <a:spcPct val="0"/>
        </a:spcBef>
        <a:spcAft>
          <a:spcPct val="0"/>
        </a:spcAft>
        <a:defRPr sz="3000" b="1">
          <a:solidFill>
            <a:srgbClr val="595959"/>
          </a:solidFill>
          <a:latin typeface="Arial" charset="0"/>
          <a:cs typeface="Arial" charset="0"/>
        </a:defRPr>
      </a:lvl2pPr>
      <a:lvl3pPr algn="l" defTabSz="457200" rtl="0" eaLnBrk="0" fontAlgn="base" hangingPunct="0">
        <a:spcBef>
          <a:spcPct val="0"/>
        </a:spcBef>
        <a:spcAft>
          <a:spcPct val="0"/>
        </a:spcAft>
        <a:defRPr sz="3000" b="1">
          <a:solidFill>
            <a:srgbClr val="595959"/>
          </a:solidFill>
          <a:latin typeface="Arial" charset="0"/>
          <a:cs typeface="Arial" charset="0"/>
        </a:defRPr>
      </a:lvl3pPr>
      <a:lvl4pPr algn="l" defTabSz="457200" rtl="0" eaLnBrk="0" fontAlgn="base" hangingPunct="0">
        <a:spcBef>
          <a:spcPct val="0"/>
        </a:spcBef>
        <a:spcAft>
          <a:spcPct val="0"/>
        </a:spcAft>
        <a:defRPr sz="3000" b="1">
          <a:solidFill>
            <a:srgbClr val="595959"/>
          </a:solidFill>
          <a:latin typeface="Arial" charset="0"/>
          <a:cs typeface="Arial" charset="0"/>
        </a:defRPr>
      </a:lvl4pPr>
      <a:lvl5pPr algn="l" defTabSz="457200" rtl="0" eaLnBrk="0" fontAlgn="base" hangingPunct="0">
        <a:spcBef>
          <a:spcPct val="0"/>
        </a:spcBef>
        <a:spcAft>
          <a:spcPct val="0"/>
        </a:spcAft>
        <a:defRPr sz="3000" b="1">
          <a:solidFill>
            <a:srgbClr val="595959"/>
          </a:solidFill>
          <a:latin typeface="Arial" charset="0"/>
          <a:cs typeface="Arial" charset="0"/>
        </a:defRPr>
      </a:lvl5pPr>
      <a:lvl6pPr marL="457200" algn="l" defTabSz="457200" rtl="0" fontAlgn="base">
        <a:spcBef>
          <a:spcPct val="0"/>
        </a:spcBef>
        <a:spcAft>
          <a:spcPct val="0"/>
        </a:spcAft>
        <a:defRPr sz="3000" b="1">
          <a:solidFill>
            <a:srgbClr val="595959"/>
          </a:solidFill>
          <a:latin typeface="Arial" charset="0"/>
          <a:cs typeface="Arial" charset="0"/>
        </a:defRPr>
      </a:lvl6pPr>
      <a:lvl7pPr marL="914400" algn="l" defTabSz="457200" rtl="0" fontAlgn="base">
        <a:spcBef>
          <a:spcPct val="0"/>
        </a:spcBef>
        <a:spcAft>
          <a:spcPct val="0"/>
        </a:spcAft>
        <a:defRPr sz="3000" b="1">
          <a:solidFill>
            <a:srgbClr val="595959"/>
          </a:solidFill>
          <a:latin typeface="Arial" charset="0"/>
          <a:cs typeface="Arial" charset="0"/>
        </a:defRPr>
      </a:lvl7pPr>
      <a:lvl8pPr marL="1371600" algn="l" defTabSz="457200" rtl="0" fontAlgn="base">
        <a:spcBef>
          <a:spcPct val="0"/>
        </a:spcBef>
        <a:spcAft>
          <a:spcPct val="0"/>
        </a:spcAft>
        <a:defRPr sz="3000" b="1">
          <a:solidFill>
            <a:srgbClr val="595959"/>
          </a:solidFill>
          <a:latin typeface="Arial" charset="0"/>
          <a:cs typeface="Arial" charset="0"/>
        </a:defRPr>
      </a:lvl8pPr>
      <a:lvl9pPr marL="1828800" algn="l" defTabSz="457200" rtl="0" fontAlgn="base">
        <a:spcBef>
          <a:spcPct val="0"/>
        </a:spcBef>
        <a:spcAft>
          <a:spcPct val="0"/>
        </a:spcAft>
        <a:defRPr sz="3000" b="1">
          <a:solidFill>
            <a:srgbClr val="595959"/>
          </a:solidFill>
          <a:latin typeface="Arial" charset="0"/>
          <a:cs typeface="Arial" charset="0"/>
        </a:defRPr>
      </a:lvl9pPr>
    </p:titleStyle>
    <p:bodyStyle>
      <a:lvl1pPr marL="231775" indent="-231775" algn="l" defTabSz="457200" rtl="0" eaLnBrk="0" fontAlgn="base" hangingPunct="0">
        <a:spcBef>
          <a:spcPct val="20000"/>
        </a:spcBef>
        <a:spcAft>
          <a:spcPct val="0"/>
        </a:spcAft>
        <a:buFont typeface="Arial" charset="0"/>
        <a:buChar char="•"/>
        <a:defRPr lang="en-US" sz="2000" kern="1200" dirty="0">
          <a:solidFill>
            <a:srgbClr val="595959"/>
          </a:solidFill>
          <a:latin typeface="+mn-lt"/>
          <a:ea typeface="+mn-ea"/>
          <a:cs typeface="Arial"/>
        </a:defRPr>
      </a:lvl1pPr>
      <a:lvl2pPr marL="742950" indent="-285750" algn="l" defTabSz="457200" rtl="0" eaLnBrk="0" fontAlgn="base" hangingPunct="0">
        <a:spcBef>
          <a:spcPct val="20000"/>
        </a:spcBef>
        <a:spcAft>
          <a:spcPct val="0"/>
        </a:spcAft>
        <a:buFont typeface="Arial" charset="0"/>
        <a:buChar char="–"/>
        <a:defRPr lang="en-US" kern="1200" dirty="0">
          <a:solidFill>
            <a:srgbClr val="595959"/>
          </a:solidFill>
          <a:latin typeface="+mn-lt"/>
          <a:ea typeface="+mn-ea"/>
          <a:cs typeface="Arial" charset="0"/>
        </a:defRPr>
      </a:lvl2pPr>
      <a:lvl3pPr marL="1143000" indent="-228600" algn="l" defTabSz="457200" rtl="0" eaLnBrk="0" fontAlgn="base" hangingPunct="0">
        <a:spcBef>
          <a:spcPct val="20000"/>
        </a:spcBef>
        <a:spcAft>
          <a:spcPct val="0"/>
        </a:spcAft>
        <a:buFont typeface="Arial" charset="0"/>
        <a:buChar char="•"/>
        <a:defRPr lang="en-US" sz="1600" kern="1200" dirty="0">
          <a:solidFill>
            <a:srgbClr val="595959"/>
          </a:solidFill>
          <a:latin typeface="+mn-lt"/>
          <a:ea typeface="+mn-ea"/>
          <a:cs typeface="Arial" charset="0"/>
        </a:defRPr>
      </a:lvl3pPr>
      <a:lvl4pPr marL="1600200" indent="-228600" algn="l" defTabSz="457200" rtl="0" eaLnBrk="0" fontAlgn="base" hangingPunct="0">
        <a:spcBef>
          <a:spcPct val="20000"/>
        </a:spcBef>
        <a:spcAft>
          <a:spcPct val="0"/>
        </a:spcAft>
        <a:buFont typeface="Arial" charset="0"/>
        <a:buChar char="–"/>
        <a:defRPr lang="en-US" sz="1400" kern="1200" dirty="0">
          <a:solidFill>
            <a:srgbClr val="595959"/>
          </a:solidFill>
          <a:latin typeface="+mn-lt"/>
          <a:ea typeface="+mn-ea"/>
          <a:cs typeface="Arial" charset="0"/>
        </a:defRPr>
      </a:lvl4pPr>
      <a:lvl5pPr marL="2057400" indent="-228600" algn="l" defTabSz="457200" rtl="0" eaLnBrk="0" fontAlgn="base" hangingPunct="0">
        <a:spcBef>
          <a:spcPct val="20000"/>
        </a:spcBef>
        <a:spcAft>
          <a:spcPct val="0"/>
        </a:spcAft>
        <a:buFont typeface="Arial" charset="0"/>
        <a:buChar char="»"/>
        <a:defRPr lang="en-US" sz="1200" kern="1200" dirty="0">
          <a:solidFill>
            <a:srgbClr val="595959"/>
          </a:solidFill>
          <a:latin typeface="+mn-lt"/>
          <a:ea typeface="+mn-ea"/>
          <a:cs typeface="Arial" charset="0"/>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4.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5.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3.xml"/><Relationship Id="rId1" Type="http://schemas.openxmlformats.org/officeDocument/2006/relationships/slideLayout" Target="../slideLayouts/slideLayout2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3.xml"/></Relationships>
</file>

<file path=ppt/slides/_rels/slide1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5.xml"/><Relationship Id="rId1" Type="http://schemas.openxmlformats.org/officeDocument/2006/relationships/slideLayout" Target="../slideLayouts/slideLayout22.xml"/></Relationships>
</file>

<file path=ppt/slides/_rels/slide1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6.xml"/><Relationship Id="rId1" Type="http://schemas.openxmlformats.org/officeDocument/2006/relationships/slideLayout" Target="../slideLayouts/slideLayout23.xml"/></Relationships>
</file>

<file path=ppt/slides/_rels/slide1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7.xml"/><Relationship Id="rId1" Type="http://schemas.openxmlformats.org/officeDocument/2006/relationships/slideLayout" Target="../slideLayouts/slideLayout23.xml"/></Relationships>
</file>

<file path=ppt/slides/_rels/slide1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8.xml"/><Relationship Id="rId1" Type="http://schemas.openxmlformats.org/officeDocument/2006/relationships/slideLayout" Target="../slideLayouts/slideLayout23.xml"/></Relationships>
</file>

<file path=ppt/slides/_rels/slide1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9.xml"/><Relationship Id="rId1" Type="http://schemas.openxmlformats.org/officeDocument/2006/relationships/slideLayout" Target="../slideLayouts/slideLayout23.xml"/></Relationships>
</file>

<file path=ppt/slides/_rels/slide2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0.xml"/><Relationship Id="rId1" Type="http://schemas.openxmlformats.org/officeDocument/2006/relationships/slideLayout" Target="../slideLayouts/slideLayout23.xml"/></Relationships>
</file>

<file path=ppt/slides/_rels/slide2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1.xml"/><Relationship Id="rId1" Type="http://schemas.openxmlformats.org/officeDocument/2006/relationships/slideLayout" Target="../slideLayouts/slideLayout23.xml"/></Relationships>
</file>

<file path=ppt/slides/_rels/slide2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2.xml"/><Relationship Id="rId1" Type="http://schemas.openxmlformats.org/officeDocument/2006/relationships/slideLayout" Target="../slideLayouts/slideLayout23.xml"/></Relationships>
</file>

<file path=ppt/slides/_rels/slide2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3.xml"/><Relationship Id="rId1" Type="http://schemas.openxmlformats.org/officeDocument/2006/relationships/slideLayout" Target="../slideLayouts/slideLayout23.xml"/></Relationships>
</file>

<file path=ppt/slides/_rels/slide2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4.xml"/><Relationship Id="rId1" Type="http://schemas.openxmlformats.org/officeDocument/2006/relationships/slideLayout" Target="../slideLayouts/slideLayout2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6.xml"/><Relationship Id="rId1" Type="http://schemas.openxmlformats.org/officeDocument/2006/relationships/slideLayout" Target="../slideLayouts/slideLayout23.xml"/></Relationships>
</file>

<file path=ppt/slides/_rels/slide2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7.xml"/><Relationship Id="rId1" Type="http://schemas.openxmlformats.org/officeDocument/2006/relationships/slideLayout" Target="../slideLayouts/slideLayout23.xml"/></Relationships>
</file>

<file path=ppt/slides/_rels/slide2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8.xml"/><Relationship Id="rId1" Type="http://schemas.openxmlformats.org/officeDocument/2006/relationships/slideLayout" Target="../slideLayouts/slideLayout23.xml"/></Relationships>
</file>

<file path=ppt/slides/_rels/slide2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9.xml"/><Relationship Id="rId1" Type="http://schemas.openxmlformats.org/officeDocument/2006/relationships/slideLayout" Target="../slideLayouts/slideLayout23.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3.xml"/></Relationships>
</file>

<file path=ppt/slides/_rels/slide3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31.xml"/><Relationship Id="rId1" Type="http://schemas.openxmlformats.org/officeDocument/2006/relationships/slideLayout" Target="../slideLayouts/slideLayout23.xml"/></Relationships>
</file>

<file path=ppt/slides/_rels/slide3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32.xml"/><Relationship Id="rId1" Type="http://schemas.openxmlformats.org/officeDocument/2006/relationships/slideLayout" Target="../slideLayouts/slideLayout23.xml"/></Relationships>
</file>

<file path=ppt/slides/_rels/slide3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33.xml"/><Relationship Id="rId1" Type="http://schemas.openxmlformats.org/officeDocument/2006/relationships/slideLayout" Target="../slideLayouts/slideLayout23.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3.xml"/></Relationships>
</file>

<file path=ppt/slides/_rels/slide35.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35.xml"/><Relationship Id="rId1" Type="http://schemas.openxmlformats.org/officeDocument/2006/relationships/slideLayout" Target="../slideLayouts/slideLayout23.xml"/></Relationships>
</file>

<file path=ppt/slides/_rels/slide3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36.xml"/><Relationship Id="rId1" Type="http://schemas.openxmlformats.org/officeDocument/2006/relationships/slideLayout" Target="../slideLayouts/slideLayout23.xml"/></Relationships>
</file>

<file path=ppt/slides/_rels/slide37.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37.xml"/><Relationship Id="rId1" Type="http://schemas.openxmlformats.org/officeDocument/2006/relationships/slideLayout" Target="../slideLayouts/slideLayout23.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3.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3.xml"/></Relationships>
</file>

<file path=ppt/slides/_rels/slide40.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40.xml"/><Relationship Id="rId1" Type="http://schemas.openxmlformats.org/officeDocument/2006/relationships/slideLayout" Target="../slideLayouts/slideLayout23.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3.xml"/></Relationships>
</file>

<file path=ppt/slides/_rels/slide42.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42.xml"/><Relationship Id="rId1" Type="http://schemas.openxmlformats.org/officeDocument/2006/relationships/slideLayout" Target="../slideLayouts/slideLayout23.xml"/></Relationships>
</file>

<file path=ppt/slides/_rels/slide43.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43.xml"/><Relationship Id="rId1" Type="http://schemas.openxmlformats.org/officeDocument/2006/relationships/slideLayout" Target="../slideLayouts/slideLayout23.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6.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5.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7.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6.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6.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6.xml"/></Relationships>
</file>

<file path=ppt/slides/_rels/slide51.xml.rels><?xml version="1.0" encoding="UTF-8" standalone="yes"?>
<Relationships xmlns="http://schemas.openxmlformats.org/package/2006/relationships"><Relationship Id="rId3" Type="http://schemas.openxmlformats.org/officeDocument/2006/relationships/hyperlink" Target="http://ant.apache.org/bindownload.cgi" TargetMode="External"/><Relationship Id="rId2" Type="http://schemas.openxmlformats.org/officeDocument/2006/relationships/notesSlide" Target="../notesSlides/notesSlide51.xml"/><Relationship Id="rId1" Type="http://schemas.openxmlformats.org/officeDocument/2006/relationships/slideLayout" Target="../slideLayouts/slideLayout27.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8.xml"/></Relationships>
</file>

<file path=ppt/slides/_rels/slide53.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53.xml"/><Relationship Id="rId1" Type="http://schemas.openxmlformats.org/officeDocument/2006/relationships/slideLayout" Target="../slideLayouts/slideLayout26.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7.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7.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27.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27.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26.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3.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26.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26.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26.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26.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26.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26.xml"/></Relationships>
</file>

<file path=ppt/slides/_rels/slide66.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66.xml"/><Relationship Id="rId1" Type="http://schemas.openxmlformats.org/officeDocument/2006/relationships/slideLayout" Target="../slideLayouts/slideLayout26.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26.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26.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26.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26.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26.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26.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26.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26.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26.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26.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26.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26.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26.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26.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26.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82.xml"/><Relationship Id="rId1" Type="http://schemas.openxmlformats.org/officeDocument/2006/relationships/slideLayout" Target="../slideLayouts/slideLayout26.xml"/></Relationships>
</file>

<file path=ppt/slides/_rels/slide83.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83.xml"/><Relationship Id="rId1" Type="http://schemas.openxmlformats.org/officeDocument/2006/relationships/slideLayout" Target="../slideLayouts/slideLayout26.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84.xml"/><Relationship Id="rId1" Type="http://schemas.openxmlformats.org/officeDocument/2006/relationships/slideLayout" Target="../slideLayouts/slideLayout26.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85.xml"/><Relationship Id="rId1" Type="http://schemas.openxmlformats.org/officeDocument/2006/relationships/slideLayout" Target="../slideLayouts/slideLayout26.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86.xml"/><Relationship Id="rId1" Type="http://schemas.openxmlformats.org/officeDocument/2006/relationships/slideLayout" Target="../slideLayouts/slideLayout26.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87.xml"/><Relationship Id="rId1" Type="http://schemas.openxmlformats.org/officeDocument/2006/relationships/slideLayout" Target="../slideLayouts/slideLayout26.xml"/></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88.xml"/><Relationship Id="rId1" Type="http://schemas.openxmlformats.org/officeDocument/2006/relationships/slideLayout" Target="../slideLayouts/slideLayout26.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89.xml"/><Relationship Id="rId1" Type="http://schemas.openxmlformats.org/officeDocument/2006/relationships/slideLayout" Target="../slideLayouts/slideLayout26.xml"/></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90.xml"/><Relationship Id="rId1" Type="http://schemas.openxmlformats.org/officeDocument/2006/relationships/slideLayout" Target="../slideLayouts/slideLayout26.xml"/></Relationships>
</file>

<file path=ppt/slides/_rels/slide91.xml.rels><?xml version="1.0" encoding="UTF-8" standalone="yes"?>
<Relationships xmlns="http://schemas.openxmlformats.org/package/2006/relationships"><Relationship Id="rId2" Type="http://schemas.openxmlformats.org/officeDocument/2006/relationships/notesSlide" Target="../notesSlides/notesSlide91.xml"/><Relationship Id="rId1" Type="http://schemas.openxmlformats.org/officeDocument/2006/relationships/slideLayout" Target="../slideLayouts/slideLayout26.xml"/></Relationships>
</file>

<file path=ppt/slides/_rels/slide92.xml.rels><?xml version="1.0" encoding="UTF-8" standalone="yes"?>
<Relationships xmlns="http://schemas.openxmlformats.org/package/2006/relationships"><Relationship Id="rId2" Type="http://schemas.openxmlformats.org/officeDocument/2006/relationships/notesSlide" Target="../notesSlides/notesSlide92.xml"/><Relationship Id="rId1" Type="http://schemas.openxmlformats.org/officeDocument/2006/relationships/slideLayout" Target="../slideLayouts/slideLayout26.xml"/></Relationships>
</file>

<file path=ppt/slides/_rels/slide93.xml.rels><?xml version="1.0" encoding="UTF-8" standalone="yes"?>
<Relationships xmlns="http://schemas.openxmlformats.org/package/2006/relationships"><Relationship Id="rId2" Type="http://schemas.openxmlformats.org/officeDocument/2006/relationships/notesSlide" Target="../notesSlides/notesSlide93.xml"/><Relationship Id="rId1" Type="http://schemas.openxmlformats.org/officeDocument/2006/relationships/slideLayout" Target="../slideLayouts/slideLayout26.xml"/></Relationships>
</file>

<file path=ppt/slides/_rels/slide94.xml.rels><?xml version="1.0" encoding="UTF-8" standalone="yes"?>
<Relationships xmlns="http://schemas.openxmlformats.org/package/2006/relationships"><Relationship Id="rId2" Type="http://schemas.openxmlformats.org/officeDocument/2006/relationships/notesSlide" Target="../notesSlides/notesSlide94.xml"/><Relationship Id="rId1" Type="http://schemas.openxmlformats.org/officeDocument/2006/relationships/slideLayout" Target="../slideLayouts/slideLayout26.xml"/></Relationships>
</file>

<file path=ppt/slides/_rels/slide95.xml.rels><?xml version="1.0" encoding="UTF-8" standalone="yes"?>
<Relationships xmlns="http://schemas.openxmlformats.org/package/2006/relationships"><Relationship Id="rId2" Type="http://schemas.openxmlformats.org/officeDocument/2006/relationships/notesSlide" Target="../notesSlides/notesSlide95.xml"/><Relationship Id="rId1" Type="http://schemas.openxmlformats.org/officeDocument/2006/relationships/slideLayout" Target="../slideLayouts/slideLayout5.xml"/></Relationships>
</file>

<file path=ppt/slides/_rels/slide96.xml.rels><?xml version="1.0" encoding="UTF-8" standalone="yes"?>
<Relationships xmlns="http://schemas.openxmlformats.org/package/2006/relationships"><Relationship Id="rId3" Type="http://schemas.openxmlformats.org/officeDocument/2006/relationships/hyperlink" Target="http://www.vogella.com/articles/Eclipse/article.html" TargetMode="External"/><Relationship Id="rId2" Type="http://schemas.openxmlformats.org/officeDocument/2006/relationships/notesSlide" Target="../notesSlides/notesSlide96.xml"/><Relationship Id="rId1" Type="http://schemas.openxmlformats.org/officeDocument/2006/relationships/slideLayout" Target="../slideLayouts/slideLayout29.xml"/><Relationship Id="rId4" Type="http://schemas.openxmlformats.org/officeDocument/2006/relationships/hyperlink" Target="http://java.sun.com/docs/books/jls/third_edition/html/lexical.html" TargetMode="External"/></Relationships>
</file>

<file path=ppt/slides/_rels/slide97.xml.rels><?xml version="1.0" encoding="UTF-8" standalone="yes"?>
<Relationships xmlns="http://schemas.openxmlformats.org/package/2006/relationships"><Relationship Id="rId2" Type="http://schemas.openxmlformats.org/officeDocument/2006/relationships/notesSlide" Target="../notesSlides/notesSlide97.xml"/><Relationship Id="rId1" Type="http://schemas.openxmlformats.org/officeDocument/2006/relationships/slideLayout" Target="../slideLayouts/slideLayout1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Title 7"/>
          <p:cNvSpPr>
            <a:spLocks noGrp="1"/>
          </p:cNvSpPr>
          <p:nvPr>
            <p:ph type="ctrTitle"/>
          </p:nvPr>
        </p:nvSpPr>
        <p:spPr>
          <a:xfrm>
            <a:off x="4800600" y="2295525"/>
            <a:ext cx="4141788" cy="614363"/>
          </a:xfrm>
        </p:spPr>
        <p:txBody>
          <a:bodyPr>
            <a:spAutoFit/>
          </a:bodyPr>
          <a:lstStyle/>
          <a:p>
            <a:pPr algn="r" eaLnBrk="1" hangingPunct="1"/>
            <a:r>
              <a:rPr dirty="0" smtClean="0">
                <a:latin typeface="Arial" charset="0"/>
                <a:cs typeface="Arial" charset="0"/>
              </a:rPr>
              <a:t>Java Programming</a:t>
            </a:r>
          </a:p>
        </p:txBody>
      </p:sp>
      <p:sp>
        <p:nvSpPr>
          <p:cNvPr id="33794" name="Subtitle 8"/>
          <p:cNvSpPr>
            <a:spLocks noGrp="1"/>
          </p:cNvSpPr>
          <p:nvPr>
            <p:ph type="subTitle" idx="1"/>
          </p:nvPr>
        </p:nvSpPr>
        <p:spPr>
          <a:xfrm>
            <a:off x="4642338" y="2971800"/>
            <a:ext cx="4141788" cy="338138"/>
          </a:xfrm>
        </p:spPr>
        <p:txBody>
          <a:bodyPr/>
          <a:lstStyle/>
          <a:p>
            <a:pPr algn="r" fontAlgn="base">
              <a:spcAft>
                <a:spcPct val="0"/>
              </a:spcAft>
              <a:buFont typeface="Arial" charset="0"/>
              <a:buNone/>
            </a:pPr>
            <a:r>
              <a:rPr dirty="0" smtClean="0">
                <a:solidFill>
                  <a:schemeClr val="tx1"/>
                </a:solidFill>
                <a:latin typeface="Arial" charset="0"/>
                <a:cs typeface="Arial" charset="0"/>
              </a:rPr>
              <a:t>Eclipse Overview and  Ant</a:t>
            </a:r>
          </a:p>
        </p:txBody>
      </p:sp>
      <p:sp>
        <p:nvSpPr>
          <p:cNvPr id="33795" name="Text Placeholder 9"/>
          <p:cNvSpPr>
            <a:spLocks noGrp="1"/>
          </p:cNvSpPr>
          <p:nvPr>
            <p:ph type="body" sz="quarter" idx="10"/>
          </p:nvPr>
        </p:nvSpPr>
        <p:spPr>
          <a:xfrm>
            <a:off x="4489938" y="3429000"/>
            <a:ext cx="4319954" cy="351692"/>
          </a:xfrm>
        </p:spPr>
        <p:txBody>
          <a:bodyPr/>
          <a:lstStyle/>
          <a:p>
            <a:pPr algn="r" eaLnBrk="1" hangingPunct="1"/>
            <a:r>
              <a:rPr dirty="0">
                <a:solidFill>
                  <a:schemeClr val="tx1"/>
                </a:solidFill>
                <a:latin typeface="Arial" charset="0"/>
                <a:cs typeface="Arial" charset="0"/>
              </a:rPr>
              <a:t>Module </a:t>
            </a:r>
            <a:r>
              <a:rPr dirty="0" smtClean="0">
                <a:solidFill>
                  <a:schemeClr val="tx1"/>
                </a:solidFill>
                <a:latin typeface="Arial" charset="0"/>
                <a:cs typeface="Arial" charset="0"/>
              </a:rPr>
              <a:t>11</a:t>
            </a:r>
            <a:endParaRPr dirty="0">
              <a:solidFill>
                <a:schemeClr val="tx1"/>
              </a:solidFill>
              <a:latin typeface="Arial" charset="0"/>
              <a:cs typeface="Arial" charset="0"/>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Text Placeholder 13"/>
          <p:cNvSpPr>
            <a:spLocks noGrp="1"/>
          </p:cNvSpPr>
          <p:nvPr>
            <p:ph type="body" sz="quarter" idx="10"/>
          </p:nvPr>
        </p:nvSpPr>
        <p:spPr>
          <a:xfrm>
            <a:off x="1004888" y="1350963"/>
            <a:ext cx="7010400" cy="652462"/>
          </a:xfrm>
        </p:spPr>
        <p:txBody>
          <a:bodyPr/>
          <a:lstStyle/>
          <a:p>
            <a:pPr eaLnBrk="1" hangingPunct="1"/>
            <a:r>
              <a:rPr lang="en-IN" smtClean="0">
                <a:solidFill>
                  <a:schemeClr val="tx1"/>
                </a:solidFill>
                <a:cs typeface="Arial" charset="0"/>
              </a:rPr>
              <a:t>Eclipse Overview</a:t>
            </a:r>
          </a:p>
        </p:txBody>
      </p:sp>
      <p:sp>
        <p:nvSpPr>
          <p:cNvPr id="35842" name="Title 18"/>
          <p:cNvSpPr>
            <a:spLocks noGrp="1"/>
          </p:cNvSpPr>
          <p:nvPr>
            <p:ph type="ctrTitle"/>
          </p:nvPr>
        </p:nvSpPr>
        <p:spPr>
          <a:xfrm>
            <a:off x="166688" y="146050"/>
            <a:ext cx="8483600" cy="554038"/>
          </a:xfrm>
        </p:spPr>
        <p:txBody>
          <a:bodyPr/>
          <a:lstStyle/>
          <a:p>
            <a:pPr eaLnBrk="1" hangingPunct="1"/>
            <a:r>
              <a:rPr lang="en-IN" smtClean="0">
                <a:solidFill>
                  <a:schemeClr val="tx1"/>
                </a:solidFill>
                <a:cs typeface="Arial" charset="0"/>
              </a:rPr>
              <a:t>Agenda</a:t>
            </a:r>
          </a:p>
        </p:txBody>
      </p:sp>
      <p:sp>
        <p:nvSpPr>
          <p:cNvPr id="8" name="Rectangle 7"/>
          <p:cNvSpPr/>
          <p:nvPr/>
        </p:nvSpPr>
        <p:spPr>
          <a:xfrm>
            <a:off x="458788" y="2260600"/>
            <a:ext cx="317500" cy="825500"/>
          </a:xfrm>
          <a:prstGeom prst="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16200000" scaled="1"/>
            <a:tileRect/>
          </a:gra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sp>
        <p:nvSpPr>
          <p:cNvPr id="9" name="Rectangle 8"/>
          <p:cNvSpPr/>
          <p:nvPr/>
        </p:nvSpPr>
        <p:spPr>
          <a:xfrm>
            <a:off x="461695" y="2504932"/>
            <a:ext cx="314650" cy="18163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algn="ctr" fontAlgn="auto">
              <a:spcBef>
                <a:spcPts val="0"/>
              </a:spcBef>
              <a:spcAft>
                <a:spcPts val="0"/>
              </a:spcAft>
              <a:defRPr/>
            </a:pPr>
            <a:r>
              <a:rPr lang="en-US" sz="2000" b="1" dirty="0">
                <a:gradFill flip="none" rotWithShape="1">
                  <a:gsLst>
                    <a:gs pos="0">
                      <a:schemeClr val="accent6">
                        <a:lumMod val="20000"/>
                        <a:lumOff val="80000"/>
                      </a:schemeClr>
                    </a:gs>
                    <a:gs pos="38000">
                      <a:srgbClr val="E2E3E7"/>
                    </a:gs>
                    <a:gs pos="100000">
                      <a:schemeClr val="accent6">
                        <a:lumMod val="40000"/>
                        <a:lumOff val="60000"/>
                      </a:schemeClr>
                    </a:gs>
                  </a:gsLst>
                  <a:lin ang="10800000" scaled="1"/>
                  <a:tileRect/>
                </a:gradFill>
              </a:rPr>
              <a:t>2</a:t>
            </a:r>
          </a:p>
        </p:txBody>
      </p:sp>
      <p:sp>
        <p:nvSpPr>
          <p:cNvPr id="10" name="Rectangle 9"/>
          <p:cNvSpPr/>
          <p:nvPr/>
        </p:nvSpPr>
        <p:spPr>
          <a:xfrm>
            <a:off x="458788" y="3303588"/>
            <a:ext cx="317500" cy="830262"/>
          </a:xfrm>
          <a:prstGeom prst="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16200000" scaled="1"/>
            <a:tileRect/>
          </a:gra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sp>
        <p:nvSpPr>
          <p:cNvPr id="11" name="Rectangle 10"/>
          <p:cNvSpPr/>
          <p:nvPr/>
        </p:nvSpPr>
        <p:spPr>
          <a:xfrm>
            <a:off x="461695" y="3526230"/>
            <a:ext cx="314650" cy="18163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algn="ctr" fontAlgn="auto">
              <a:spcBef>
                <a:spcPts val="0"/>
              </a:spcBef>
              <a:spcAft>
                <a:spcPts val="0"/>
              </a:spcAft>
              <a:defRPr/>
            </a:pPr>
            <a:r>
              <a:rPr lang="en-US" sz="2000" b="1" dirty="0">
                <a:gradFill flip="none" rotWithShape="1">
                  <a:gsLst>
                    <a:gs pos="0">
                      <a:schemeClr val="accent6">
                        <a:lumMod val="20000"/>
                        <a:lumOff val="80000"/>
                      </a:schemeClr>
                    </a:gs>
                    <a:gs pos="38000">
                      <a:srgbClr val="E2E3E7"/>
                    </a:gs>
                    <a:gs pos="100000">
                      <a:schemeClr val="accent6">
                        <a:lumMod val="40000"/>
                        <a:lumOff val="60000"/>
                      </a:schemeClr>
                    </a:gs>
                  </a:gsLst>
                  <a:lin ang="10800000" scaled="1"/>
                  <a:tileRect/>
                </a:gradFill>
              </a:rPr>
              <a:t>3</a:t>
            </a:r>
          </a:p>
        </p:txBody>
      </p:sp>
      <p:sp>
        <p:nvSpPr>
          <p:cNvPr id="12" name="Rectangle 11"/>
          <p:cNvSpPr/>
          <p:nvPr/>
        </p:nvSpPr>
        <p:spPr>
          <a:xfrm>
            <a:off x="458788" y="1231900"/>
            <a:ext cx="317500" cy="825500"/>
          </a:xfrm>
          <a:prstGeom prst="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16200000" scaled="1"/>
            <a:tileRect/>
          </a:gra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sp>
        <p:nvSpPr>
          <p:cNvPr id="13" name="Rectangle 12"/>
          <p:cNvSpPr/>
          <p:nvPr/>
        </p:nvSpPr>
        <p:spPr>
          <a:xfrm>
            <a:off x="461695" y="1450574"/>
            <a:ext cx="314650" cy="18163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algn="ctr" fontAlgn="auto">
              <a:spcBef>
                <a:spcPts val="0"/>
              </a:spcBef>
              <a:spcAft>
                <a:spcPts val="0"/>
              </a:spcAft>
              <a:defRPr/>
            </a:pPr>
            <a:r>
              <a:rPr lang="en-US" sz="2000" b="1" dirty="0">
                <a:gradFill flip="none" rotWithShape="1">
                  <a:gsLst>
                    <a:gs pos="0">
                      <a:schemeClr val="accent6">
                        <a:lumMod val="20000"/>
                        <a:lumOff val="80000"/>
                      </a:schemeClr>
                    </a:gs>
                    <a:gs pos="38000">
                      <a:srgbClr val="E2E3E7"/>
                    </a:gs>
                    <a:gs pos="100000">
                      <a:schemeClr val="accent6">
                        <a:lumMod val="40000"/>
                        <a:lumOff val="60000"/>
                      </a:schemeClr>
                    </a:gs>
                  </a:gsLst>
                  <a:lin ang="10800000" scaled="1"/>
                  <a:tileRect/>
                </a:gradFill>
              </a:rPr>
              <a:t>1</a:t>
            </a:r>
          </a:p>
        </p:txBody>
      </p:sp>
      <p:sp>
        <p:nvSpPr>
          <p:cNvPr id="35849" name="Text Placeholder 17"/>
          <p:cNvSpPr>
            <a:spLocks noGrp="1"/>
          </p:cNvSpPr>
          <p:nvPr>
            <p:ph type="body" sz="quarter" idx="11"/>
          </p:nvPr>
        </p:nvSpPr>
        <p:spPr>
          <a:xfrm>
            <a:off x="1004888" y="2381250"/>
            <a:ext cx="7010400" cy="652463"/>
          </a:xfrm>
        </p:spPr>
        <p:txBody>
          <a:bodyPr/>
          <a:lstStyle/>
          <a:p>
            <a:pPr eaLnBrk="1" hangingPunct="1"/>
            <a:r>
              <a:rPr smtClean="0">
                <a:solidFill>
                  <a:schemeClr val="tx1"/>
                </a:solidFill>
                <a:cs typeface="Arial" charset="0"/>
              </a:rPr>
              <a:t>Create packages using Eclipse</a:t>
            </a:r>
          </a:p>
        </p:txBody>
      </p:sp>
      <p:sp>
        <p:nvSpPr>
          <p:cNvPr id="35850" name="Text Placeholder 21"/>
          <p:cNvSpPr>
            <a:spLocks noGrp="1"/>
          </p:cNvSpPr>
          <p:nvPr>
            <p:ph type="body" sz="quarter" idx="12"/>
          </p:nvPr>
        </p:nvSpPr>
        <p:spPr>
          <a:xfrm>
            <a:off x="1004888" y="3403600"/>
            <a:ext cx="7010400" cy="652463"/>
          </a:xfrm>
        </p:spPr>
        <p:txBody>
          <a:bodyPr/>
          <a:lstStyle/>
          <a:p>
            <a:pPr eaLnBrk="1" hangingPunct="1"/>
            <a:r>
              <a:rPr smtClean="0">
                <a:solidFill>
                  <a:schemeClr val="tx1"/>
                </a:solidFill>
                <a:cs typeface="Arial" charset="0"/>
              </a:rPr>
              <a:t>Create jar files and Refactoring</a:t>
            </a:r>
            <a:endParaRPr smtClean="0">
              <a:cs typeface="Arial" charset="0"/>
            </a:endParaRPr>
          </a:p>
          <a:p>
            <a:pPr eaLnBrk="1" hangingPunct="1"/>
            <a:endParaRPr smtClean="0">
              <a:solidFill>
                <a:schemeClr val="tx1"/>
              </a:solidFill>
              <a:cs typeface="Arial" charset="0"/>
            </a:endParaRPr>
          </a:p>
        </p:txBody>
      </p:sp>
      <p:sp>
        <p:nvSpPr>
          <p:cNvPr id="35851" name="Text Placeholder 17"/>
          <p:cNvSpPr>
            <a:spLocks noGrp="1"/>
          </p:cNvSpPr>
          <p:nvPr>
            <p:ph type="body" sz="quarter" idx="11"/>
          </p:nvPr>
        </p:nvSpPr>
        <p:spPr>
          <a:xfrm>
            <a:off x="1071563" y="4397375"/>
            <a:ext cx="7010400" cy="652463"/>
          </a:xfrm>
        </p:spPr>
        <p:txBody>
          <a:bodyPr/>
          <a:lstStyle/>
          <a:p>
            <a:pPr eaLnBrk="1" hangingPunct="1"/>
            <a:r>
              <a:rPr smtClean="0">
                <a:solidFill>
                  <a:schemeClr val="tx1"/>
                </a:solidFill>
                <a:cs typeface="Arial" charset="0"/>
              </a:rPr>
              <a:t>Introduction to Apache Ant</a:t>
            </a:r>
          </a:p>
        </p:txBody>
      </p:sp>
      <p:sp>
        <p:nvSpPr>
          <p:cNvPr id="35852" name="Text Placeholder 17"/>
          <p:cNvSpPr>
            <a:spLocks noGrp="1"/>
          </p:cNvSpPr>
          <p:nvPr>
            <p:ph type="body" sz="quarter" idx="11"/>
          </p:nvPr>
        </p:nvSpPr>
        <p:spPr>
          <a:xfrm>
            <a:off x="1033463" y="5411788"/>
            <a:ext cx="7010400" cy="652462"/>
          </a:xfrm>
        </p:spPr>
        <p:txBody>
          <a:bodyPr/>
          <a:lstStyle/>
          <a:p>
            <a:pPr eaLnBrk="1" hangingPunct="1"/>
            <a:r>
              <a:rPr smtClean="0">
                <a:solidFill>
                  <a:schemeClr val="tx1"/>
                </a:solidFill>
                <a:cs typeface="Arial" charset="0"/>
              </a:rPr>
              <a:t>Building simple Java Projects</a:t>
            </a: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3"/>
          <p:cNvSpPr>
            <a:spLocks noGrp="1"/>
          </p:cNvSpPr>
          <p:nvPr>
            <p:ph idx="4294967295"/>
          </p:nvPr>
        </p:nvSpPr>
        <p:spPr>
          <a:xfrm>
            <a:off x="609600" y="1066800"/>
            <a:ext cx="7924800" cy="5029200"/>
          </a:xfrm>
        </p:spPr>
        <p:txBody>
          <a:bodyPr>
            <a:normAutofit lnSpcReduction="10000"/>
          </a:bodyPr>
          <a:lstStyle/>
          <a:p>
            <a:pPr algn="just" eaLnBrk="1" fontAlgn="auto" hangingPunct="1">
              <a:spcAft>
                <a:spcPts val="0"/>
              </a:spcAft>
              <a:buFont typeface="Arial" charset="0"/>
              <a:buNone/>
              <a:defRPr/>
            </a:pPr>
            <a:r>
              <a:rPr lang="en-GB" sz="2400" dirty="0">
                <a:solidFill>
                  <a:schemeClr val="tx1"/>
                </a:solidFill>
                <a:cs typeface="Arial" charset="0"/>
              </a:rPr>
              <a:t>At  the end of this module, you will be able to:</a:t>
            </a:r>
          </a:p>
          <a:p>
            <a:pPr algn="just" eaLnBrk="1" fontAlgn="auto" hangingPunct="1">
              <a:spcAft>
                <a:spcPts val="0"/>
              </a:spcAft>
              <a:buFont typeface="Arial" charset="0"/>
              <a:buNone/>
              <a:defRPr/>
            </a:pPr>
            <a:endParaRPr lang="en-GB" sz="1400" dirty="0">
              <a:solidFill>
                <a:schemeClr val="tx1"/>
              </a:solidFill>
              <a:cs typeface="Arial" charset="0"/>
            </a:endParaRPr>
          </a:p>
          <a:p>
            <a:pPr algn="just" eaLnBrk="1" fontAlgn="auto" hangingPunct="1">
              <a:spcAft>
                <a:spcPts val="0"/>
              </a:spcAft>
              <a:buFont typeface="Arial"/>
              <a:buChar char="•"/>
              <a:defRPr/>
            </a:pPr>
            <a:r>
              <a:rPr lang="en-GB" sz="2400" dirty="0">
                <a:solidFill>
                  <a:schemeClr val="tx1"/>
                </a:solidFill>
                <a:cs typeface="Arial" charset="0"/>
              </a:rPr>
              <a:t>Outline the eclipse overview.</a:t>
            </a:r>
          </a:p>
          <a:p>
            <a:pPr algn="just" eaLnBrk="1" fontAlgn="auto" hangingPunct="1">
              <a:spcAft>
                <a:spcPts val="0"/>
              </a:spcAft>
              <a:buFont typeface="Arial"/>
              <a:buChar char="•"/>
              <a:defRPr/>
            </a:pPr>
            <a:endParaRPr lang="en-GB" sz="1100" dirty="0">
              <a:solidFill>
                <a:schemeClr val="tx1"/>
              </a:solidFill>
              <a:cs typeface="Arial" charset="0"/>
            </a:endParaRPr>
          </a:p>
          <a:p>
            <a:pPr algn="just" eaLnBrk="1" fontAlgn="auto" hangingPunct="1">
              <a:spcAft>
                <a:spcPts val="0"/>
              </a:spcAft>
              <a:buFont typeface="Arial"/>
              <a:buChar char="•"/>
              <a:defRPr/>
            </a:pPr>
            <a:r>
              <a:rPr lang="en-GB" sz="2400" dirty="0">
                <a:solidFill>
                  <a:schemeClr val="tx1"/>
                </a:solidFill>
                <a:cs typeface="Arial" charset="0"/>
              </a:rPr>
              <a:t>Create packages using eclipse.</a:t>
            </a:r>
          </a:p>
          <a:p>
            <a:pPr algn="just" eaLnBrk="1" fontAlgn="auto" hangingPunct="1">
              <a:spcAft>
                <a:spcPts val="0"/>
              </a:spcAft>
              <a:buFont typeface="Arial"/>
              <a:buChar char="•"/>
              <a:defRPr/>
            </a:pPr>
            <a:endParaRPr lang="en-GB" sz="1100" dirty="0">
              <a:solidFill>
                <a:schemeClr val="tx1"/>
              </a:solidFill>
              <a:cs typeface="Arial" charset="0"/>
            </a:endParaRPr>
          </a:p>
          <a:p>
            <a:pPr algn="just" eaLnBrk="1" fontAlgn="auto" hangingPunct="1">
              <a:spcAft>
                <a:spcPts val="0"/>
              </a:spcAft>
              <a:buFont typeface="Arial"/>
              <a:buChar char="•"/>
              <a:defRPr/>
            </a:pPr>
            <a:r>
              <a:rPr lang="en-GB" sz="2400" dirty="0">
                <a:solidFill>
                  <a:schemeClr val="tx1"/>
                </a:solidFill>
                <a:cs typeface="Arial" charset="0"/>
              </a:rPr>
              <a:t>Create jar files and running the project outside of the eclipse.</a:t>
            </a:r>
          </a:p>
          <a:p>
            <a:pPr algn="just" eaLnBrk="1" fontAlgn="auto" hangingPunct="1">
              <a:spcAft>
                <a:spcPts val="0"/>
              </a:spcAft>
              <a:buFont typeface="Arial"/>
              <a:buChar char="•"/>
              <a:defRPr/>
            </a:pPr>
            <a:endParaRPr lang="en-GB" sz="1000" dirty="0">
              <a:solidFill>
                <a:schemeClr val="tx1"/>
              </a:solidFill>
              <a:cs typeface="Arial" charset="0"/>
            </a:endParaRPr>
          </a:p>
          <a:p>
            <a:pPr algn="just" eaLnBrk="1" fontAlgn="auto" hangingPunct="1">
              <a:spcAft>
                <a:spcPts val="0"/>
              </a:spcAft>
              <a:buFont typeface="Arial"/>
              <a:buChar char="•"/>
              <a:defRPr/>
            </a:pPr>
            <a:r>
              <a:rPr lang="en-GB" sz="2400" dirty="0">
                <a:solidFill>
                  <a:schemeClr val="tx1"/>
                </a:solidFill>
                <a:cs typeface="Arial" charset="0"/>
              </a:rPr>
              <a:t>Identify how to use refactoring in eclipse.</a:t>
            </a:r>
          </a:p>
          <a:p>
            <a:pPr algn="just" eaLnBrk="1" fontAlgn="auto" hangingPunct="1">
              <a:spcAft>
                <a:spcPts val="0"/>
              </a:spcAft>
              <a:buFont typeface="Arial"/>
              <a:buChar char="•"/>
              <a:defRPr/>
            </a:pPr>
            <a:endParaRPr lang="en-GB" sz="1000" dirty="0">
              <a:solidFill>
                <a:schemeClr val="tx1"/>
              </a:solidFill>
              <a:cs typeface="Arial" charset="0"/>
            </a:endParaRPr>
          </a:p>
          <a:p>
            <a:pPr algn="just" eaLnBrk="1" fontAlgn="auto" hangingPunct="1">
              <a:spcAft>
                <a:spcPts val="0"/>
              </a:spcAft>
              <a:buFont typeface="Arial"/>
              <a:buChar char="•"/>
              <a:defRPr/>
            </a:pPr>
            <a:r>
              <a:rPr sz="2400" dirty="0">
                <a:solidFill>
                  <a:schemeClr val="tx1"/>
                </a:solidFill>
                <a:cs typeface="Arial" charset="0"/>
              </a:rPr>
              <a:t>Appreciate the advantages of using ANT</a:t>
            </a:r>
          </a:p>
          <a:p>
            <a:pPr algn="just" eaLnBrk="1" fontAlgn="auto" hangingPunct="1">
              <a:spcAft>
                <a:spcPts val="0"/>
              </a:spcAft>
              <a:buFont typeface="Arial"/>
              <a:buChar char="•"/>
              <a:defRPr/>
            </a:pPr>
            <a:endParaRPr sz="1000" dirty="0">
              <a:solidFill>
                <a:schemeClr val="tx1"/>
              </a:solidFill>
              <a:cs typeface="Arial" charset="0"/>
            </a:endParaRPr>
          </a:p>
          <a:p>
            <a:pPr algn="just" eaLnBrk="1" fontAlgn="auto" hangingPunct="1">
              <a:spcAft>
                <a:spcPts val="0"/>
              </a:spcAft>
              <a:buFont typeface="Arial"/>
              <a:buChar char="•"/>
              <a:defRPr/>
            </a:pPr>
            <a:r>
              <a:rPr sz="2400" dirty="0">
                <a:solidFill>
                  <a:schemeClr val="tx1"/>
                </a:solidFill>
                <a:cs typeface="Arial" charset="0"/>
              </a:rPr>
              <a:t>Explore various parts of the </a:t>
            </a:r>
            <a:r>
              <a:rPr sz="2400" dirty="0" err="1">
                <a:solidFill>
                  <a:schemeClr val="tx1"/>
                </a:solidFill>
                <a:cs typeface="Arial" charset="0"/>
              </a:rPr>
              <a:t>build.xml</a:t>
            </a:r>
            <a:r>
              <a:rPr sz="2400" dirty="0">
                <a:solidFill>
                  <a:schemeClr val="tx1"/>
                </a:solidFill>
                <a:cs typeface="Arial" charset="0"/>
              </a:rPr>
              <a:t> file</a:t>
            </a:r>
          </a:p>
          <a:p>
            <a:pPr algn="just" eaLnBrk="1" fontAlgn="auto" hangingPunct="1">
              <a:spcAft>
                <a:spcPts val="0"/>
              </a:spcAft>
              <a:buFont typeface="Arial"/>
              <a:buChar char="•"/>
              <a:defRPr/>
            </a:pPr>
            <a:endParaRPr sz="1100" dirty="0">
              <a:solidFill>
                <a:schemeClr val="tx1"/>
              </a:solidFill>
              <a:cs typeface="Arial" charset="0"/>
            </a:endParaRPr>
          </a:p>
          <a:p>
            <a:pPr algn="just" eaLnBrk="1" fontAlgn="auto" hangingPunct="1">
              <a:spcAft>
                <a:spcPts val="0"/>
              </a:spcAft>
              <a:buFont typeface="Arial"/>
              <a:buChar char="•"/>
              <a:defRPr/>
            </a:pPr>
            <a:r>
              <a:rPr sz="2400" dirty="0">
                <a:solidFill>
                  <a:schemeClr val="tx1"/>
                </a:solidFill>
                <a:cs typeface="Arial" charset="0"/>
              </a:rPr>
              <a:t>Learn about useful targets and useful tasks</a:t>
            </a:r>
            <a:endParaRPr lang="en-GB" sz="2400" dirty="0">
              <a:solidFill>
                <a:schemeClr val="tx1"/>
              </a:solidFill>
              <a:cs typeface="Arial" charset="0"/>
            </a:endParaRPr>
          </a:p>
          <a:p>
            <a:pPr algn="just" eaLnBrk="1" fontAlgn="auto" hangingPunct="1">
              <a:spcAft>
                <a:spcPts val="0"/>
              </a:spcAft>
              <a:buFont typeface="Arial"/>
              <a:buChar char="•"/>
              <a:defRPr/>
            </a:pPr>
            <a:endParaRPr lang="en-GB" sz="2400" dirty="0">
              <a:solidFill>
                <a:schemeClr val="tx1">
                  <a:lumMod val="65000"/>
                  <a:lumOff val="35000"/>
                </a:schemeClr>
              </a:solidFill>
              <a:cs typeface="Arial" charset="0"/>
            </a:endParaRPr>
          </a:p>
          <a:p>
            <a:pPr algn="just" eaLnBrk="1" fontAlgn="auto" hangingPunct="1">
              <a:spcAft>
                <a:spcPts val="0"/>
              </a:spcAft>
              <a:buFont typeface="Arial"/>
              <a:buNone/>
              <a:defRPr/>
            </a:pPr>
            <a:endParaRPr lang="en-GB" sz="2400" dirty="0">
              <a:solidFill>
                <a:schemeClr val="tx1">
                  <a:lumMod val="65000"/>
                  <a:lumOff val="35000"/>
                </a:schemeClr>
              </a:solidFill>
              <a:cs typeface="Arial" charset="0"/>
            </a:endParaRPr>
          </a:p>
        </p:txBody>
      </p:sp>
      <p:sp>
        <p:nvSpPr>
          <p:cNvPr id="37890" name="Rectangle 2"/>
          <p:cNvSpPr>
            <a:spLocks noGrp="1"/>
          </p:cNvSpPr>
          <p:nvPr>
            <p:ph type="title" idx="4294967295"/>
          </p:nvPr>
        </p:nvSpPr>
        <p:spPr>
          <a:xfrm>
            <a:off x="193431" y="228600"/>
            <a:ext cx="7562850" cy="554038"/>
          </a:xfrm>
        </p:spPr>
        <p:txBody>
          <a:bodyPr/>
          <a:lstStyle/>
          <a:p>
            <a:pPr eaLnBrk="1" hangingPunct="1"/>
            <a:r>
              <a:rPr lang="en-GB" dirty="0" smtClean="0">
                <a:solidFill>
                  <a:schemeClr val="tx1"/>
                </a:solidFill>
                <a:cs typeface="Arial" charset="0"/>
              </a:rPr>
              <a:t>Objectives</a:t>
            </a: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7" name="Text Placeholder 1"/>
          <p:cNvSpPr>
            <a:spLocks noGrp="1"/>
          </p:cNvSpPr>
          <p:nvPr>
            <p:ph type="body" sz="quarter" idx="11"/>
          </p:nvPr>
        </p:nvSpPr>
        <p:spPr>
          <a:xfrm>
            <a:off x="469900" y="2613025"/>
            <a:ext cx="8220075" cy="623888"/>
          </a:xfrm>
        </p:spPr>
        <p:txBody>
          <a:bodyPr/>
          <a:lstStyle/>
          <a:p>
            <a:pPr eaLnBrk="1" hangingPunct="1"/>
            <a:r>
              <a:rPr dirty="0">
                <a:solidFill>
                  <a:schemeClr val="tx1"/>
                </a:solidFill>
                <a:cs typeface="Arial" charset="0"/>
              </a:rPr>
              <a:t>Eclipse Overview </a:t>
            </a: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5" name="Rectangle 2"/>
          <p:cNvSpPr>
            <a:spLocks noGrp="1"/>
          </p:cNvSpPr>
          <p:nvPr>
            <p:ph type="title" idx="4294967295"/>
          </p:nvPr>
        </p:nvSpPr>
        <p:spPr>
          <a:xfrm>
            <a:off x="246185" y="158262"/>
            <a:ext cx="7564438" cy="554038"/>
          </a:xfrm>
        </p:spPr>
        <p:txBody>
          <a:bodyPr/>
          <a:lstStyle/>
          <a:p>
            <a:pPr eaLnBrk="1" hangingPunct="1"/>
            <a:r>
              <a:rPr dirty="0" smtClean="0">
                <a:solidFill>
                  <a:schemeClr val="tx1"/>
                </a:solidFill>
                <a:cs typeface="Arial" charset="0"/>
              </a:rPr>
              <a:t>What is Eclipse?</a:t>
            </a:r>
          </a:p>
        </p:txBody>
      </p:sp>
      <p:sp>
        <p:nvSpPr>
          <p:cNvPr id="41986" name="Rectangle 3"/>
          <p:cNvSpPr>
            <a:spLocks noGrp="1"/>
          </p:cNvSpPr>
          <p:nvPr>
            <p:ph idx="4294967295"/>
          </p:nvPr>
        </p:nvSpPr>
        <p:spPr>
          <a:xfrm>
            <a:off x="439615" y="1072662"/>
            <a:ext cx="8229600" cy="5029200"/>
          </a:xfrm>
        </p:spPr>
        <p:txBody>
          <a:bodyPr/>
          <a:lstStyle/>
          <a:p>
            <a:pPr algn="just" eaLnBrk="1" hangingPunct="1"/>
            <a:r>
              <a:rPr dirty="0" smtClean="0">
                <a:solidFill>
                  <a:schemeClr val="tx1"/>
                </a:solidFill>
                <a:cs typeface="Arial" charset="0"/>
              </a:rPr>
              <a:t>Eclipse is as an integrated development environment (IDE) for Java. </a:t>
            </a:r>
          </a:p>
          <a:p>
            <a:pPr algn="just" eaLnBrk="1" hangingPunct="1"/>
            <a:endParaRPr dirty="0" smtClean="0">
              <a:solidFill>
                <a:schemeClr val="tx1"/>
              </a:solidFill>
              <a:cs typeface="Arial" charset="0"/>
            </a:endParaRPr>
          </a:p>
          <a:p>
            <a:pPr algn="just" eaLnBrk="1" hangingPunct="1"/>
            <a:r>
              <a:rPr dirty="0" smtClean="0">
                <a:solidFill>
                  <a:schemeClr val="tx1"/>
                </a:solidFill>
                <a:cs typeface="Arial" charset="0"/>
              </a:rPr>
              <a:t>Eclipse is created by an Open Source community.</a:t>
            </a:r>
          </a:p>
          <a:p>
            <a:pPr algn="just" eaLnBrk="1" hangingPunct="1"/>
            <a:endParaRPr dirty="0" smtClean="0">
              <a:solidFill>
                <a:schemeClr val="tx1"/>
              </a:solidFill>
              <a:cs typeface="Arial" charset="0"/>
            </a:endParaRPr>
          </a:p>
          <a:p>
            <a:pPr algn="just" eaLnBrk="1" hangingPunct="1"/>
            <a:r>
              <a:rPr dirty="0" smtClean="0">
                <a:solidFill>
                  <a:schemeClr val="tx1"/>
                </a:solidFill>
                <a:cs typeface="Arial" charset="0"/>
              </a:rPr>
              <a:t>Eclipse is used as a development environment for Java or Android applications.</a:t>
            </a:r>
          </a:p>
          <a:p>
            <a:pPr algn="just" eaLnBrk="1" hangingPunct="1"/>
            <a:endParaRPr dirty="0" smtClean="0">
              <a:solidFill>
                <a:schemeClr val="tx1"/>
              </a:solidFill>
              <a:cs typeface="Arial" charset="0"/>
            </a:endParaRPr>
          </a:p>
          <a:p>
            <a:pPr algn="just" eaLnBrk="1" hangingPunct="1"/>
            <a:r>
              <a:rPr dirty="0" smtClean="0">
                <a:solidFill>
                  <a:schemeClr val="tx1"/>
                </a:solidFill>
                <a:cs typeface="Arial" charset="0"/>
              </a:rPr>
              <a:t>It is the leading development environment for Java.</a:t>
            </a:r>
          </a:p>
          <a:p>
            <a:pPr algn="just" eaLnBrk="1" hangingPunct="1"/>
            <a:endParaRPr dirty="0" smtClean="0">
              <a:solidFill>
                <a:schemeClr val="tx1"/>
              </a:solidFill>
              <a:cs typeface="Arial" charset="0"/>
            </a:endParaRPr>
          </a:p>
          <a:p>
            <a:pPr algn="just" eaLnBrk="1" hangingPunct="1"/>
            <a:r>
              <a:rPr dirty="0" smtClean="0">
                <a:solidFill>
                  <a:schemeClr val="tx1"/>
                </a:solidFill>
                <a:cs typeface="Arial" charset="0"/>
              </a:rPr>
              <a:t>Eclipse project is governed by the Eclipse Foundation. </a:t>
            </a:r>
          </a:p>
          <a:p>
            <a:pPr algn="just" eaLnBrk="1" hangingPunct="1"/>
            <a:endParaRPr dirty="0" smtClean="0">
              <a:solidFill>
                <a:schemeClr val="tx1"/>
              </a:solidFill>
              <a:cs typeface="Arial" charset="0"/>
            </a:endParaRP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3" name="Rectangle 2"/>
          <p:cNvSpPr>
            <a:spLocks noGrp="1"/>
          </p:cNvSpPr>
          <p:nvPr>
            <p:ph type="title" idx="4294967295"/>
          </p:nvPr>
        </p:nvSpPr>
        <p:spPr>
          <a:xfrm>
            <a:off x="175846" y="123092"/>
            <a:ext cx="7564438" cy="554038"/>
          </a:xfrm>
        </p:spPr>
        <p:txBody>
          <a:bodyPr/>
          <a:lstStyle/>
          <a:p>
            <a:pPr eaLnBrk="1" hangingPunct="1"/>
            <a:r>
              <a:rPr dirty="0" smtClean="0">
                <a:solidFill>
                  <a:schemeClr val="tx1"/>
                </a:solidFill>
                <a:cs typeface="Arial" charset="0"/>
              </a:rPr>
              <a:t>Getting started </a:t>
            </a:r>
          </a:p>
        </p:txBody>
      </p:sp>
      <p:sp>
        <p:nvSpPr>
          <p:cNvPr id="44034" name="Rectangle 3"/>
          <p:cNvSpPr>
            <a:spLocks noGrp="1"/>
          </p:cNvSpPr>
          <p:nvPr>
            <p:ph idx="4294967295"/>
          </p:nvPr>
        </p:nvSpPr>
        <p:spPr>
          <a:xfrm>
            <a:off x="474784" y="1055077"/>
            <a:ext cx="8229600" cy="5029200"/>
          </a:xfrm>
        </p:spPr>
        <p:txBody>
          <a:bodyPr/>
          <a:lstStyle/>
          <a:p>
            <a:pPr algn="just" eaLnBrk="1" hangingPunct="1"/>
            <a:r>
              <a:rPr dirty="0" smtClean="0">
                <a:solidFill>
                  <a:schemeClr val="tx1"/>
                </a:solidFill>
                <a:cs typeface="Arial" charset="0"/>
              </a:rPr>
              <a:t>Eclipse requires an installed Java Runtime. </a:t>
            </a:r>
          </a:p>
          <a:p>
            <a:pPr algn="just" eaLnBrk="1" hangingPunct="1"/>
            <a:endParaRPr dirty="0" smtClean="0">
              <a:solidFill>
                <a:schemeClr val="tx1"/>
              </a:solidFill>
              <a:cs typeface="Arial" charset="0"/>
            </a:endParaRPr>
          </a:p>
          <a:p>
            <a:pPr algn="just" eaLnBrk="1" hangingPunct="1"/>
            <a:r>
              <a:rPr dirty="0" smtClean="0">
                <a:solidFill>
                  <a:schemeClr val="tx1"/>
                </a:solidFill>
                <a:cs typeface="Arial" charset="0"/>
              </a:rPr>
              <a:t>Eclipse contains its own development tools, e.g. Java compiler. so it's requires only </a:t>
            </a:r>
            <a:r>
              <a:rPr dirty="0" err="1" smtClean="0">
                <a:solidFill>
                  <a:schemeClr val="tx1"/>
                </a:solidFill>
                <a:cs typeface="Arial" charset="0"/>
              </a:rPr>
              <a:t>JRE</a:t>
            </a:r>
            <a:r>
              <a:rPr dirty="0" smtClean="0">
                <a:solidFill>
                  <a:schemeClr val="tx1"/>
                </a:solidFill>
                <a:cs typeface="Arial" charset="0"/>
              </a:rPr>
              <a:t>. </a:t>
            </a:r>
          </a:p>
          <a:p>
            <a:pPr eaLnBrk="1" hangingPunct="1">
              <a:buFont typeface="Arial" charset="0"/>
              <a:buNone/>
            </a:pPr>
            <a:endParaRPr dirty="0" smtClean="0">
              <a:solidFill>
                <a:schemeClr val="tx1"/>
              </a:solidFill>
              <a:cs typeface="Arial" charset="0"/>
            </a:endParaRP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1" name="Rectangle 2"/>
          <p:cNvSpPr>
            <a:spLocks noGrp="1"/>
          </p:cNvSpPr>
          <p:nvPr>
            <p:ph type="title" idx="4294967295"/>
          </p:nvPr>
        </p:nvSpPr>
        <p:spPr>
          <a:xfrm>
            <a:off x="281354" y="52754"/>
            <a:ext cx="7564438" cy="554038"/>
          </a:xfrm>
        </p:spPr>
        <p:txBody>
          <a:bodyPr/>
          <a:lstStyle/>
          <a:p>
            <a:pPr eaLnBrk="1" hangingPunct="1"/>
            <a:r>
              <a:rPr dirty="0" smtClean="0">
                <a:solidFill>
                  <a:schemeClr val="tx1"/>
                </a:solidFill>
                <a:cs typeface="Arial" charset="0"/>
              </a:rPr>
              <a:t>Install Eclipse</a:t>
            </a:r>
          </a:p>
        </p:txBody>
      </p:sp>
      <p:sp>
        <p:nvSpPr>
          <p:cNvPr id="27651" name="Rectangle 3"/>
          <p:cNvSpPr>
            <a:spLocks noGrp="1"/>
          </p:cNvSpPr>
          <p:nvPr>
            <p:ph idx="4294967295"/>
          </p:nvPr>
        </p:nvSpPr>
        <p:spPr>
          <a:xfrm>
            <a:off x="298939" y="1055077"/>
            <a:ext cx="8229600" cy="5029200"/>
          </a:xfrm>
        </p:spPr>
        <p:txBody>
          <a:bodyPr>
            <a:normAutofit lnSpcReduction="10000"/>
          </a:bodyPr>
          <a:lstStyle/>
          <a:p>
            <a:pPr algn="just" eaLnBrk="1" fontAlgn="auto" hangingPunct="1">
              <a:spcAft>
                <a:spcPts val="0"/>
              </a:spcAft>
              <a:buFont typeface="Arial"/>
              <a:buChar char="•"/>
              <a:defRPr/>
            </a:pPr>
            <a:r>
              <a:rPr dirty="0">
                <a:solidFill>
                  <a:schemeClr val="tx1"/>
                </a:solidFill>
                <a:cs typeface="Arial" charset="0"/>
              </a:rPr>
              <a:t>Install Eclipse download the package "Eclipse IDE for Java Developers" from the website: </a:t>
            </a:r>
          </a:p>
          <a:p>
            <a:pPr algn="just" eaLnBrk="1" fontAlgn="auto" hangingPunct="1">
              <a:spcAft>
                <a:spcPts val="0"/>
              </a:spcAft>
              <a:buFont typeface="Arial"/>
              <a:buChar char="•"/>
              <a:defRPr/>
            </a:pPr>
            <a:endParaRPr dirty="0">
              <a:solidFill>
                <a:schemeClr val="tx1"/>
              </a:solidFill>
              <a:cs typeface="Arial" charset="0"/>
            </a:endParaRPr>
          </a:p>
          <a:p>
            <a:pPr algn="just" eaLnBrk="1" fontAlgn="auto" hangingPunct="1">
              <a:spcAft>
                <a:spcPts val="0"/>
              </a:spcAft>
              <a:buFont typeface="Arial"/>
              <a:buChar char="•"/>
              <a:defRPr/>
            </a:pPr>
            <a:r>
              <a:rPr dirty="0">
                <a:solidFill>
                  <a:schemeClr val="tx1"/>
                </a:solidFill>
                <a:cs typeface="Arial" charset="0"/>
              </a:rPr>
              <a:t>http://</a:t>
            </a:r>
            <a:r>
              <a:rPr dirty="0" err="1">
                <a:solidFill>
                  <a:schemeClr val="tx1"/>
                </a:solidFill>
                <a:cs typeface="Arial" charset="0"/>
              </a:rPr>
              <a:t>www.eclipse.org</a:t>
            </a:r>
            <a:r>
              <a:rPr dirty="0">
                <a:solidFill>
                  <a:schemeClr val="tx1"/>
                </a:solidFill>
                <a:cs typeface="Arial" charset="0"/>
              </a:rPr>
              <a:t>/downloads</a:t>
            </a:r>
          </a:p>
          <a:p>
            <a:pPr algn="just" eaLnBrk="1" fontAlgn="auto" hangingPunct="1">
              <a:spcAft>
                <a:spcPts val="0"/>
              </a:spcAft>
              <a:buFont typeface="Arial"/>
              <a:buChar char="•"/>
              <a:defRPr/>
            </a:pPr>
            <a:endParaRPr dirty="0">
              <a:solidFill>
                <a:schemeClr val="tx1"/>
              </a:solidFill>
              <a:cs typeface="Arial" charset="0"/>
            </a:endParaRPr>
          </a:p>
          <a:p>
            <a:pPr algn="just" eaLnBrk="1" fontAlgn="auto" hangingPunct="1">
              <a:spcAft>
                <a:spcPts val="0"/>
              </a:spcAft>
              <a:buFont typeface="Arial"/>
              <a:buChar char="•"/>
              <a:defRPr/>
            </a:pPr>
            <a:r>
              <a:rPr dirty="0">
                <a:solidFill>
                  <a:schemeClr val="tx1"/>
                </a:solidFill>
                <a:cs typeface="Arial" charset="0"/>
              </a:rPr>
              <a:t>Unpack it to a local directory. </a:t>
            </a:r>
          </a:p>
          <a:p>
            <a:pPr algn="just" eaLnBrk="1" fontAlgn="auto" hangingPunct="1">
              <a:spcAft>
                <a:spcPts val="0"/>
              </a:spcAft>
              <a:buFont typeface="Arial"/>
              <a:buChar char="•"/>
              <a:defRPr/>
            </a:pPr>
            <a:endParaRPr dirty="0">
              <a:solidFill>
                <a:schemeClr val="tx1"/>
              </a:solidFill>
              <a:cs typeface="Arial" charset="0"/>
            </a:endParaRPr>
          </a:p>
          <a:p>
            <a:pPr algn="just" eaLnBrk="1" fontAlgn="auto" hangingPunct="1">
              <a:spcAft>
                <a:spcPts val="0"/>
              </a:spcAft>
              <a:buFont typeface="Arial"/>
              <a:buChar char="•"/>
              <a:defRPr/>
            </a:pPr>
            <a:r>
              <a:rPr dirty="0">
                <a:solidFill>
                  <a:schemeClr val="tx1"/>
                </a:solidFill>
                <a:cs typeface="Arial" charset="0"/>
              </a:rPr>
              <a:t>The download is a "zip" file and unzip it. </a:t>
            </a:r>
          </a:p>
          <a:p>
            <a:pPr algn="just" eaLnBrk="1" fontAlgn="auto" hangingPunct="1">
              <a:spcAft>
                <a:spcPts val="0"/>
              </a:spcAft>
              <a:buFont typeface="Arial"/>
              <a:buChar char="•"/>
              <a:defRPr/>
            </a:pPr>
            <a:endParaRPr dirty="0">
              <a:solidFill>
                <a:schemeClr val="tx1"/>
              </a:solidFill>
              <a:cs typeface="Arial" charset="0"/>
            </a:endParaRPr>
          </a:p>
          <a:p>
            <a:pPr algn="just" eaLnBrk="1" fontAlgn="auto" hangingPunct="1">
              <a:spcAft>
                <a:spcPts val="0"/>
              </a:spcAft>
              <a:buFont typeface="Arial"/>
              <a:buChar char="•"/>
              <a:defRPr/>
            </a:pPr>
            <a:r>
              <a:rPr dirty="0">
                <a:solidFill>
                  <a:schemeClr val="tx1"/>
                </a:solidFill>
                <a:cs typeface="Arial" charset="0"/>
              </a:rPr>
              <a:t>Use a directory path which does not contain spaces in its name, as Eclipse sometimes has problems with that. </a:t>
            </a:r>
          </a:p>
          <a:p>
            <a:pPr algn="just" eaLnBrk="1" fontAlgn="auto" hangingPunct="1">
              <a:spcAft>
                <a:spcPts val="0"/>
              </a:spcAft>
              <a:buFont typeface="Arial"/>
              <a:buChar char="•"/>
              <a:defRPr/>
            </a:pPr>
            <a:endParaRPr dirty="0">
              <a:solidFill>
                <a:schemeClr val="tx1"/>
              </a:solidFill>
              <a:cs typeface="Arial" charset="0"/>
            </a:endParaRPr>
          </a:p>
          <a:p>
            <a:pPr algn="just" eaLnBrk="1" fontAlgn="auto" hangingPunct="1">
              <a:spcAft>
                <a:spcPts val="0"/>
              </a:spcAft>
              <a:buFont typeface="Arial"/>
              <a:buChar char="•"/>
              <a:defRPr/>
            </a:pPr>
            <a:r>
              <a:rPr dirty="0">
                <a:solidFill>
                  <a:schemeClr val="tx1"/>
                </a:solidFill>
                <a:cs typeface="Arial" charset="0"/>
              </a:rPr>
              <a:t>After unpacking the download, Eclipse is ready to be used.</a:t>
            </a:r>
          </a:p>
          <a:p>
            <a:pPr algn="just" eaLnBrk="1" fontAlgn="auto" hangingPunct="1">
              <a:spcAft>
                <a:spcPts val="0"/>
              </a:spcAft>
              <a:buFont typeface="Arial"/>
              <a:buChar char="•"/>
              <a:defRPr/>
            </a:pPr>
            <a:endParaRPr dirty="0">
              <a:solidFill>
                <a:schemeClr val="tx1"/>
              </a:solidFill>
              <a:cs typeface="Arial" charset="0"/>
            </a:endParaRPr>
          </a:p>
          <a:p>
            <a:pPr algn="just" eaLnBrk="1" fontAlgn="auto" hangingPunct="1">
              <a:spcAft>
                <a:spcPts val="0"/>
              </a:spcAft>
              <a:buFont typeface="Arial"/>
              <a:buChar char="•"/>
              <a:defRPr/>
            </a:pPr>
            <a:r>
              <a:rPr dirty="0">
                <a:solidFill>
                  <a:schemeClr val="tx1"/>
                </a:solidFill>
                <a:cs typeface="Arial" charset="0"/>
              </a:rPr>
              <a:t>No additional installation procedure is required. </a:t>
            </a: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29" name="Rectangle 2"/>
          <p:cNvSpPr>
            <a:spLocks noGrp="1"/>
          </p:cNvSpPr>
          <p:nvPr>
            <p:ph type="title" idx="4294967295"/>
          </p:nvPr>
        </p:nvSpPr>
        <p:spPr>
          <a:xfrm>
            <a:off x="158261" y="140677"/>
            <a:ext cx="7564438" cy="554038"/>
          </a:xfrm>
        </p:spPr>
        <p:txBody>
          <a:bodyPr/>
          <a:lstStyle/>
          <a:p>
            <a:pPr eaLnBrk="1" hangingPunct="1"/>
            <a:r>
              <a:rPr dirty="0" smtClean="0">
                <a:solidFill>
                  <a:schemeClr val="tx1"/>
                </a:solidFill>
                <a:cs typeface="Arial" charset="0"/>
              </a:rPr>
              <a:t>Eclipse Platform</a:t>
            </a:r>
          </a:p>
        </p:txBody>
      </p:sp>
      <p:sp>
        <p:nvSpPr>
          <p:cNvPr id="48130" name="Rectangle 3"/>
          <p:cNvSpPr>
            <a:spLocks noGrp="1"/>
          </p:cNvSpPr>
          <p:nvPr>
            <p:ph idx="4294967295"/>
          </p:nvPr>
        </p:nvSpPr>
        <p:spPr>
          <a:xfrm>
            <a:off x="404446" y="1072661"/>
            <a:ext cx="8229600" cy="5029200"/>
          </a:xfrm>
        </p:spPr>
        <p:txBody>
          <a:bodyPr/>
          <a:lstStyle/>
          <a:p>
            <a:pPr algn="just" eaLnBrk="1" hangingPunct="1"/>
            <a:r>
              <a:rPr sz="2400" dirty="0" smtClean="0">
                <a:solidFill>
                  <a:schemeClr val="tx1"/>
                </a:solidFill>
                <a:cs typeface="Arial" charset="0"/>
              </a:rPr>
              <a:t>Eclipse is a multi-language software development environment comprising an integrated development environment (IDE) and an extensible plug-in system.</a:t>
            </a:r>
          </a:p>
          <a:p>
            <a:pPr algn="just" eaLnBrk="1" hangingPunct="1"/>
            <a:endParaRPr sz="2400" dirty="0" smtClean="0">
              <a:solidFill>
                <a:schemeClr val="tx1"/>
              </a:solidFill>
              <a:cs typeface="Arial" charset="0"/>
            </a:endParaRPr>
          </a:p>
          <a:p>
            <a:pPr algn="just" eaLnBrk="1" hangingPunct="1"/>
            <a:r>
              <a:rPr sz="2400" dirty="0" smtClean="0">
                <a:solidFill>
                  <a:schemeClr val="tx1"/>
                </a:solidFill>
                <a:cs typeface="Arial" charset="0"/>
              </a:rPr>
              <a:t>It can be used to develop applications in Java and, by means of various plug-ins, other programming languages.</a:t>
            </a:r>
          </a:p>
          <a:p>
            <a:pPr algn="just" eaLnBrk="1" hangingPunct="1"/>
            <a:endParaRPr sz="2400" dirty="0" smtClean="0">
              <a:solidFill>
                <a:schemeClr val="tx1"/>
              </a:solidFill>
              <a:cs typeface="Arial" charset="0"/>
            </a:endParaRPr>
          </a:p>
          <a:p>
            <a:pPr algn="just" eaLnBrk="1" hangingPunct="1"/>
            <a:r>
              <a:rPr sz="2400" dirty="0" smtClean="0">
                <a:solidFill>
                  <a:schemeClr val="tx1"/>
                </a:solidFill>
                <a:cs typeface="Arial" charset="0"/>
              </a:rPr>
              <a:t>The Eclipse SDK (which includes the Java development tools) is meant for Java developers.</a:t>
            </a:r>
          </a:p>
          <a:p>
            <a:pPr eaLnBrk="1" hangingPunct="1"/>
            <a:endParaRPr dirty="0" smtClean="0">
              <a:cs typeface="Arial" charset="0"/>
            </a:endParaRP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7" name="Rectangle 2"/>
          <p:cNvSpPr>
            <a:spLocks noGrp="1"/>
          </p:cNvSpPr>
          <p:nvPr>
            <p:ph type="title" idx="4294967295"/>
          </p:nvPr>
        </p:nvSpPr>
        <p:spPr>
          <a:xfrm>
            <a:off x="211016" y="175846"/>
            <a:ext cx="7564438" cy="554038"/>
          </a:xfrm>
        </p:spPr>
        <p:txBody>
          <a:bodyPr/>
          <a:lstStyle/>
          <a:p>
            <a:pPr eaLnBrk="1" hangingPunct="1"/>
            <a:r>
              <a:rPr dirty="0" smtClean="0">
                <a:solidFill>
                  <a:schemeClr val="tx1"/>
                </a:solidFill>
                <a:cs typeface="Arial" charset="0"/>
              </a:rPr>
              <a:t>Platform Components</a:t>
            </a:r>
          </a:p>
        </p:txBody>
      </p:sp>
      <p:graphicFrame>
        <p:nvGraphicFramePr>
          <p:cNvPr id="4" name="Content Placeholder 3"/>
          <p:cNvGraphicFramePr>
            <a:graphicFrameLocks noGrp="1"/>
          </p:cNvGraphicFramePr>
          <p:nvPr>
            <p:ph idx="4294967295"/>
            <p:extLst>
              <p:ext uri="{D42A27DB-BD31-4B8C-83A1-F6EECF244321}">
                <p14:modId xmlns:p14="http://schemas.microsoft.com/office/powerpoint/2010/main" val="3771206520"/>
              </p:ext>
            </p:extLst>
          </p:nvPr>
        </p:nvGraphicFramePr>
        <p:xfrm>
          <a:off x="717061" y="1052390"/>
          <a:ext cx="7705969" cy="4900295"/>
        </p:xfrm>
        <a:graphic>
          <a:graphicData uri="http://schemas.openxmlformats.org/drawingml/2006/table">
            <a:tbl>
              <a:tblPr/>
              <a:tblGrid>
                <a:gridCol w="1946275"/>
                <a:gridCol w="5759694"/>
              </a:tblGrid>
              <a:tr h="730250">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1" i="0" u="none" strike="noStrike" cap="none" normalizeH="0" baseline="0" dirty="0" smtClean="0">
                          <a:ln>
                            <a:noFill/>
                          </a:ln>
                          <a:solidFill>
                            <a:srgbClr val="FFFFFF"/>
                          </a:solidFill>
                          <a:effectLst/>
                          <a:latin typeface="Arial" charset="0"/>
                          <a:cs typeface="Arial" charset="0"/>
                        </a:rPr>
                        <a:t>Name</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1" i="0" u="none" strike="noStrike" cap="none" normalizeH="0" baseline="0" smtClean="0">
                          <a:ln>
                            <a:noFill/>
                          </a:ln>
                          <a:solidFill>
                            <a:srgbClr val="FFFFFF"/>
                          </a:solidFill>
                          <a:effectLst/>
                          <a:latin typeface="Arial" charset="0"/>
                          <a:cs typeface="Arial" charset="0"/>
                        </a:rPr>
                        <a:t>Description</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r>
              <a:tr h="358775">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smtClean="0">
                          <a:ln>
                            <a:noFill/>
                          </a:ln>
                          <a:solidFill>
                            <a:srgbClr val="000000"/>
                          </a:solidFill>
                          <a:effectLst/>
                          <a:latin typeface="Arial" charset="0"/>
                          <a:cs typeface="Arial" charset="0"/>
                        </a:rPr>
                        <a:t>Ant</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BE0F3"/>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smtClean="0">
                          <a:ln>
                            <a:noFill/>
                          </a:ln>
                          <a:solidFill>
                            <a:srgbClr val="000000"/>
                          </a:solidFill>
                          <a:effectLst/>
                          <a:latin typeface="Arial" charset="0"/>
                          <a:cs typeface="Arial" charset="0"/>
                        </a:rPr>
                        <a:t>Eclipse/Ant integration</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BE0F3"/>
                    </a:solidFill>
                  </a:tcPr>
                </a:tc>
              </a:tr>
              <a:tr h="371475">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smtClean="0">
                          <a:ln>
                            <a:noFill/>
                          </a:ln>
                          <a:solidFill>
                            <a:srgbClr val="000000"/>
                          </a:solidFill>
                          <a:effectLst/>
                          <a:latin typeface="Arial" charset="0"/>
                          <a:cs typeface="Arial" charset="0"/>
                        </a:rPr>
                        <a:t>Core</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F0F9"/>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smtClean="0">
                          <a:ln>
                            <a:noFill/>
                          </a:ln>
                          <a:solidFill>
                            <a:srgbClr val="000000"/>
                          </a:solidFill>
                          <a:effectLst/>
                          <a:latin typeface="Arial" charset="0"/>
                          <a:cs typeface="Arial" charset="0"/>
                        </a:rPr>
                        <a:t>Platform runtime and resource management</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F0F9"/>
                    </a:solidFill>
                  </a:tcPr>
                </a:tc>
              </a:tr>
              <a:tr h="371475">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smtClean="0">
                          <a:ln>
                            <a:noFill/>
                          </a:ln>
                          <a:solidFill>
                            <a:srgbClr val="000000"/>
                          </a:solidFill>
                          <a:effectLst/>
                          <a:latin typeface="Arial" charset="0"/>
                          <a:cs typeface="Arial" charset="0"/>
                        </a:rPr>
                        <a:t>CVS</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BE0F3"/>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smtClean="0">
                          <a:ln>
                            <a:noFill/>
                          </a:ln>
                          <a:solidFill>
                            <a:srgbClr val="000000"/>
                          </a:solidFill>
                          <a:effectLst/>
                          <a:latin typeface="Arial" charset="0"/>
                          <a:cs typeface="Arial" charset="0"/>
                        </a:rPr>
                        <a:t>Platform CVS Integration</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BE0F3"/>
                    </a:solidFill>
                  </a:tcPr>
                </a:tc>
              </a:tr>
              <a:tr h="371475">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smtClean="0">
                          <a:ln>
                            <a:noFill/>
                          </a:ln>
                          <a:solidFill>
                            <a:srgbClr val="000000"/>
                          </a:solidFill>
                          <a:effectLst/>
                          <a:latin typeface="Arial" charset="0"/>
                          <a:cs typeface="Arial" charset="0"/>
                        </a:rPr>
                        <a:t>Debug</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F0F9"/>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smtClean="0">
                          <a:ln>
                            <a:noFill/>
                          </a:ln>
                          <a:solidFill>
                            <a:srgbClr val="000000"/>
                          </a:solidFill>
                          <a:effectLst/>
                          <a:latin typeface="Arial" charset="0"/>
                          <a:cs typeface="Arial" charset="0"/>
                        </a:rPr>
                        <a:t>Generic execution debug framework</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F0F9"/>
                    </a:solidFill>
                  </a:tcPr>
                </a:tc>
              </a:tr>
              <a:tr h="371475">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smtClean="0">
                          <a:ln>
                            <a:noFill/>
                          </a:ln>
                          <a:solidFill>
                            <a:srgbClr val="000000"/>
                          </a:solidFill>
                          <a:effectLst/>
                          <a:latin typeface="Arial" charset="0"/>
                          <a:cs typeface="Arial" charset="0"/>
                        </a:rPr>
                        <a:t>Releang</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BE0F3"/>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smtClean="0">
                          <a:ln>
                            <a:noFill/>
                          </a:ln>
                          <a:solidFill>
                            <a:srgbClr val="000000"/>
                          </a:solidFill>
                          <a:effectLst/>
                          <a:latin typeface="Arial" charset="0"/>
                          <a:cs typeface="Arial" charset="0"/>
                        </a:rPr>
                        <a:t>Release Engineering</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BE0F3"/>
                    </a:solidFill>
                  </a:tcPr>
                </a:tc>
              </a:tr>
              <a:tr h="371475">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smtClean="0">
                          <a:ln>
                            <a:noFill/>
                          </a:ln>
                          <a:solidFill>
                            <a:srgbClr val="000000"/>
                          </a:solidFill>
                          <a:effectLst/>
                          <a:latin typeface="Arial" charset="0"/>
                          <a:cs typeface="Arial" charset="0"/>
                        </a:rPr>
                        <a:t>SWT</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F0F9"/>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dirty="0" smtClean="0">
                          <a:ln>
                            <a:noFill/>
                          </a:ln>
                          <a:solidFill>
                            <a:srgbClr val="000000"/>
                          </a:solidFill>
                          <a:effectLst/>
                          <a:latin typeface="Arial" charset="0"/>
                          <a:cs typeface="Arial" charset="0"/>
                        </a:rPr>
                        <a:t>Standard Widget Toolkit</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F0F9"/>
                    </a:solidFill>
                  </a:tcPr>
                </a:tc>
              </a:tr>
              <a:tr h="371475">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smtClean="0">
                          <a:ln>
                            <a:noFill/>
                          </a:ln>
                          <a:solidFill>
                            <a:srgbClr val="000000"/>
                          </a:solidFill>
                          <a:effectLst/>
                          <a:latin typeface="Arial" charset="0"/>
                          <a:cs typeface="Arial" charset="0"/>
                        </a:rPr>
                        <a:t>Team/Compare</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BE0F3"/>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smtClean="0">
                          <a:ln>
                            <a:noFill/>
                          </a:ln>
                          <a:solidFill>
                            <a:srgbClr val="000000"/>
                          </a:solidFill>
                          <a:effectLst/>
                          <a:latin typeface="Arial" charset="0"/>
                          <a:cs typeface="Arial" charset="0"/>
                        </a:rPr>
                        <a:t>Generic Team and Compare support frameworks</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BE0F3"/>
                    </a:solidFill>
                  </a:tcPr>
                </a:tc>
              </a:tr>
              <a:tr h="371475">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smtClean="0">
                          <a:ln>
                            <a:noFill/>
                          </a:ln>
                          <a:solidFill>
                            <a:srgbClr val="000000"/>
                          </a:solidFill>
                          <a:effectLst/>
                          <a:latin typeface="Arial" charset="0"/>
                          <a:cs typeface="Arial" charset="0"/>
                        </a:rPr>
                        <a:t>Text </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F0F9"/>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smtClean="0">
                          <a:ln>
                            <a:noFill/>
                          </a:ln>
                          <a:solidFill>
                            <a:srgbClr val="000000"/>
                          </a:solidFill>
                          <a:effectLst/>
                          <a:latin typeface="Arial" charset="0"/>
                          <a:cs typeface="Arial" charset="0"/>
                        </a:rPr>
                        <a:t>Text editor framework</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F0F9"/>
                    </a:solidFill>
                  </a:tcPr>
                </a:tc>
              </a:tr>
              <a:tr h="371475">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smtClean="0">
                          <a:ln>
                            <a:noFill/>
                          </a:ln>
                          <a:solidFill>
                            <a:srgbClr val="000000"/>
                          </a:solidFill>
                          <a:effectLst/>
                          <a:latin typeface="Arial" charset="0"/>
                          <a:cs typeface="Arial" charset="0"/>
                        </a:rPr>
                        <a:t>User Assistance</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BE0F3"/>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smtClean="0">
                          <a:ln>
                            <a:noFill/>
                          </a:ln>
                          <a:solidFill>
                            <a:srgbClr val="000000"/>
                          </a:solidFill>
                          <a:effectLst/>
                          <a:latin typeface="Arial" charset="0"/>
                          <a:cs typeface="Arial" charset="0"/>
                        </a:rPr>
                        <a:t>Help system, initial user experience, cheat sheets etc.</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BE0F3"/>
                    </a:solidFill>
                  </a:tcPr>
                </a:tc>
              </a:tr>
              <a:tr h="371475">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smtClean="0">
                          <a:ln>
                            <a:noFill/>
                          </a:ln>
                          <a:solidFill>
                            <a:srgbClr val="000000"/>
                          </a:solidFill>
                          <a:effectLst/>
                          <a:latin typeface="Arial" charset="0"/>
                          <a:cs typeface="Arial" charset="0"/>
                        </a:rPr>
                        <a:t>UI</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F0F9"/>
                    </a:solidFill>
                  </a:tcPr>
                </a:tc>
                <a:tc>
                  <a:txBody>
                    <a:bodyPr/>
                    <a:lstStyle/>
                    <a:p>
                      <a:pPr marL="0" marR="0" lvl="0" indent="0" algn="l" defTabSz="4572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smtClean="0">
                          <a:ln>
                            <a:noFill/>
                          </a:ln>
                          <a:solidFill>
                            <a:srgbClr val="000000"/>
                          </a:solidFill>
                          <a:effectLst/>
                          <a:latin typeface="Arial" charset="0"/>
                          <a:cs typeface="Arial" charset="0"/>
                        </a:rPr>
                        <a:t>Platform user interface</a:t>
                      </a:r>
                    </a:p>
                    <a:p>
                      <a:pPr marL="0" marR="0" lvl="0" indent="0" algn="l" defTabSz="457200" rtl="0" eaLnBrk="1" fontAlgn="base" latinLnBrk="0" hangingPunct="1">
                        <a:lnSpc>
                          <a:spcPct val="100000"/>
                        </a:lnSpc>
                        <a:spcBef>
                          <a:spcPct val="0"/>
                        </a:spcBef>
                        <a:spcAft>
                          <a:spcPct val="0"/>
                        </a:spcAft>
                        <a:buClrTx/>
                        <a:buSzTx/>
                        <a:buFontTx/>
                        <a:buNone/>
                        <a:tabLst/>
                      </a:pPr>
                      <a:endParaRPr kumimoji="0" lang="en-US" sz="1100" b="0" i="0" u="none" strike="noStrike" cap="none" normalizeH="0" baseline="0" smtClean="0">
                        <a:ln>
                          <a:noFill/>
                        </a:ln>
                        <a:solidFill>
                          <a:srgbClr val="000000"/>
                        </a:solidFill>
                        <a:effectLst/>
                        <a:latin typeface="Calibri" pitchFamily="34" charset="0"/>
                        <a:ea typeface="Calibri" pitchFamily="34" charset="0"/>
                        <a:cs typeface="Times New Roman" pitchFamily="18" charset="0"/>
                      </a:endParaRPr>
                    </a:p>
                  </a:txBody>
                  <a:tcPr marL="9525" marR="9525" marT="9525" marB="9525"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F0F9"/>
                    </a:solidFill>
                  </a:tcPr>
                </a:tc>
              </a:tr>
              <a:tr h="371475">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smtClean="0">
                          <a:ln>
                            <a:noFill/>
                          </a:ln>
                          <a:solidFill>
                            <a:srgbClr val="000000"/>
                          </a:solidFill>
                          <a:effectLst/>
                          <a:latin typeface="Arial" charset="0"/>
                          <a:cs typeface="Arial" charset="0"/>
                        </a:rPr>
                        <a:t>Update</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BE0F3"/>
                    </a:solidFill>
                  </a:tcPr>
                </a:tc>
                <a:tc>
                  <a:txBody>
                    <a:bodyPr/>
                    <a:lstStyle/>
                    <a:p>
                      <a:pPr marL="0" marR="0" lvl="0" indent="0" algn="l" defTabSz="4572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dirty="0" smtClean="0">
                          <a:ln>
                            <a:noFill/>
                          </a:ln>
                          <a:solidFill>
                            <a:srgbClr val="000000"/>
                          </a:solidFill>
                          <a:effectLst/>
                          <a:latin typeface="Arial" charset="0"/>
                          <a:cs typeface="Arial" charset="0"/>
                        </a:rPr>
                        <a:t>Dynamic Update/Install/Field Service</a:t>
                      </a:r>
                    </a:p>
                  </a:txBody>
                  <a:tcPr marL="9525" marR="9525" marT="9525" marB="9525"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BE0F3"/>
                    </a:solidFill>
                  </a:tcPr>
                </a:tc>
              </a:tr>
            </a:tbl>
          </a:graphicData>
        </a:graphic>
      </p:graphicFrame>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5" name="Rectangle 2"/>
          <p:cNvSpPr>
            <a:spLocks noGrp="1"/>
          </p:cNvSpPr>
          <p:nvPr>
            <p:ph type="title" idx="4294967295"/>
          </p:nvPr>
        </p:nvSpPr>
        <p:spPr>
          <a:xfrm>
            <a:off x="263769" y="246185"/>
            <a:ext cx="7564438" cy="554038"/>
          </a:xfrm>
        </p:spPr>
        <p:txBody>
          <a:bodyPr/>
          <a:lstStyle/>
          <a:p>
            <a:pPr eaLnBrk="1" hangingPunct="1"/>
            <a:r>
              <a:rPr dirty="0" smtClean="0">
                <a:solidFill>
                  <a:schemeClr val="tx1"/>
                </a:solidFill>
                <a:cs typeface="Arial" charset="0"/>
              </a:rPr>
              <a:t>Licensing</a:t>
            </a:r>
          </a:p>
        </p:txBody>
      </p:sp>
      <p:sp>
        <p:nvSpPr>
          <p:cNvPr id="52226" name="Rectangle 3"/>
          <p:cNvSpPr>
            <a:spLocks noGrp="1"/>
          </p:cNvSpPr>
          <p:nvPr>
            <p:ph idx="4294967295"/>
          </p:nvPr>
        </p:nvSpPr>
        <p:spPr>
          <a:xfrm>
            <a:off x="545123" y="1125415"/>
            <a:ext cx="8229600" cy="5029200"/>
          </a:xfrm>
        </p:spPr>
        <p:txBody>
          <a:bodyPr/>
          <a:lstStyle/>
          <a:p>
            <a:pPr algn="just" eaLnBrk="1" hangingPunct="1"/>
            <a:r>
              <a:rPr sz="2400" dirty="0" smtClean="0">
                <a:solidFill>
                  <a:schemeClr val="tx1"/>
                </a:solidFill>
                <a:cs typeface="Arial" charset="0"/>
              </a:rPr>
              <a:t>The Eclipse Public License (</a:t>
            </a:r>
            <a:r>
              <a:rPr sz="2400" dirty="0" err="1" smtClean="0">
                <a:solidFill>
                  <a:schemeClr val="tx1"/>
                </a:solidFill>
                <a:cs typeface="Arial" charset="0"/>
              </a:rPr>
              <a:t>EPL</a:t>
            </a:r>
            <a:r>
              <a:rPr sz="2400" dirty="0" smtClean="0">
                <a:solidFill>
                  <a:schemeClr val="tx1"/>
                </a:solidFill>
                <a:cs typeface="Arial" charset="0"/>
              </a:rPr>
              <a:t>) is the fundamental license under which Eclipse projects are released.</a:t>
            </a:r>
          </a:p>
          <a:p>
            <a:pPr algn="just" eaLnBrk="1" hangingPunct="1"/>
            <a:endParaRPr sz="2400" dirty="0" smtClean="0">
              <a:solidFill>
                <a:schemeClr val="tx1"/>
              </a:solidFill>
              <a:cs typeface="Arial" charset="0"/>
            </a:endParaRPr>
          </a:p>
          <a:p>
            <a:pPr algn="just" eaLnBrk="1" hangingPunct="1"/>
            <a:r>
              <a:rPr sz="2400" dirty="0" smtClean="0">
                <a:solidFill>
                  <a:schemeClr val="tx1"/>
                </a:solidFill>
                <a:cs typeface="Arial" charset="0"/>
              </a:rPr>
              <a:t>Some projects require dual licensing, for which the Eclipse Distribution License (</a:t>
            </a:r>
            <a:r>
              <a:rPr sz="2400" dirty="0" err="1" smtClean="0">
                <a:solidFill>
                  <a:schemeClr val="tx1"/>
                </a:solidFill>
                <a:cs typeface="Arial" charset="0"/>
              </a:rPr>
              <a:t>EDL</a:t>
            </a:r>
            <a:r>
              <a:rPr sz="2400" dirty="0" smtClean="0">
                <a:solidFill>
                  <a:schemeClr val="tx1"/>
                </a:solidFill>
                <a:cs typeface="Arial" charset="0"/>
              </a:rPr>
              <a:t>) is available.</a:t>
            </a:r>
          </a:p>
          <a:p>
            <a:pPr eaLnBrk="1" hangingPunct="1"/>
            <a:endParaRPr dirty="0" smtClean="0">
              <a:solidFill>
                <a:schemeClr val="tx1"/>
              </a:solidFill>
              <a:cs typeface="Arial" charset="0"/>
            </a:endParaRPr>
          </a:p>
          <a:p>
            <a:pPr eaLnBrk="1" hangingPunct="1"/>
            <a:endParaRPr dirty="0" smtClean="0">
              <a:cs typeface="Arial" charset="0"/>
            </a:endParaRP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3" name="Rectangle 2"/>
          <p:cNvSpPr>
            <a:spLocks noGrp="1"/>
          </p:cNvSpPr>
          <p:nvPr>
            <p:ph type="title" idx="4294967295"/>
          </p:nvPr>
        </p:nvSpPr>
        <p:spPr>
          <a:xfrm>
            <a:off x="228600" y="87923"/>
            <a:ext cx="7564438" cy="554038"/>
          </a:xfrm>
        </p:spPr>
        <p:txBody>
          <a:bodyPr/>
          <a:lstStyle/>
          <a:p>
            <a:pPr eaLnBrk="1" hangingPunct="1"/>
            <a:r>
              <a:rPr smtClean="0">
                <a:solidFill>
                  <a:schemeClr val="tx1"/>
                </a:solidFill>
                <a:cs typeface="Arial" charset="0"/>
              </a:rPr>
              <a:t>Versions</a:t>
            </a:r>
          </a:p>
        </p:txBody>
      </p:sp>
      <p:graphicFrame>
        <p:nvGraphicFramePr>
          <p:cNvPr id="4" name="Table 3"/>
          <p:cNvGraphicFramePr>
            <a:graphicFrameLocks noGrp="1"/>
          </p:cNvGraphicFramePr>
          <p:nvPr/>
        </p:nvGraphicFramePr>
        <p:xfrm>
          <a:off x="1328738" y="1027113"/>
          <a:ext cx="3806758" cy="4482018"/>
        </p:xfrm>
        <a:graphic>
          <a:graphicData uri="http://schemas.openxmlformats.org/drawingml/2006/table">
            <a:tbl>
              <a:tblPr firstRow="1" bandRow="1">
                <a:tableStyleId>{5C22544A-7EE6-4342-B048-85BDC9FD1C3A}</a:tableStyleId>
              </a:tblPr>
              <a:tblGrid>
                <a:gridCol w="1903379"/>
                <a:gridCol w="1903379"/>
              </a:tblGrid>
              <a:tr h="498002">
                <a:tc>
                  <a:txBody>
                    <a:bodyPr/>
                    <a:lstStyle/>
                    <a:p>
                      <a:endParaRPr lang="en-US" dirty="0"/>
                    </a:p>
                  </a:txBody>
                  <a:tcPr/>
                </a:tc>
                <a:tc>
                  <a:txBody>
                    <a:bodyPr/>
                    <a:lstStyle/>
                    <a:p>
                      <a:endParaRPr lang="en-US"/>
                    </a:p>
                  </a:txBody>
                  <a:tcPr/>
                </a:tc>
              </a:tr>
              <a:tr h="498002">
                <a:tc>
                  <a:txBody>
                    <a:bodyPr/>
                    <a:lstStyle/>
                    <a:p>
                      <a:r>
                        <a:rPr lang="en-US" dirty="0" err="1" smtClean="0"/>
                        <a:t>Callisto</a:t>
                      </a:r>
                      <a:endParaRPr lang="en-US" dirty="0"/>
                    </a:p>
                  </a:txBody>
                  <a:tcPr/>
                </a:tc>
                <a:tc>
                  <a:txBody>
                    <a:bodyPr/>
                    <a:lstStyle/>
                    <a:p>
                      <a:r>
                        <a:rPr lang="en-US" dirty="0" smtClean="0"/>
                        <a:t>3.2</a:t>
                      </a:r>
                      <a:endParaRPr lang="en-US" dirty="0"/>
                    </a:p>
                  </a:txBody>
                  <a:tcPr/>
                </a:tc>
              </a:tr>
              <a:tr h="498002">
                <a:tc>
                  <a:txBody>
                    <a:bodyPr/>
                    <a:lstStyle/>
                    <a:p>
                      <a:r>
                        <a:rPr lang="en-US" dirty="0" err="1" smtClean="0"/>
                        <a:t>Europa</a:t>
                      </a:r>
                      <a:endParaRPr lang="en-US" dirty="0"/>
                    </a:p>
                  </a:txBody>
                  <a:tcPr/>
                </a:tc>
                <a:tc>
                  <a:txBody>
                    <a:bodyPr/>
                    <a:lstStyle/>
                    <a:p>
                      <a:r>
                        <a:rPr lang="en-US" dirty="0" smtClean="0"/>
                        <a:t>3.3</a:t>
                      </a:r>
                      <a:endParaRPr lang="en-US" dirty="0"/>
                    </a:p>
                  </a:txBody>
                  <a:tcPr/>
                </a:tc>
              </a:tr>
              <a:tr h="498002">
                <a:tc>
                  <a:txBody>
                    <a:bodyPr/>
                    <a:lstStyle/>
                    <a:p>
                      <a:r>
                        <a:rPr lang="en-US" dirty="0" smtClean="0"/>
                        <a:t>Ganymede</a:t>
                      </a:r>
                      <a:endParaRPr lang="en-US" dirty="0"/>
                    </a:p>
                  </a:txBody>
                  <a:tcPr/>
                </a:tc>
                <a:tc>
                  <a:txBody>
                    <a:bodyPr/>
                    <a:lstStyle/>
                    <a:p>
                      <a:r>
                        <a:rPr lang="en-US" dirty="0" smtClean="0"/>
                        <a:t>3.4</a:t>
                      </a:r>
                      <a:endParaRPr lang="en-US" dirty="0"/>
                    </a:p>
                  </a:txBody>
                  <a:tcPr/>
                </a:tc>
              </a:tr>
              <a:tr h="498002">
                <a:tc>
                  <a:txBody>
                    <a:bodyPr/>
                    <a:lstStyle/>
                    <a:p>
                      <a:r>
                        <a:rPr lang="en-US" dirty="0" smtClean="0"/>
                        <a:t>Galileo</a:t>
                      </a:r>
                      <a:endParaRPr lang="en-US" dirty="0"/>
                    </a:p>
                  </a:txBody>
                  <a:tcPr/>
                </a:tc>
                <a:tc>
                  <a:txBody>
                    <a:bodyPr/>
                    <a:lstStyle/>
                    <a:p>
                      <a:r>
                        <a:rPr lang="en-US" dirty="0" smtClean="0"/>
                        <a:t>3.5</a:t>
                      </a:r>
                      <a:endParaRPr lang="en-US" dirty="0"/>
                    </a:p>
                  </a:txBody>
                  <a:tcPr/>
                </a:tc>
              </a:tr>
              <a:tr h="498002">
                <a:tc>
                  <a:txBody>
                    <a:bodyPr/>
                    <a:lstStyle/>
                    <a:p>
                      <a:r>
                        <a:rPr lang="en-US" dirty="0" smtClean="0"/>
                        <a:t>Helios</a:t>
                      </a:r>
                      <a:endParaRPr lang="en-US" dirty="0"/>
                    </a:p>
                  </a:txBody>
                  <a:tcPr/>
                </a:tc>
                <a:tc>
                  <a:txBody>
                    <a:bodyPr/>
                    <a:lstStyle/>
                    <a:p>
                      <a:r>
                        <a:rPr lang="en-US" dirty="0" smtClean="0"/>
                        <a:t>3.6</a:t>
                      </a:r>
                      <a:endParaRPr lang="en-US" dirty="0"/>
                    </a:p>
                  </a:txBody>
                  <a:tcPr/>
                </a:tc>
              </a:tr>
              <a:tr h="498002">
                <a:tc>
                  <a:txBody>
                    <a:bodyPr/>
                    <a:lstStyle/>
                    <a:p>
                      <a:r>
                        <a:rPr lang="en-US" dirty="0" smtClean="0"/>
                        <a:t>Indigo</a:t>
                      </a:r>
                      <a:endParaRPr lang="en-US" dirty="0"/>
                    </a:p>
                  </a:txBody>
                  <a:tcPr/>
                </a:tc>
                <a:tc>
                  <a:txBody>
                    <a:bodyPr/>
                    <a:lstStyle/>
                    <a:p>
                      <a:r>
                        <a:rPr lang="en-US" dirty="0" smtClean="0"/>
                        <a:t>3.7</a:t>
                      </a:r>
                      <a:endParaRPr lang="en-US" dirty="0"/>
                    </a:p>
                  </a:txBody>
                  <a:tcPr/>
                </a:tc>
              </a:tr>
              <a:tr h="498002">
                <a:tc>
                  <a:txBody>
                    <a:bodyPr/>
                    <a:lstStyle/>
                    <a:p>
                      <a:r>
                        <a:rPr lang="en-US" dirty="0" smtClean="0"/>
                        <a:t>Juno</a:t>
                      </a:r>
                      <a:endParaRPr lang="en-US" dirty="0"/>
                    </a:p>
                  </a:txBody>
                  <a:tcPr/>
                </a:tc>
                <a:tc>
                  <a:txBody>
                    <a:bodyPr/>
                    <a:lstStyle/>
                    <a:p>
                      <a:r>
                        <a:rPr lang="en-US" dirty="0" smtClean="0"/>
                        <a:t>3.8 </a:t>
                      </a:r>
                      <a:r>
                        <a:rPr lang="en-US" baseline="0" dirty="0" smtClean="0"/>
                        <a:t> and 4.2</a:t>
                      </a:r>
                      <a:endParaRPr lang="en-US" dirty="0"/>
                    </a:p>
                  </a:txBody>
                  <a:tcPr/>
                </a:tc>
              </a:tr>
              <a:tr h="498002">
                <a:tc>
                  <a:txBody>
                    <a:bodyPr/>
                    <a:lstStyle/>
                    <a:p>
                      <a:r>
                        <a:rPr lang="en-US" dirty="0" err="1" smtClean="0"/>
                        <a:t>Kepler</a:t>
                      </a:r>
                      <a:endParaRPr lang="en-US" dirty="0"/>
                    </a:p>
                  </a:txBody>
                  <a:tcPr/>
                </a:tc>
                <a:tc>
                  <a:txBody>
                    <a:bodyPr/>
                    <a:lstStyle/>
                    <a:p>
                      <a:r>
                        <a:rPr lang="en-US" dirty="0" smtClean="0"/>
                        <a:t>4.xx</a:t>
                      </a:r>
                      <a:endParaRPr lang="en-US" dirty="0"/>
                    </a:p>
                  </a:txBody>
                  <a:tcPr/>
                </a:tc>
              </a:tr>
            </a:tbl>
          </a:graphicData>
        </a:graphic>
      </p:graphicFrame>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1" name="Text Placeholder 1"/>
          <p:cNvSpPr>
            <a:spLocks noGrp="1"/>
          </p:cNvSpPr>
          <p:nvPr>
            <p:ph type="body" sz="quarter" idx="11"/>
          </p:nvPr>
        </p:nvSpPr>
        <p:spPr>
          <a:xfrm>
            <a:off x="469900" y="2613025"/>
            <a:ext cx="8220075" cy="623888"/>
          </a:xfrm>
        </p:spPr>
        <p:txBody>
          <a:bodyPr/>
          <a:lstStyle/>
          <a:p>
            <a:pPr eaLnBrk="1" hangingPunct="1"/>
            <a:r>
              <a:rPr dirty="0">
                <a:solidFill>
                  <a:schemeClr val="tx1"/>
                </a:solidFill>
                <a:cs typeface="Arial" charset="0"/>
              </a:rPr>
              <a:t>Create Packages using Eclipse</a:t>
            </a:r>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69" name="Rectangle 2"/>
          <p:cNvSpPr>
            <a:spLocks noGrp="1"/>
          </p:cNvSpPr>
          <p:nvPr>
            <p:ph type="title" idx="4294967295"/>
          </p:nvPr>
        </p:nvSpPr>
        <p:spPr>
          <a:xfrm>
            <a:off x="338138" y="158261"/>
            <a:ext cx="7564438" cy="554038"/>
          </a:xfrm>
        </p:spPr>
        <p:txBody>
          <a:bodyPr/>
          <a:lstStyle/>
          <a:p>
            <a:pPr eaLnBrk="1" hangingPunct="1"/>
            <a:r>
              <a:rPr dirty="0" smtClean="0">
                <a:solidFill>
                  <a:schemeClr val="tx1"/>
                </a:solidFill>
                <a:cs typeface="Arial" charset="0"/>
              </a:rPr>
              <a:t>Using Eclipse  </a:t>
            </a:r>
          </a:p>
        </p:txBody>
      </p:sp>
      <p:sp>
        <p:nvSpPr>
          <p:cNvPr id="58370" name="Rectangle 3"/>
          <p:cNvSpPr>
            <a:spLocks noGrp="1"/>
          </p:cNvSpPr>
          <p:nvPr>
            <p:ph idx="4294967295"/>
          </p:nvPr>
        </p:nvSpPr>
        <p:spPr>
          <a:xfrm>
            <a:off x="615461" y="920750"/>
            <a:ext cx="8229600" cy="5029200"/>
          </a:xfrm>
        </p:spPr>
        <p:txBody>
          <a:bodyPr/>
          <a:lstStyle/>
          <a:p>
            <a:pPr eaLnBrk="1" hangingPunct="1"/>
            <a:r>
              <a:rPr dirty="0" smtClean="0">
                <a:solidFill>
                  <a:schemeClr val="tx1"/>
                </a:solidFill>
                <a:cs typeface="Arial" charset="0"/>
              </a:rPr>
              <a:t>To start Eclipse double-click on the file </a:t>
            </a:r>
            <a:r>
              <a:rPr dirty="0" err="1" smtClean="0">
                <a:solidFill>
                  <a:schemeClr val="tx1"/>
                </a:solidFill>
                <a:cs typeface="Arial" charset="0"/>
              </a:rPr>
              <a:t>eclipse.exe</a:t>
            </a:r>
            <a:r>
              <a:rPr dirty="0" smtClean="0">
                <a:solidFill>
                  <a:schemeClr val="tx1"/>
                </a:solidFill>
                <a:cs typeface="Arial" charset="0"/>
              </a:rPr>
              <a:t>. </a:t>
            </a:r>
          </a:p>
          <a:p>
            <a:pPr eaLnBrk="1" hangingPunct="1"/>
            <a:endParaRPr dirty="0" smtClean="0">
              <a:solidFill>
                <a:schemeClr val="tx1"/>
              </a:solidFill>
              <a:cs typeface="Arial" charset="0"/>
            </a:endParaRPr>
          </a:p>
          <a:p>
            <a:pPr eaLnBrk="1" hangingPunct="1"/>
            <a:r>
              <a:rPr dirty="0" smtClean="0">
                <a:solidFill>
                  <a:schemeClr val="tx1"/>
                </a:solidFill>
                <a:cs typeface="Arial" charset="0"/>
              </a:rPr>
              <a:t>The system will prompt you for a workspace. </a:t>
            </a:r>
          </a:p>
          <a:p>
            <a:pPr eaLnBrk="1" hangingPunct="1">
              <a:buFont typeface="Arial" charset="0"/>
              <a:buNone/>
            </a:pPr>
            <a:r>
              <a:rPr dirty="0" smtClean="0">
                <a:solidFill>
                  <a:schemeClr val="tx1"/>
                </a:solidFill>
                <a:cs typeface="Arial" charset="0"/>
              </a:rPr>
              <a:t> </a:t>
            </a:r>
          </a:p>
          <a:p>
            <a:pPr eaLnBrk="1" hangingPunct="1"/>
            <a:endParaRPr dirty="0" smtClean="0">
              <a:cs typeface="Arial" charset="0"/>
            </a:endParaRPr>
          </a:p>
          <a:p>
            <a:pPr eaLnBrk="1" hangingPunct="1"/>
            <a:endParaRPr dirty="0" smtClean="0">
              <a:cs typeface="Arial" charset="0"/>
            </a:endParaRPr>
          </a:p>
          <a:p>
            <a:pPr eaLnBrk="1" hangingPunct="1"/>
            <a:endParaRPr dirty="0" smtClean="0">
              <a:cs typeface="Arial" charset="0"/>
            </a:endParaRPr>
          </a:p>
          <a:p>
            <a:pPr eaLnBrk="1" hangingPunct="1"/>
            <a:endParaRPr dirty="0" smtClean="0">
              <a:cs typeface="Arial" charset="0"/>
            </a:endParaRPr>
          </a:p>
          <a:p>
            <a:pPr eaLnBrk="1" hangingPunct="1"/>
            <a:endParaRPr dirty="0" smtClean="0">
              <a:cs typeface="Arial" charset="0"/>
            </a:endParaRPr>
          </a:p>
          <a:p>
            <a:pPr eaLnBrk="1" hangingPunct="1"/>
            <a:endParaRPr dirty="0" smtClean="0">
              <a:cs typeface="Arial" charset="0"/>
            </a:endParaRPr>
          </a:p>
        </p:txBody>
      </p:sp>
      <p:pic>
        <p:nvPicPr>
          <p:cNvPr id="58371" name="Picture 2"/>
          <p:cNvPicPr>
            <a:picLocks noChangeAspect="1" noChangeArrowheads="1"/>
          </p:cNvPicPr>
          <p:nvPr/>
        </p:nvPicPr>
        <p:blipFill>
          <a:blip r:embed="rId3"/>
          <a:srcRect/>
          <a:stretch>
            <a:fillRect/>
          </a:stretch>
        </p:blipFill>
        <p:spPr bwMode="auto">
          <a:xfrm>
            <a:off x="883262" y="3435349"/>
            <a:ext cx="7218362" cy="3001963"/>
          </a:xfrm>
          <a:prstGeom prst="rect">
            <a:avLst/>
          </a:prstGeom>
          <a:noFill/>
          <a:ln w="9525">
            <a:noFill/>
            <a:miter lim="800000"/>
            <a:headEnd/>
            <a:tailEnd/>
          </a:ln>
        </p:spPr>
      </p:pic>
      <p:sp>
        <p:nvSpPr>
          <p:cNvPr id="5" name="Oval Callout 4"/>
          <p:cNvSpPr/>
          <p:nvPr/>
        </p:nvSpPr>
        <p:spPr>
          <a:xfrm>
            <a:off x="4786924" y="2198076"/>
            <a:ext cx="2475523" cy="2004036"/>
          </a:xfrm>
          <a:prstGeom prst="wedgeEllipseCallout">
            <a:avLst>
              <a:gd name="adj1" fmla="val -46737"/>
              <a:gd name="adj2" fmla="val 72935"/>
            </a:avLst>
          </a:prstGeom>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sp>
        <p:nvSpPr>
          <p:cNvPr id="6" name="TextBox 5"/>
          <p:cNvSpPr txBox="1"/>
          <p:nvPr/>
        </p:nvSpPr>
        <p:spPr>
          <a:xfrm>
            <a:off x="5166641" y="2738131"/>
            <a:ext cx="1944688" cy="923925"/>
          </a:xfrm>
          <a:prstGeom prst="rect">
            <a:avLst/>
          </a:prstGeom>
          <a:noFill/>
        </p:spPr>
        <p:txBody>
          <a:bodyPr>
            <a:spAutoFit/>
          </a:bodyPr>
          <a:lstStyle/>
          <a:p>
            <a:pPr fontAlgn="auto">
              <a:spcBef>
                <a:spcPts val="0"/>
              </a:spcBef>
              <a:spcAft>
                <a:spcPts val="0"/>
              </a:spcAft>
              <a:defRPr/>
            </a:pPr>
            <a:r>
              <a:rPr lang="en-US" dirty="0">
                <a:latin typeface="+mn-lt"/>
                <a:cs typeface="Arial" charset="0"/>
              </a:rPr>
              <a:t>Select an empty directory and press Ok</a:t>
            </a:r>
            <a:endParaRPr lang="en-US" dirty="0">
              <a:solidFill>
                <a:schemeClr val="tx1">
                  <a:lumMod val="50000"/>
                  <a:lumOff val="50000"/>
                </a:schemeClr>
              </a:solidFill>
              <a:latin typeface="+mn-lt"/>
            </a:endParaRPr>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7" name="Rectangle 2"/>
          <p:cNvSpPr>
            <a:spLocks noGrp="1"/>
          </p:cNvSpPr>
          <p:nvPr>
            <p:ph type="title" idx="4294967295"/>
          </p:nvPr>
        </p:nvSpPr>
        <p:spPr>
          <a:xfrm>
            <a:off x="281354" y="175846"/>
            <a:ext cx="7564438" cy="554038"/>
          </a:xfrm>
        </p:spPr>
        <p:txBody>
          <a:bodyPr/>
          <a:lstStyle/>
          <a:p>
            <a:pPr eaLnBrk="1" hangingPunct="1"/>
            <a:r>
              <a:rPr dirty="0" smtClean="0">
                <a:solidFill>
                  <a:schemeClr val="tx1"/>
                </a:solidFill>
                <a:cs typeface="Arial" charset="0"/>
              </a:rPr>
              <a:t>What is the workspace?</a:t>
            </a:r>
          </a:p>
        </p:txBody>
      </p:sp>
      <p:sp>
        <p:nvSpPr>
          <p:cNvPr id="60418" name="Rectangle 3"/>
          <p:cNvSpPr>
            <a:spLocks noGrp="1"/>
          </p:cNvSpPr>
          <p:nvPr>
            <p:ph idx="4294967295"/>
          </p:nvPr>
        </p:nvSpPr>
        <p:spPr>
          <a:xfrm>
            <a:off x="457200" y="1125416"/>
            <a:ext cx="8229600" cy="5029200"/>
          </a:xfrm>
        </p:spPr>
        <p:txBody>
          <a:bodyPr/>
          <a:lstStyle/>
          <a:p>
            <a:pPr algn="just" eaLnBrk="1" hangingPunct="1"/>
            <a:r>
              <a:rPr dirty="0" smtClean="0">
                <a:solidFill>
                  <a:schemeClr val="tx1"/>
                </a:solidFill>
                <a:cs typeface="Arial" charset="0"/>
              </a:rPr>
              <a:t>Workspace is the physical location (file path) you are working in. </a:t>
            </a:r>
          </a:p>
          <a:p>
            <a:pPr algn="just" eaLnBrk="1" hangingPunct="1"/>
            <a:endParaRPr dirty="0" smtClean="0">
              <a:solidFill>
                <a:schemeClr val="tx1"/>
              </a:solidFill>
              <a:cs typeface="Arial" charset="0"/>
            </a:endParaRPr>
          </a:p>
          <a:p>
            <a:pPr algn="just" eaLnBrk="1" hangingPunct="1"/>
            <a:r>
              <a:rPr dirty="0" smtClean="0">
                <a:solidFill>
                  <a:schemeClr val="tx1"/>
                </a:solidFill>
                <a:cs typeface="Arial" charset="0"/>
              </a:rPr>
              <a:t>You can choose the workspace during startup of Eclipse or via the menu ( File → Switch Workspace → Others) . </a:t>
            </a:r>
          </a:p>
          <a:p>
            <a:pPr algn="just" eaLnBrk="1" hangingPunct="1"/>
            <a:endParaRPr dirty="0" smtClean="0">
              <a:solidFill>
                <a:schemeClr val="tx1"/>
              </a:solidFill>
              <a:cs typeface="Arial" charset="0"/>
            </a:endParaRPr>
          </a:p>
          <a:p>
            <a:pPr algn="just" eaLnBrk="1" hangingPunct="1"/>
            <a:r>
              <a:rPr dirty="0" smtClean="0">
                <a:solidFill>
                  <a:schemeClr val="tx1"/>
                </a:solidFill>
                <a:cs typeface="Arial" charset="0"/>
              </a:rPr>
              <a:t>All your projects, source files, images and other artifacts will be stored and saved in your workspace. </a:t>
            </a:r>
          </a:p>
          <a:p>
            <a:pPr algn="just" eaLnBrk="1" hangingPunct="1"/>
            <a:endParaRPr dirty="0" smtClean="0">
              <a:cs typeface="Arial" charset="0"/>
            </a:endParaRPr>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5" name="Rectangle 2"/>
          <p:cNvSpPr>
            <a:spLocks noGrp="1"/>
          </p:cNvSpPr>
          <p:nvPr>
            <p:ph type="title" idx="4294967295"/>
          </p:nvPr>
        </p:nvSpPr>
        <p:spPr>
          <a:xfrm>
            <a:off x="193431" y="158262"/>
            <a:ext cx="7564438" cy="554038"/>
          </a:xfrm>
        </p:spPr>
        <p:txBody>
          <a:bodyPr/>
          <a:lstStyle/>
          <a:p>
            <a:pPr eaLnBrk="1" hangingPunct="1"/>
            <a:r>
              <a:rPr dirty="0" smtClean="0">
                <a:solidFill>
                  <a:schemeClr val="tx1"/>
                </a:solidFill>
                <a:cs typeface="Arial" charset="0"/>
              </a:rPr>
              <a:t>Start Eclipse</a:t>
            </a:r>
          </a:p>
        </p:txBody>
      </p:sp>
      <p:sp>
        <p:nvSpPr>
          <p:cNvPr id="62466" name="Rectangle 3"/>
          <p:cNvSpPr>
            <a:spLocks noGrp="1"/>
          </p:cNvSpPr>
          <p:nvPr>
            <p:ph idx="4294967295"/>
          </p:nvPr>
        </p:nvSpPr>
        <p:spPr>
          <a:xfrm>
            <a:off x="396875" y="975458"/>
            <a:ext cx="8229600" cy="5029200"/>
          </a:xfrm>
        </p:spPr>
        <p:txBody>
          <a:bodyPr/>
          <a:lstStyle/>
          <a:p>
            <a:pPr eaLnBrk="1" hangingPunct="1"/>
            <a:r>
              <a:rPr sz="2800" dirty="0" smtClean="0">
                <a:solidFill>
                  <a:schemeClr val="tx1"/>
                </a:solidFill>
                <a:cs typeface="Arial" charset="0"/>
              </a:rPr>
              <a:t>Eclipse will start and show the Welcome page. </a:t>
            </a:r>
          </a:p>
          <a:p>
            <a:pPr eaLnBrk="1" hangingPunct="1"/>
            <a:endParaRPr sz="2800" dirty="0" smtClean="0">
              <a:cs typeface="Arial" charset="0"/>
            </a:endParaRPr>
          </a:p>
          <a:p>
            <a:pPr eaLnBrk="1" hangingPunct="1"/>
            <a:endParaRPr sz="2800" dirty="0" smtClean="0">
              <a:cs typeface="Arial" charset="0"/>
            </a:endParaRPr>
          </a:p>
          <a:p>
            <a:pPr eaLnBrk="1" hangingPunct="1"/>
            <a:endParaRPr sz="2800" dirty="0" smtClean="0">
              <a:cs typeface="Arial" charset="0"/>
            </a:endParaRPr>
          </a:p>
          <a:p>
            <a:pPr eaLnBrk="1" hangingPunct="1"/>
            <a:endParaRPr dirty="0" smtClean="0">
              <a:cs typeface="Arial" charset="0"/>
            </a:endParaRPr>
          </a:p>
        </p:txBody>
      </p:sp>
      <p:pic>
        <p:nvPicPr>
          <p:cNvPr id="62467" name="Picture 2"/>
          <p:cNvPicPr>
            <a:picLocks noChangeAspect="1" noChangeArrowheads="1"/>
          </p:cNvPicPr>
          <p:nvPr/>
        </p:nvPicPr>
        <p:blipFill>
          <a:blip r:embed="rId3"/>
          <a:srcRect/>
          <a:stretch>
            <a:fillRect/>
          </a:stretch>
        </p:blipFill>
        <p:spPr bwMode="auto">
          <a:xfrm>
            <a:off x="1364029" y="1986085"/>
            <a:ext cx="5640388" cy="4486275"/>
          </a:xfrm>
          <a:prstGeom prst="rect">
            <a:avLst/>
          </a:prstGeom>
          <a:noFill/>
          <a:ln w="9525">
            <a:noFill/>
            <a:miter lim="800000"/>
            <a:headEnd/>
            <a:tailEnd/>
          </a:ln>
        </p:spPr>
      </p:pic>
      <p:sp>
        <p:nvSpPr>
          <p:cNvPr id="9" name="Rounded Rectangular Callout 8"/>
          <p:cNvSpPr/>
          <p:nvPr/>
        </p:nvSpPr>
        <p:spPr>
          <a:xfrm>
            <a:off x="3316654" y="3835523"/>
            <a:ext cx="1985963" cy="1687512"/>
          </a:xfrm>
          <a:prstGeom prst="wedgeRoundRectCallout">
            <a:avLst>
              <a:gd name="adj1" fmla="val -101043"/>
              <a:gd name="adj2" fmla="val -123526"/>
              <a:gd name="adj3" fmla="val 16667"/>
            </a:avLst>
          </a:prstGeom>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r>
              <a:rPr lang="en-US" dirty="0">
                <a:solidFill>
                  <a:schemeClr val="tx1"/>
                </a:solidFill>
                <a:cs typeface="Arial" charset="0"/>
              </a:rPr>
              <a:t>Close the welcome page by pressing the "X" beside "Welcome"</a:t>
            </a:r>
            <a:endParaRPr lang="en-US" dirty="0">
              <a:solidFill>
                <a:schemeClr val="tx1"/>
              </a:solidFill>
            </a:endParaRPr>
          </a:p>
          <a:p>
            <a:pPr algn="ctr" fontAlgn="auto">
              <a:spcBef>
                <a:spcPts val="0"/>
              </a:spcBef>
              <a:spcAft>
                <a:spcPts val="0"/>
              </a:spcAft>
              <a:defRPr/>
            </a:pPr>
            <a:endParaRPr lang="en-US" dirty="0"/>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3" name="Rectangle 2"/>
          <p:cNvSpPr>
            <a:spLocks noGrp="1"/>
          </p:cNvSpPr>
          <p:nvPr>
            <p:ph type="title" idx="4294967295"/>
          </p:nvPr>
        </p:nvSpPr>
        <p:spPr>
          <a:xfrm>
            <a:off x="422031" y="158262"/>
            <a:ext cx="7564438" cy="554038"/>
          </a:xfrm>
        </p:spPr>
        <p:txBody>
          <a:bodyPr/>
          <a:lstStyle/>
          <a:p>
            <a:pPr eaLnBrk="1" hangingPunct="1"/>
            <a:r>
              <a:rPr dirty="0" smtClean="0">
                <a:solidFill>
                  <a:schemeClr val="tx1"/>
                </a:solidFill>
                <a:cs typeface="Arial" charset="0"/>
              </a:rPr>
              <a:t>Using Eclipse  </a:t>
            </a:r>
          </a:p>
        </p:txBody>
      </p:sp>
      <p:sp>
        <p:nvSpPr>
          <p:cNvPr id="64514" name="Rectangle 3"/>
          <p:cNvSpPr>
            <a:spLocks noGrp="1"/>
          </p:cNvSpPr>
          <p:nvPr>
            <p:ph idx="4294967295"/>
          </p:nvPr>
        </p:nvSpPr>
        <p:spPr>
          <a:xfrm>
            <a:off x="398463" y="1084262"/>
            <a:ext cx="8229600" cy="5029200"/>
          </a:xfrm>
        </p:spPr>
        <p:txBody>
          <a:bodyPr/>
          <a:lstStyle/>
          <a:p>
            <a:pPr eaLnBrk="1" hangingPunct="1"/>
            <a:r>
              <a:rPr dirty="0" smtClean="0">
                <a:solidFill>
                  <a:schemeClr val="tx1"/>
                </a:solidFill>
                <a:cs typeface="Arial" charset="0"/>
              </a:rPr>
              <a:t>Select File-&gt;New-&gt;Project....from project </a:t>
            </a:r>
            <a:r>
              <a:rPr dirty="0" err="1" smtClean="0">
                <a:solidFill>
                  <a:schemeClr val="tx1"/>
                </a:solidFill>
                <a:cs typeface="Arial" charset="0"/>
              </a:rPr>
              <a:t>dialouge</a:t>
            </a:r>
            <a:r>
              <a:rPr dirty="0" smtClean="0">
                <a:solidFill>
                  <a:schemeClr val="tx1"/>
                </a:solidFill>
                <a:cs typeface="Arial" charset="0"/>
              </a:rPr>
              <a:t> box</a:t>
            </a:r>
          </a:p>
          <a:p>
            <a:pPr eaLnBrk="1" hangingPunct="1"/>
            <a:endParaRPr dirty="0" smtClean="0">
              <a:cs typeface="Arial" charset="0"/>
            </a:endParaRPr>
          </a:p>
          <a:p>
            <a:pPr eaLnBrk="1" hangingPunct="1"/>
            <a:endParaRPr dirty="0" smtClean="0">
              <a:cs typeface="Arial" charset="0"/>
            </a:endParaRPr>
          </a:p>
          <a:p>
            <a:pPr eaLnBrk="1" hangingPunct="1"/>
            <a:endParaRPr dirty="0" smtClean="0">
              <a:cs typeface="Arial" charset="0"/>
            </a:endParaRPr>
          </a:p>
          <a:p>
            <a:pPr eaLnBrk="1" hangingPunct="1"/>
            <a:endParaRPr dirty="0" smtClean="0">
              <a:cs typeface="Arial" charset="0"/>
            </a:endParaRPr>
          </a:p>
          <a:p>
            <a:pPr eaLnBrk="1" hangingPunct="1"/>
            <a:r>
              <a:rPr dirty="0" smtClean="0">
                <a:solidFill>
                  <a:schemeClr val="tx1"/>
                </a:solidFill>
                <a:cs typeface="Arial" charset="0"/>
              </a:rPr>
              <a:t>You should see Java Project appear.</a:t>
            </a:r>
          </a:p>
          <a:p>
            <a:pPr eaLnBrk="1" hangingPunct="1"/>
            <a:endParaRPr dirty="0" smtClean="0">
              <a:cs typeface="Arial" charset="0"/>
            </a:endParaRPr>
          </a:p>
          <a:p>
            <a:pPr eaLnBrk="1" hangingPunct="1"/>
            <a:endParaRPr dirty="0" smtClean="0">
              <a:cs typeface="Arial" charset="0"/>
            </a:endParaRPr>
          </a:p>
          <a:p>
            <a:pPr eaLnBrk="1" hangingPunct="1">
              <a:buFont typeface="Arial" charset="0"/>
              <a:buNone/>
            </a:pPr>
            <a:endParaRPr dirty="0" smtClean="0">
              <a:cs typeface="Arial" charset="0"/>
            </a:endParaRPr>
          </a:p>
          <a:p>
            <a:pPr eaLnBrk="1" hangingPunct="1"/>
            <a:endParaRPr dirty="0" smtClean="0">
              <a:cs typeface="Arial" charset="0"/>
            </a:endParaRPr>
          </a:p>
          <a:p>
            <a:pPr eaLnBrk="1" hangingPunct="1"/>
            <a:endParaRPr dirty="0" smtClean="0">
              <a:cs typeface="Arial" charset="0"/>
            </a:endParaRPr>
          </a:p>
          <a:p>
            <a:pPr eaLnBrk="1" hangingPunct="1"/>
            <a:endParaRPr dirty="0" smtClean="0">
              <a:cs typeface="Arial" charset="0"/>
            </a:endParaRPr>
          </a:p>
        </p:txBody>
      </p:sp>
      <p:pic>
        <p:nvPicPr>
          <p:cNvPr id="64515" name="Picture 3"/>
          <p:cNvPicPr>
            <a:picLocks noChangeAspect="1" noChangeArrowheads="1"/>
          </p:cNvPicPr>
          <p:nvPr/>
        </p:nvPicPr>
        <p:blipFill>
          <a:blip r:embed="rId3"/>
          <a:srcRect/>
          <a:stretch>
            <a:fillRect/>
          </a:stretch>
        </p:blipFill>
        <p:spPr bwMode="auto">
          <a:xfrm>
            <a:off x="5100638" y="1765300"/>
            <a:ext cx="3862387" cy="3667125"/>
          </a:xfrm>
          <a:prstGeom prst="rect">
            <a:avLst/>
          </a:prstGeom>
          <a:noFill/>
          <a:ln w="9525">
            <a:noFill/>
            <a:miter lim="800000"/>
            <a:headEnd/>
            <a:tailEnd/>
          </a:ln>
        </p:spPr>
      </p:pic>
      <p:sp>
        <p:nvSpPr>
          <p:cNvPr id="6" name="TextBox 5"/>
          <p:cNvSpPr txBox="1"/>
          <p:nvPr/>
        </p:nvSpPr>
        <p:spPr>
          <a:xfrm>
            <a:off x="2995613" y="1654175"/>
            <a:ext cx="1517650" cy="368300"/>
          </a:xfrm>
          <a:prstGeom prst="rect">
            <a:avLst/>
          </a:prstGeom>
          <a:noFill/>
        </p:spPr>
        <p:txBody>
          <a:bodyPr>
            <a:spAutoFit/>
          </a:bodyPr>
          <a:lstStyle/>
          <a:p>
            <a:pPr fontAlgn="auto">
              <a:spcBef>
                <a:spcPts val="0"/>
              </a:spcBef>
              <a:spcAft>
                <a:spcPts val="0"/>
              </a:spcAft>
              <a:defRPr/>
            </a:pPr>
            <a:endParaRPr lang="en-US" dirty="0">
              <a:solidFill>
                <a:schemeClr val="tx1">
                  <a:lumMod val="50000"/>
                  <a:lumOff val="50000"/>
                </a:schemeClr>
              </a:solidFill>
              <a:latin typeface="+mn-lt"/>
            </a:endParaRPr>
          </a:p>
        </p:txBody>
      </p:sp>
      <p:sp>
        <p:nvSpPr>
          <p:cNvPr id="8" name="TextBox 7"/>
          <p:cNvSpPr txBox="1"/>
          <p:nvPr/>
        </p:nvSpPr>
        <p:spPr>
          <a:xfrm>
            <a:off x="2995613" y="1692275"/>
            <a:ext cx="1595437" cy="369888"/>
          </a:xfrm>
          <a:prstGeom prst="rect">
            <a:avLst/>
          </a:prstGeom>
          <a:noFill/>
        </p:spPr>
        <p:txBody>
          <a:bodyPr>
            <a:spAutoFit/>
          </a:bodyPr>
          <a:lstStyle/>
          <a:p>
            <a:pPr fontAlgn="auto">
              <a:spcBef>
                <a:spcPts val="0"/>
              </a:spcBef>
              <a:spcAft>
                <a:spcPts val="0"/>
              </a:spcAft>
              <a:defRPr/>
            </a:pPr>
            <a:endParaRPr lang="en-US" dirty="0">
              <a:solidFill>
                <a:schemeClr val="tx1">
                  <a:lumMod val="50000"/>
                  <a:lumOff val="50000"/>
                </a:schemeClr>
              </a:solidFill>
              <a:latin typeface="+mn-lt"/>
            </a:endParaRPr>
          </a:p>
        </p:txBody>
      </p:sp>
      <p:sp>
        <p:nvSpPr>
          <p:cNvPr id="64518" name="TextBox 11"/>
          <p:cNvSpPr txBox="1">
            <a:spLocks noChangeArrowheads="1"/>
          </p:cNvSpPr>
          <p:nvPr/>
        </p:nvSpPr>
        <p:spPr bwMode="auto">
          <a:xfrm>
            <a:off x="6518275" y="5837238"/>
            <a:ext cx="1925638" cy="368300"/>
          </a:xfrm>
          <a:prstGeom prst="rect">
            <a:avLst/>
          </a:prstGeom>
          <a:noFill/>
          <a:ln w="9525">
            <a:noFill/>
            <a:miter lim="800000"/>
            <a:headEnd/>
            <a:tailEnd/>
          </a:ln>
        </p:spPr>
        <p:txBody>
          <a:bodyPr>
            <a:spAutoFit/>
          </a:bodyPr>
          <a:lstStyle/>
          <a:p>
            <a:endParaRPr lang="en-US"/>
          </a:p>
        </p:txBody>
      </p:sp>
      <p:sp>
        <p:nvSpPr>
          <p:cNvPr id="11" name="Oval Callout 10"/>
          <p:cNvSpPr/>
          <p:nvPr/>
        </p:nvSpPr>
        <p:spPr>
          <a:xfrm>
            <a:off x="6762750" y="2144713"/>
            <a:ext cx="1655763" cy="1339850"/>
          </a:xfrm>
          <a:prstGeom prst="wedgeEllipseCallout">
            <a:avLst>
              <a:gd name="adj1" fmla="val -114901"/>
              <a:gd name="adj2" fmla="val 24816"/>
            </a:avLst>
          </a:prstGeom>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r>
              <a:rPr lang="en-US" dirty="0">
                <a:solidFill>
                  <a:schemeClr val="tx1"/>
                </a:solidFill>
                <a:cs typeface="Arial" charset="0"/>
              </a:rPr>
              <a:t>Click on Java Project</a:t>
            </a:r>
          </a:p>
          <a:p>
            <a:pPr algn="ctr" fontAlgn="auto">
              <a:spcBef>
                <a:spcPts val="0"/>
              </a:spcBef>
              <a:spcAft>
                <a:spcPts val="0"/>
              </a:spcAft>
              <a:defRPr/>
            </a:pPr>
            <a:endParaRPr lang="en-US" dirty="0"/>
          </a:p>
        </p:txBody>
      </p:sp>
      <p:sp>
        <p:nvSpPr>
          <p:cNvPr id="13" name="Rounded Rectangular Callout 12"/>
          <p:cNvSpPr/>
          <p:nvPr/>
        </p:nvSpPr>
        <p:spPr>
          <a:xfrm>
            <a:off x="6573838" y="3894138"/>
            <a:ext cx="1703387" cy="788987"/>
          </a:xfrm>
          <a:prstGeom prst="wedgeRoundRectCallout">
            <a:avLst>
              <a:gd name="adj1" fmla="val -31018"/>
              <a:gd name="adj2" fmla="val 119333"/>
              <a:gd name="adj3" fmla="val 16667"/>
            </a:avLst>
          </a:prstGeom>
        </p:spPr>
        <p:style>
          <a:lnRef idx="1">
            <a:schemeClr val="accent1"/>
          </a:lnRef>
          <a:fillRef idx="3">
            <a:schemeClr val="accent1"/>
          </a:fillRef>
          <a:effectRef idx="2">
            <a:schemeClr val="accent1"/>
          </a:effectRef>
          <a:fontRef idx="minor">
            <a:schemeClr val="lt1"/>
          </a:fontRef>
        </p:style>
        <p:txBody>
          <a:bodyPr anchor="ctr"/>
          <a:lstStyle/>
          <a:p>
            <a:pPr algn="ctr">
              <a:defRPr/>
            </a:pPr>
            <a:r>
              <a:rPr lang="en-US">
                <a:solidFill>
                  <a:schemeClr val="tx1"/>
                </a:solidFill>
              </a:rPr>
              <a:t>Click on Next</a:t>
            </a:r>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1" name="Rectangle 2"/>
          <p:cNvSpPr>
            <a:spLocks noGrp="1"/>
          </p:cNvSpPr>
          <p:nvPr>
            <p:ph type="title" idx="4294967295"/>
          </p:nvPr>
        </p:nvSpPr>
        <p:spPr>
          <a:xfrm>
            <a:off x="246184" y="175846"/>
            <a:ext cx="7564438" cy="554038"/>
          </a:xfrm>
        </p:spPr>
        <p:txBody>
          <a:bodyPr/>
          <a:lstStyle/>
          <a:p>
            <a:pPr eaLnBrk="1" hangingPunct="1"/>
            <a:r>
              <a:rPr dirty="0" smtClean="0">
                <a:solidFill>
                  <a:schemeClr val="tx1"/>
                </a:solidFill>
                <a:cs typeface="Arial" charset="0"/>
              </a:rPr>
              <a:t>Using Eclipse (Contd.).  </a:t>
            </a:r>
          </a:p>
        </p:txBody>
      </p:sp>
      <p:pic>
        <p:nvPicPr>
          <p:cNvPr id="66562" name="Picture 4"/>
          <p:cNvPicPr>
            <a:picLocks noChangeAspect="1" noChangeArrowheads="1"/>
          </p:cNvPicPr>
          <p:nvPr/>
        </p:nvPicPr>
        <p:blipFill>
          <a:blip r:embed="rId3"/>
          <a:srcRect/>
          <a:stretch>
            <a:fillRect/>
          </a:stretch>
        </p:blipFill>
        <p:spPr bwMode="auto">
          <a:xfrm>
            <a:off x="2478088" y="1178169"/>
            <a:ext cx="4162425" cy="5455994"/>
          </a:xfrm>
          <a:prstGeom prst="rect">
            <a:avLst/>
          </a:prstGeom>
          <a:noFill/>
          <a:ln w="9525">
            <a:noFill/>
            <a:miter lim="800000"/>
            <a:headEnd/>
            <a:tailEnd/>
          </a:ln>
        </p:spPr>
      </p:pic>
      <p:sp>
        <p:nvSpPr>
          <p:cNvPr id="9" name="Oval Callout 8"/>
          <p:cNvSpPr/>
          <p:nvPr/>
        </p:nvSpPr>
        <p:spPr>
          <a:xfrm>
            <a:off x="6873875" y="1572606"/>
            <a:ext cx="1403350" cy="1470631"/>
          </a:xfrm>
          <a:prstGeom prst="wedgeEllipseCallout">
            <a:avLst>
              <a:gd name="adj1" fmla="val -119472"/>
              <a:gd name="adj2" fmla="val -15314"/>
            </a:avLst>
          </a:prstGeom>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r>
              <a:rPr lang="en-US" dirty="0">
                <a:solidFill>
                  <a:schemeClr val="tx1"/>
                </a:solidFill>
                <a:cs typeface="Arial" charset="0"/>
              </a:rPr>
              <a:t>Give your project a name</a:t>
            </a:r>
          </a:p>
          <a:p>
            <a:pPr algn="ctr" fontAlgn="auto">
              <a:spcBef>
                <a:spcPts val="0"/>
              </a:spcBef>
              <a:spcAft>
                <a:spcPts val="0"/>
              </a:spcAft>
              <a:defRPr/>
            </a:pPr>
            <a:endParaRPr lang="en-US" dirty="0"/>
          </a:p>
        </p:txBody>
      </p:sp>
      <p:sp>
        <p:nvSpPr>
          <p:cNvPr id="10" name="Rounded Rectangular Callout 9"/>
          <p:cNvSpPr>
            <a:spLocks noChangeArrowheads="1"/>
          </p:cNvSpPr>
          <p:nvPr/>
        </p:nvSpPr>
        <p:spPr bwMode="auto">
          <a:xfrm>
            <a:off x="7583488" y="5378392"/>
            <a:ext cx="1176337" cy="573146"/>
          </a:xfrm>
          <a:prstGeom prst="wedgeRoundRectCallout">
            <a:avLst>
              <a:gd name="adj1" fmla="val -213190"/>
              <a:gd name="adj2" fmla="val 107783"/>
              <a:gd name="adj3" fmla="val 16667"/>
            </a:avLst>
          </a:prstGeom>
          <a:gradFill rotWithShape="1">
            <a:gsLst>
              <a:gs pos="0">
                <a:srgbClr val="00B1FF"/>
              </a:gs>
              <a:gs pos="100000">
                <a:srgbClr val="7ADBFF"/>
              </a:gs>
            </a:gsLst>
            <a:lin ang="16200000"/>
          </a:gradFill>
          <a:ln w="9525" algn="ctr">
            <a:solidFill>
              <a:srgbClr val="00A1DF"/>
            </a:solidFill>
            <a:miter lim="800000"/>
            <a:headEnd/>
            <a:tailEnd/>
          </a:ln>
          <a:effectLst>
            <a:outerShdw dist="23000" dir="5400000" rotWithShape="0">
              <a:srgbClr val="000000">
                <a:alpha val="34999"/>
              </a:srgbClr>
            </a:outerShdw>
          </a:effectLst>
        </p:spPr>
        <p:txBody>
          <a:bodyPr anchor="ctr"/>
          <a:lstStyle/>
          <a:p>
            <a:pPr algn="ctr" fontAlgn="auto">
              <a:spcBef>
                <a:spcPts val="0"/>
              </a:spcBef>
              <a:spcAft>
                <a:spcPts val="0"/>
              </a:spcAft>
              <a:defRPr/>
            </a:pPr>
            <a:r>
              <a:rPr lang="en-US" dirty="0">
                <a:latin typeface="+mn-lt"/>
              </a:rPr>
              <a:t>Click Finish</a:t>
            </a:r>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09" name="Rectangle 2"/>
          <p:cNvSpPr>
            <a:spLocks noGrp="1"/>
          </p:cNvSpPr>
          <p:nvPr>
            <p:ph type="title" idx="4294967295"/>
          </p:nvPr>
        </p:nvSpPr>
        <p:spPr>
          <a:xfrm>
            <a:off x="175846" y="123092"/>
            <a:ext cx="7564438" cy="554038"/>
          </a:xfrm>
        </p:spPr>
        <p:txBody>
          <a:bodyPr/>
          <a:lstStyle/>
          <a:p>
            <a:pPr eaLnBrk="1" hangingPunct="1"/>
            <a:r>
              <a:rPr dirty="0" smtClean="0">
                <a:solidFill>
                  <a:schemeClr val="tx1"/>
                </a:solidFill>
                <a:cs typeface="Arial" charset="0"/>
              </a:rPr>
              <a:t>Using Eclipse (Contd.).  </a:t>
            </a:r>
          </a:p>
        </p:txBody>
      </p:sp>
      <p:sp>
        <p:nvSpPr>
          <p:cNvPr id="68610" name="Rectangle 3"/>
          <p:cNvSpPr>
            <a:spLocks noGrp="1"/>
          </p:cNvSpPr>
          <p:nvPr>
            <p:ph idx="4294967295"/>
          </p:nvPr>
        </p:nvSpPr>
        <p:spPr>
          <a:xfrm>
            <a:off x="0" y="1371600"/>
            <a:ext cx="8229600" cy="5029200"/>
          </a:xfrm>
        </p:spPr>
        <p:txBody>
          <a:bodyPr/>
          <a:lstStyle/>
          <a:p>
            <a:pPr eaLnBrk="1" hangingPunct="1"/>
            <a:endParaRPr smtClean="0">
              <a:cs typeface="Arial" charset="0"/>
            </a:endParaRPr>
          </a:p>
          <a:p>
            <a:pPr eaLnBrk="1" hangingPunct="1"/>
            <a:endParaRPr smtClean="0">
              <a:cs typeface="Arial" charset="0"/>
            </a:endParaRPr>
          </a:p>
          <a:p>
            <a:pPr eaLnBrk="1" hangingPunct="1"/>
            <a:endParaRPr smtClean="0">
              <a:cs typeface="Arial" charset="0"/>
            </a:endParaRPr>
          </a:p>
          <a:p>
            <a:pPr eaLnBrk="1" hangingPunct="1"/>
            <a:endParaRPr smtClean="0">
              <a:cs typeface="Arial" charset="0"/>
            </a:endParaRPr>
          </a:p>
        </p:txBody>
      </p:sp>
      <p:pic>
        <p:nvPicPr>
          <p:cNvPr id="68611" name="Picture 2"/>
          <p:cNvPicPr>
            <a:picLocks noChangeAspect="1" noChangeArrowheads="1"/>
          </p:cNvPicPr>
          <p:nvPr/>
        </p:nvPicPr>
        <p:blipFill>
          <a:blip r:embed="rId3"/>
          <a:srcRect/>
          <a:stretch>
            <a:fillRect/>
          </a:stretch>
        </p:blipFill>
        <p:spPr bwMode="auto">
          <a:xfrm>
            <a:off x="4448175" y="809625"/>
            <a:ext cx="4695825" cy="5772150"/>
          </a:xfrm>
          <a:prstGeom prst="rect">
            <a:avLst/>
          </a:prstGeom>
          <a:noFill/>
          <a:ln w="9525">
            <a:noFill/>
            <a:miter lim="800000"/>
            <a:headEnd/>
            <a:tailEnd/>
          </a:ln>
        </p:spPr>
      </p:pic>
      <p:sp>
        <p:nvSpPr>
          <p:cNvPr id="8" name="Oval Callout 7"/>
          <p:cNvSpPr/>
          <p:nvPr/>
        </p:nvSpPr>
        <p:spPr>
          <a:xfrm>
            <a:off x="5643563" y="4203700"/>
            <a:ext cx="2459037" cy="1971675"/>
          </a:xfrm>
          <a:prstGeom prst="wedgeEllipseCallout">
            <a:avLst>
              <a:gd name="adj1" fmla="val 20107"/>
              <a:gd name="adj2" fmla="val -60238"/>
            </a:avLst>
          </a:prstGeom>
        </p:spPr>
        <p:style>
          <a:lnRef idx="1">
            <a:schemeClr val="accent1"/>
          </a:lnRef>
          <a:fillRef idx="3">
            <a:schemeClr val="accent1"/>
          </a:fillRef>
          <a:effectRef idx="2">
            <a:schemeClr val="accent1"/>
          </a:effectRef>
          <a:fontRef idx="minor">
            <a:schemeClr val="lt1"/>
          </a:fontRef>
        </p:style>
        <p:txBody>
          <a:bodyPr anchor="ctr"/>
          <a:lstStyle/>
          <a:p>
            <a:pPr fontAlgn="auto">
              <a:spcBef>
                <a:spcPts val="0"/>
              </a:spcBef>
              <a:spcAft>
                <a:spcPts val="0"/>
              </a:spcAft>
              <a:defRPr/>
            </a:pPr>
            <a:endParaRPr lang="en-US" dirty="0">
              <a:cs typeface="Arial" charset="0"/>
            </a:endParaRPr>
          </a:p>
          <a:p>
            <a:pPr fontAlgn="auto">
              <a:spcBef>
                <a:spcPts val="0"/>
              </a:spcBef>
              <a:spcAft>
                <a:spcPts val="0"/>
              </a:spcAft>
              <a:defRPr/>
            </a:pPr>
            <a:r>
              <a:rPr lang="en-US" dirty="0">
                <a:solidFill>
                  <a:schemeClr val="tx1"/>
                </a:solidFill>
                <a:cs typeface="Arial" charset="0"/>
              </a:rPr>
              <a:t>If it asks you to switch to the Java Perspective, say yes</a:t>
            </a:r>
          </a:p>
          <a:p>
            <a:pPr algn="ctr" fontAlgn="auto">
              <a:spcBef>
                <a:spcPts val="0"/>
              </a:spcBef>
              <a:spcAft>
                <a:spcPts val="0"/>
              </a:spcAft>
              <a:defRPr/>
            </a:pPr>
            <a:endParaRPr lang="en-US" dirty="0"/>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7" name="Rectangle 2"/>
          <p:cNvSpPr>
            <a:spLocks noGrp="1"/>
          </p:cNvSpPr>
          <p:nvPr>
            <p:ph type="title" idx="4294967295"/>
          </p:nvPr>
        </p:nvSpPr>
        <p:spPr>
          <a:xfrm>
            <a:off x="211016" y="158262"/>
            <a:ext cx="7564438" cy="554038"/>
          </a:xfrm>
        </p:spPr>
        <p:txBody>
          <a:bodyPr/>
          <a:lstStyle/>
          <a:p>
            <a:pPr eaLnBrk="1" hangingPunct="1"/>
            <a:r>
              <a:rPr dirty="0" smtClean="0">
                <a:solidFill>
                  <a:schemeClr val="tx1"/>
                </a:solidFill>
                <a:cs typeface="Arial" charset="0"/>
              </a:rPr>
              <a:t>Create package</a:t>
            </a:r>
          </a:p>
        </p:txBody>
      </p:sp>
      <p:pic>
        <p:nvPicPr>
          <p:cNvPr id="70659" name="Picture 2"/>
          <p:cNvPicPr>
            <a:picLocks noChangeAspect="1" noChangeArrowheads="1"/>
          </p:cNvPicPr>
          <p:nvPr/>
        </p:nvPicPr>
        <p:blipFill>
          <a:blip r:embed="rId3"/>
          <a:srcRect/>
          <a:stretch>
            <a:fillRect/>
          </a:stretch>
        </p:blipFill>
        <p:spPr bwMode="auto">
          <a:xfrm>
            <a:off x="346075" y="1147763"/>
            <a:ext cx="7867650" cy="5292725"/>
          </a:xfrm>
          <a:prstGeom prst="rect">
            <a:avLst/>
          </a:prstGeom>
          <a:noFill/>
          <a:ln w="9525">
            <a:noFill/>
            <a:miter lim="800000"/>
            <a:headEnd/>
            <a:tailEnd/>
          </a:ln>
        </p:spPr>
      </p:pic>
      <p:sp>
        <p:nvSpPr>
          <p:cNvPr id="5" name="Oval Callout 4"/>
          <p:cNvSpPr/>
          <p:nvPr/>
        </p:nvSpPr>
        <p:spPr>
          <a:xfrm>
            <a:off x="5759450" y="1147763"/>
            <a:ext cx="1885950" cy="2198687"/>
          </a:xfrm>
          <a:prstGeom prst="wedgeEllipseCallout">
            <a:avLst>
              <a:gd name="adj1" fmla="val -266592"/>
              <a:gd name="adj2" fmla="val 16784"/>
            </a:avLst>
          </a:prstGeom>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sp>
        <p:nvSpPr>
          <p:cNvPr id="70661" name="TextBox 5"/>
          <p:cNvSpPr txBox="1">
            <a:spLocks noChangeArrowheads="1"/>
          </p:cNvSpPr>
          <p:nvPr/>
        </p:nvSpPr>
        <p:spPr bwMode="auto">
          <a:xfrm>
            <a:off x="6049963" y="1284288"/>
            <a:ext cx="1595437" cy="2030412"/>
          </a:xfrm>
          <a:prstGeom prst="rect">
            <a:avLst/>
          </a:prstGeom>
          <a:noFill/>
          <a:ln w="9525">
            <a:noFill/>
            <a:miter lim="800000"/>
            <a:headEnd/>
            <a:tailEnd/>
          </a:ln>
        </p:spPr>
        <p:txBody>
          <a:bodyPr>
            <a:spAutoFit/>
          </a:bodyPr>
          <a:lstStyle/>
          <a:p>
            <a:r>
              <a:rPr lang="en-US" dirty="0">
                <a:cs typeface="Arial" charset="0"/>
              </a:rPr>
              <a:t>Select the folder </a:t>
            </a:r>
            <a:r>
              <a:rPr lang="en-US" dirty="0" err="1">
                <a:cs typeface="Arial" charset="0"/>
              </a:rPr>
              <a:t>src</a:t>
            </a:r>
            <a:r>
              <a:rPr lang="en-US" dirty="0">
                <a:cs typeface="Arial" charset="0"/>
              </a:rPr>
              <a:t>, right click on it and select New → Package</a:t>
            </a:r>
          </a:p>
          <a:p>
            <a:endParaRPr lang="en-US" dirty="0"/>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5" name="Rectangle 2"/>
          <p:cNvSpPr>
            <a:spLocks noGrp="1"/>
          </p:cNvSpPr>
          <p:nvPr>
            <p:ph type="title" idx="4294967295"/>
          </p:nvPr>
        </p:nvSpPr>
        <p:spPr>
          <a:xfrm>
            <a:off x="228600" y="239712"/>
            <a:ext cx="7564438" cy="554038"/>
          </a:xfrm>
        </p:spPr>
        <p:txBody>
          <a:bodyPr/>
          <a:lstStyle/>
          <a:p>
            <a:pPr eaLnBrk="1" hangingPunct="1"/>
            <a:r>
              <a:rPr dirty="0" smtClean="0">
                <a:solidFill>
                  <a:schemeClr val="tx1"/>
                </a:solidFill>
                <a:cs typeface="Arial" charset="0"/>
              </a:rPr>
              <a:t>Adding new classes/ files to the project</a:t>
            </a:r>
          </a:p>
        </p:txBody>
      </p:sp>
      <p:sp>
        <p:nvSpPr>
          <p:cNvPr id="72706" name="Rectangle 3"/>
          <p:cNvSpPr>
            <a:spLocks noGrp="1"/>
          </p:cNvSpPr>
          <p:nvPr>
            <p:ph idx="4294967295"/>
          </p:nvPr>
        </p:nvSpPr>
        <p:spPr>
          <a:xfrm>
            <a:off x="175846" y="882650"/>
            <a:ext cx="3472229" cy="5029200"/>
          </a:xfrm>
        </p:spPr>
        <p:txBody>
          <a:bodyPr/>
          <a:lstStyle/>
          <a:p>
            <a:pPr eaLnBrk="1" hangingPunct="1"/>
            <a:r>
              <a:rPr dirty="0" smtClean="0">
                <a:solidFill>
                  <a:schemeClr val="tx1"/>
                </a:solidFill>
                <a:cs typeface="Arial" charset="0"/>
              </a:rPr>
              <a:t>To add a new class go to the project click File-&gt;</a:t>
            </a:r>
          </a:p>
          <a:p>
            <a:pPr eaLnBrk="1" hangingPunct="1">
              <a:buFont typeface="Arial" charset="0"/>
              <a:buNone/>
            </a:pPr>
            <a:r>
              <a:rPr dirty="0" smtClean="0">
                <a:solidFill>
                  <a:schemeClr val="tx1"/>
                </a:solidFill>
                <a:cs typeface="Arial" charset="0"/>
              </a:rPr>
              <a:t>    New-&gt;Class.</a:t>
            </a:r>
          </a:p>
          <a:p>
            <a:pPr eaLnBrk="1" hangingPunct="1"/>
            <a:endParaRPr dirty="0" smtClean="0">
              <a:solidFill>
                <a:schemeClr val="tx1"/>
              </a:solidFill>
              <a:cs typeface="Arial" charset="0"/>
            </a:endParaRPr>
          </a:p>
          <a:p>
            <a:pPr eaLnBrk="1" hangingPunct="1">
              <a:buFont typeface="Arial" charset="0"/>
              <a:buNone/>
            </a:pPr>
            <a:endParaRPr dirty="0" smtClean="0">
              <a:solidFill>
                <a:schemeClr val="tx1"/>
              </a:solidFill>
              <a:cs typeface="Arial" charset="0"/>
            </a:endParaRPr>
          </a:p>
          <a:p>
            <a:pPr eaLnBrk="1" hangingPunct="1"/>
            <a:endParaRPr dirty="0" smtClean="0">
              <a:solidFill>
                <a:schemeClr val="tx1"/>
              </a:solidFill>
              <a:cs typeface="Arial" charset="0"/>
            </a:endParaRPr>
          </a:p>
          <a:p>
            <a:pPr eaLnBrk="1" hangingPunct="1"/>
            <a:endParaRPr dirty="0" smtClean="0">
              <a:cs typeface="Arial" charset="0"/>
            </a:endParaRPr>
          </a:p>
          <a:p>
            <a:pPr eaLnBrk="1" hangingPunct="1"/>
            <a:endParaRPr dirty="0" smtClean="0">
              <a:cs typeface="Arial" charset="0"/>
            </a:endParaRPr>
          </a:p>
          <a:p>
            <a:pPr eaLnBrk="1" hangingPunct="1"/>
            <a:endParaRPr dirty="0" smtClean="0">
              <a:cs typeface="Arial" charset="0"/>
            </a:endParaRPr>
          </a:p>
        </p:txBody>
      </p:sp>
      <p:pic>
        <p:nvPicPr>
          <p:cNvPr id="72707" name="Picture 2"/>
          <p:cNvPicPr>
            <a:picLocks noChangeAspect="1" noChangeArrowheads="1"/>
          </p:cNvPicPr>
          <p:nvPr/>
        </p:nvPicPr>
        <p:blipFill>
          <a:blip r:embed="rId3"/>
          <a:srcRect/>
          <a:stretch>
            <a:fillRect/>
          </a:stretch>
        </p:blipFill>
        <p:spPr bwMode="auto">
          <a:xfrm>
            <a:off x="3648075" y="793750"/>
            <a:ext cx="4389438" cy="5819775"/>
          </a:xfrm>
          <a:prstGeom prst="rect">
            <a:avLst/>
          </a:prstGeom>
          <a:noFill/>
          <a:ln w="9525">
            <a:noFill/>
            <a:miter lim="800000"/>
            <a:headEnd/>
            <a:tailEnd/>
          </a:ln>
        </p:spPr>
      </p:pic>
      <p:sp>
        <p:nvSpPr>
          <p:cNvPr id="6" name="Rectangular Callout 5"/>
          <p:cNvSpPr/>
          <p:nvPr/>
        </p:nvSpPr>
        <p:spPr>
          <a:xfrm>
            <a:off x="6400800" y="4570413"/>
            <a:ext cx="2536825" cy="795337"/>
          </a:xfrm>
          <a:prstGeom prst="wedgeRectCallout">
            <a:avLst>
              <a:gd name="adj1" fmla="val -65596"/>
              <a:gd name="adj2" fmla="val -29567"/>
            </a:avLst>
          </a:prstGeom>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r>
              <a:rPr lang="en-US" dirty="0">
                <a:solidFill>
                  <a:schemeClr val="tx1"/>
                </a:solidFill>
              </a:rPr>
              <a:t>Click on the option to create a main() method</a:t>
            </a:r>
          </a:p>
        </p:txBody>
      </p:sp>
      <p:sp>
        <p:nvSpPr>
          <p:cNvPr id="7" name="Oval Callout 6"/>
          <p:cNvSpPr/>
          <p:nvPr/>
        </p:nvSpPr>
        <p:spPr>
          <a:xfrm>
            <a:off x="6100763" y="1170842"/>
            <a:ext cx="2176462" cy="1262063"/>
          </a:xfrm>
          <a:prstGeom prst="wedgeEllipseCallout">
            <a:avLst>
              <a:gd name="adj1" fmla="val -66423"/>
              <a:gd name="adj2" fmla="val -21318"/>
            </a:avLst>
          </a:prstGeom>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r>
              <a:rPr lang="en-US" dirty="0">
                <a:solidFill>
                  <a:schemeClr val="tx1"/>
                </a:solidFill>
                <a:cs typeface="Arial" charset="0"/>
              </a:rPr>
              <a:t>The New Class Dialog will appear</a:t>
            </a:r>
            <a:endParaRPr lang="en-US" dirty="0">
              <a:solidFill>
                <a:schemeClr val="tx1"/>
              </a:solidFill>
            </a:endParaRPr>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3" name="Rectangle 2"/>
          <p:cNvSpPr>
            <a:spLocks noGrp="1"/>
          </p:cNvSpPr>
          <p:nvPr>
            <p:ph type="title" idx="4294967295"/>
          </p:nvPr>
        </p:nvSpPr>
        <p:spPr>
          <a:xfrm>
            <a:off x="0" y="17585"/>
            <a:ext cx="7564438" cy="554038"/>
          </a:xfrm>
        </p:spPr>
        <p:txBody>
          <a:bodyPr/>
          <a:lstStyle/>
          <a:p>
            <a:pPr eaLnBrk="1" hangingPunct="1"/>
            <a:r>
              <a:rPr dirty="0" smtClean="0">
                <a:solidFill>
                  <a:schemeClr val="tx1"/>
                </a:solidFill>
                <a:cs typeface="Arial" charset="0"/>
              </a:rPr>
              <a:t>Adding new classes/ files to the project</a:t>
            </a:r>
          </a:p>
        </p:txBody>
      </p:sp>
      <p:pic>
        <p:nvPicPr>
          <p:cNvPr id="74755" name="Picture 2"/>
          <p:cNvPicPr>
            <a:picLocks noChangeAspect="1" noChangeArrowheads="1"/>
          </p:cNvPicPr>
          <p:nvPr/>
        </p:nvPicPr>
        <p:blipFill>
          <a:blip r:embed="rId3"/>
          <a:srcRect/>
          <a:stretch>
            <a:fillRect/>
          </a:stretch>
        </p:blipFill>
        <p:spPr bwMode="auto">
          <a:xfrm>
            <a:off x="773113" y="1706563"/>
            <a:ext cx="7956550" cy="4868862"/>
          </a:xfrm>
          <a:prstGeom prst="rect">
            <a:avLst/>
          </a:prstGeom>
          <a:noFill/>
          <a:ln w="9525">
            <a:noFill/>
            <a:miter lim="800000"/>
            <a:headEnd/>
            <a:tailEnd/>
          </a:ln>
        </p:spPr>
      </p:pic>
      <p:sp>
        <p:nvSpPr>
          <p:cNvPr id="5" name="Rectangular Callout 4"/>
          <p:cNvSpPr/>
          <p:nvPr/>
        </p:nvSpPr>
        <p:spPr>
          <a:xfrm>
            <a:off x="2349500" y="931985"/>
            <a:ext cx="3309938" cy="644403"/>
          </a:xfrm>
          <a:prstGeom prst="wedgeRectCallout">
            <a:avLst>
              <a:gd name="adj1" fmla="val -20833"/>
              <a:gd name="adj2" fmla="val 95833"/>
            </a:avLst>
          </a:prstGeom>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dirty="0" smtClean="0">
              <a:solidFill>
                <a:schemeClr val="tx1"/>
              </a:solidFill>
              <a:cs typeface="Arial" charset="0"/>
            </a:endParaRPr>
          </a:p>
          <a:p>
            <a:pPr algn="ctr" fontAlgn="auto">
              <a:spcBef>
                <a:spcPts val="0"/>
              </a:spcBef>
              <a:spcAft>
                <a:spcPts val="0"/>
              </a:spcAft>
              <a:defRPr/>
            </a:pPr>
            <a:r>
              <a:rPr lang="en-US" dirty="0" smtClean="0">
                <a:solidFill>
                  <a:schemeClr val="tx1"/>
                </a:solidFill>
                <a:cs typeface="Arial" charset="0"/>
              </a:rPr>
              <a:t>After </a:t>
            </a:r>
            <a:r>
              <a:rPr lang="en-US" dirty="0">
                <a:solidFill>
                  <a:schemeClr val="tx1"/>
                </a:solidFill>
                <a:cs typeface="Arial" charset="0"/>
              </a:rPr>
              <a:t>adding new class your window should look like this.</a:t>
            </a:r>
          </a:p>
          <a:p>
            <a:pPr algn="ctr" fontAlgn="auto">
              <a:spcBef>
                <a:spcPts val="0"/>
              </a:spcBef>
              <a:spcAft>
                <a:spcPts val="0"/>
              </a:spcAft>
              <a:defRPr/>
            </a:pPr>
            <a:endParaRPr lang="en-US" dirty="0">
              <a:solidFill>
                <a:schemeClr val="tx1"/>
              </a:solidFill>
            </a:endParaRPr>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1" name="Rectangle 2"/>
          <p:cNvSpPr>
            <a:spLocks noGrp="1"/>
          </p:cNvSpPr>
          <p:nvPr>
            <p:ph type="title" idx="4294967295"/>
          </p:nvPr>
        </p:nvSpPr>
        <p:spPr>
          <a:xfrm>
            <a:off x="263769" y="52754"/>
            <a:ext cx="7564438" cy="554038"/>
          </a:xfrm>
        </p:spPr>
        <p:txBody>
          <a:bodyPr/>
          <a:lstStyle/>
          <a:p>
            <a:pPr eaLnBrk="1" hangingPunct="1"/>
            <a:r>
              <a:rPr dirty="0" smtClean="0">
                <a:solidFill>
                  <a:schemeClr val="tx1"/>
                </a:solidFill>
                <a:cs typeface="Arial" charset="0"/>
              </a:rPr>
              <a:t>Java Perspective and Package Explorer</a:t>
            </a:r>
          </a:p>
        </p:txBody>
      </p:sp>
      <p:sp>
        <p:nvSpPr>
          <p:cNvPr id="76802" name="Rectangle 3"/>
          <p:cNvSpPr>
            <a:spLocks noGrp="1"/>
          </p:cNvSpPr>
          <p:nvPr>
            <p:ph idx="4294967295"/>
          </p:nvPr>
        </p:nvSpPr>
        <p:spPr>
          <a:xfrm>
            <a:off x="668460" y="1069975"/>
            <a:ext cx="5222630" cy="5029200"/>
          </a:xfrm>
        </p:spPr>
        <p:txBody>
          <a:bodyPr/>
          <a:lstStyle/>
          <a:p>
            <a:pPr eaLnBrk="1" hangingPunct="1"/>
            <a:endParaRPr dirty="0" smtClean="0">
              <a:cs typeface="Arial" charset="0"/>
            </a:endParaRPr>
          </a:p>
          <a:p>
            <a:pPr eaLnBrk="1" hangingPunct="1"/>
            <a:endParaRPr dirty="0" smtClean="0">
              <a:cs typeface="Arial" charset="0"/>
            </a:endParaRPr>
          </a:p>
          <a:p>
            <a:pPr eaLnBrk="1" hangingPunct="1"/>
            <a:endParaRPr dirty="0" smtClean="0">
              <a:cs typeface="Arial" charset="0"/>
            </a:endParaRPr>
          </a:p>
          <a:p>
            <a:pPr eaLnBrk="1" hangingPunct="1"/>
            <a:endParaRPr dirty="0" smtClean="0">
              <a:cs typeface="Arial" charset="0"/>
            </a:endParaRPr>
          </a:p>
          <a:p>
            <a:pPr eaLnBrk="1" hangingPunct="1"/>
            <a:endParaRPr dirty="0" smtClean="0">
              <a:cs typeface="Arial" charset="0"/>
            </a:endParaRPr>
          </a:p>
          <a:p>
            <a:pPr eaLnBrk="1" hangingPunct="1">
              <a:buFont typeface="Arial" charset="0"/>
              <a:buNone/>
            </a:pPr>
            <a:endParaRPr dirty="0" smtClean="0">
              <a:cs typeface="Arial" charset="0"/>
            </a:endParaRPr>
          </a:p>
          <a:p>
            <a:pPr eaLnBrk="1" hangingPunct="1"/>
            <a:endParaRPr dirty="0" smtClean="0">
              <a:cs typeface="Arial" charset="0"/>
            </a:endParaRPr>
          </a:p>
          <a:p>
            <a:pPr eaLnBrk="1" hangingPunct="1"/>
            <a:r>
              <a:rPr dirty="0" smtClean="0">
                <a:solidFill>
                  <a:schemeClr val="tx1"/>
                </a:solidFill>
                <a:cs typeface="Arial" charset="0"/>
              </a:rPr>
              <a:t>By using this we can browse our Java projects. </a:t>
            </a:r>
          </a:p>
          <a:p>
            <a:pPr eaLnBrk="1" hangingPunct="1"/>
            <a:r>
              <a:rPr dirty="0" smtClean="0">
                <a:solidFill>
                  <a:schemeClr val="tx1"/>
                </a:solidFill>
                <a:cs typeface="Arial" charset="0"/>
              </a:rPr>
              <a:t>Select the components you want to work on via double-click.</a:t>
            </a:r>
          </a:p>
          <a:p>
            <a:pPr eaLnBrk="1" hangingPunct="1"/>
            <a:endParaRPr dirty="0" smtClean="0">
              <a:solidFill>
                <a:schemeClr val="tx1"/>
              </a:solidFill>
              <a:cs typeface="Arial" charset="0"/>
            </a:endParaRPr>
          </a:p>
          <a:p>
            <a:pPr eaLnBrk="1" hangingPunct="1"/>
            <a:endParaRPr dirty="0" smtClean="0">
              <a:cs typeface="Arial" charset="0"/>
            </a:endParaRPr>
          </a:p>
          <a:p>
            <a:pPr eaLnBrk="1" hangingPunct="1"/>
            <a:endParaRPr dirty="0" smtClean="0">
              <a:cs typeface="Arial" charset="0"/>
            </a:endParaRPr>
          </a:p>
        </p:txBody>
      </p:sp>
      <p:pic>
        <p:nvPicPr>
          <p:cNvPr id="76803" name="Picture 3"/>
          <p:cNvPicPr>
            <a:picLocks noChangeAspect="1" noChangeArrowheads="1"/>
          </p:cNvPicPr>
          <p:nvPr/>
        </p:nvPicPr>
        <p:blipFill>
          <a:blip r:embed="rId3"/>
          <a:srcRect/>
          <a:stretch>
            <a:fillRect/>
          </a:stretch>
        </p:blipFill>
        <p:spPr bwMode="auto">
          <a:xfrm>
            <a:off x="6130925" y="1593850"/>
            <a:ext cx="2447925" cy="3367088"/>
          </a:xfrm>
          <a:prstGeom prst="rect">
            <a:avLst/>
          </a:prstGeom>
          <a:noFill/>
          <a:ln w="9525">
            <a:noFill/>
            <a:miter lim="800000"/>
            <a:headEnd/>
            <a:tailEnd/>
          </a:ln>
        </p:spPr>
      </p:pic>
      <p:sp>
        <p:nvSpPr>
          <p:cNvPr id="5" name="Oval Callout 4"/>
          <p:cNvSpPr/>
          <p:nvPr/>
        </p:nvSpPr>
        <p:spPr>
          <a:xfrm>
            <a:off x="3279775" y="1069975"/>
            <a:ext cx="2911475" cy="2255838"/>
          </a:xfrm>
          <a:prstGeom prst="wedgeEllipseCallout">
            <a:avLst>
              <a:gd name="adj1" fmla="val 64144"/>
              <a:gd name="adj2" fmla="val -12646"/>
            </a:avLst>
          </a:prstGeom>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r>
              <a:rPr lang="en-US" dirty="0">
                <a:solidFill>
                  <a:schemeClr val="tx1"/>
                </a:solidFill>
                <a:cs typeface="Arial" charset="0"/>
              </a:rPr>
              <a:t>On the left hand side, this perspective shows the "Package Explorer" View</a:t>
            </a:r>
            <a:endParaRPr lang="en-US" dirty="0">
              <a:solidFill>
                <a:schemeClr val="tx1"/>
              </a:solidFill>
            </a:endParaRPr>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49" name="Rectangle 2"/>
          <p:cNvSpPr>
            <a:spLocks noGrp="1"/>
          </p:cNvSpPr>
          <p:nvPr>
            <p:ph type="title" idx="4294967295"/>
          </p:nvPr>
        </p:nvSpPr>
        <p:spPr>
          <a:xfrm>
            <a:off x="193431" y="87923"/>
            <a:ext cx="7564438" cy="554038"/>
          </a:xfrm>
        </p:spPr>
        <p:txBody>
          <a:bodyPr/>
          <a:lstStyle/>
          <a:p>
            <a:pPr eaLnBrk="1" hangingPunct="1"/>
            <a:r>
              <a:rPr dirty="0" smtClean="0">
                <a:solidFill>
                  <a:schemeClr val="tx1"/>
                </a:solidFill>
                <a:cs typeface="Arial" charset="0"/>
              </a:rPr>
              <a:t>Problems view</a:t>
            </a:r>
          </a:p>
        </p:txBody>
      </p:sp>
      <p:pic>
        <p:nvPicPr>
          <p:cNvPr id="78851" name="Picture 2"/>
          <p:cNvPicPr>
            <a:picLocks noChangeAspect="1" noChangeArrowheads="1"/>
          </p:cNvPicPr>
          <p:nvPr/>
        </p:nvPicPr>
        <p:blipFill>
          <a:blip r:embed="rId3"/>
          <a:srcRect/>
          <a:stretch>
            <a:fillRect/>
          </a:stretch>
        </p:blipFill>
        <p:spPr bwMode="auto">
          <a:xfrm>
            <a:off x="368300" y="3405188"/>
            <a:ext cx="7646988" cy="2178050"/>
          </a:xfrm>
          <a:prstGeom prst="rect">
            <a:avLst/>
          </a:prstGeom>
          <a:noFill/>
          <a:ln w="9525">
            <a:noFill/>
            <a:miter lim="800000"/>
            <a:headEnd/>
            <a:tailEnd/>
          </a:ln>
        </p:spPr>
      </p:pic>
      <p:sp>
        <p:nvSpPr>
          <p:cNvPr id="5" name="Rectangular Callout 4"/>
          <p:cNvSpPr/>
          <p:nvPr/>
        </p:nvSpPr>
        <p:spPr>
          <a:xfrm>
            <a:off x="3582988" y="1789113"/>
            <a:ext cx="4006850" cy="1595437"/>
          </a:xfrm>
          <a:prstGeom prst="wedgeRectCallout">
            <a:avLst>
              <a:gd name="adj1" fmla="val -117092"/>
              <a:gd name="adj2" fmla="val 63299"/>
            </a:avLst>
          </a:prstGeom>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r>
              <a:rPr lang="en-US" dirty="0">
                <a:solidFill>
                  <a:schemeClr val="tx1"/>
                </a:solidFill>
                <a:cs typeface="Arial" charset="0"/>
              </a:rPr>
              <a:t>To view the problems in your project you can use the "Problems" View which is part of the standard Java Perspective </a:t>
            </a:r>
          </a:p>
          <a:p>
            <a:pPr algn="ctr" fontAlgn="auto">
              <a:spcBef>
                <a:spcPts val="0"/>
              </a:spcBef>
              <a:spcAft>
                <a:spcPts val="0"/>
              </a:spcAft>
              <a:defRPr/>
            </a:pPr>
            <a:endParaRPr lang="en-US" dirty="0">
              <a:solidFill>
                <a:schemeClr val="tx1"/>
              </a:solidFill>
            </a:endParaRPr>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7" name="Rectangle 2"/>
          <p:cNvSpPr>
            <a:spLocks noGrp="1"/>
          </p:cNvSpPr>
          <p:nvPr>
            <p:ph type="title" idx="4294967295"/>
          </p:nvPr>
        </p:nvSpPr>
        <p:spPr>
          <a:xfrm>
            <a:off x="425450" y="193431"/>
            <a:ext cx="7564438" cy="554038"/>
          </a:xfrm>
        </p:spPr>
        <p:txBody>
          <a:bodyPr/>
          <a:lstStyle/>
          <a:p>
            <a:pPr eaLnBrk="1" hangingPunct="1"/>
            <a:r>
              <a:rPr dirty="0" smtClean="0">
                <a:solidFill>
                  <a:schemeClr val="tx1"/>
                </a:solidFill>
                <a:cs typeface="Arial" charset="0"/>
              </a:rPr>
              <a:t>Run your project in Eclipse </a:t>
            </a:r>
          </a:p>
        </p:txBody>
      </p:sp>
      <p:sp>
        <p:nvSpPr>
          <p:cNvPr id="80898" name="Rectangle 3"/>
          <p:cNvSpPr>
            <a:spLocks noGrp="1"/>
          </p:cNvSpPr>
          <p:nvPr>
            <p:ph idx="4294967295"/>
          </p:nvPr>
        </p:nvSpPr>
        <p:spPr>
          <a:xfrm>
            <a:off x="0" y="766763"/>
            <a:ext cx="8229600" cy="5029200"/>
          </a:xfrm>
        </p:spPr>
        <p:txBody>
          <a:bodyPr/>
          <a:lstStyle/>
          <a:p>
            <a:pPr eaLnBrk="1" hangingPunct="1">
              <a:buFont typeface="Arial" charset="0"/>
              <a:buNone/>
            </a:pPr>
            <a:endParaRPr smtClean="0">
              <a:cs typeface="Arial" charset="0"/>
            </a:endParaRPr>
          </a:p>
          <a:p>
            <a:pPr eaLnBrk="1" hangingPunct="1"/>
            <a:endParaRPr smtClean="0">
              <a:cs typeface="Arial" charset="0"/>
            </a:endParaRPr>
          </a:p>
          <a:p>
            <a:pPr eaLnBrk="1" hangingPunct="1"/>
            <a:endParaRPr smtClean="0">
              <a:cs typeface="Arial" charset="0"/>
            </a:endParaRPr>
          </a:p>
        </p:txBody>
      </p:sp>
      <p:pic>
        <p:nvPicPr>
          <p:cNvPr id="80899" name="Picture 2"/>
          <p:cNvPicPr>
            <a:picLocks noChangeAspect="1" noChangeArrowheads="1"/>
          </p:cNvPicPr>
          <p:nvPr/>
        </p:nvPicPr>
        <p:blipFill>
          <a:blip r:embed="rId3"/>
          <a:srcRect/>
          <a:stretch>
            <a:fillRect/>
          </a:stretch>
        </p:blipFill>
        <p:spPr bwMode="auto">
          <a:xfrm>
            <a:off x="425450" y="1420813"/>
            <a:ext cx="7874000" cy="4986337"/>
          </a:xfrm>
          <a:prstGeom prst="rect">
            <a:avLst/>
          </a:prstGeom>
          <a:noFill/>
          <a:ln w="9525">
            <a:noFill/>
            <a:miter lim="800000"/>
            <a:headEnd/>
            <a:tailEnd/>
          </a:ln>
        </p:spPr>
      </p:pic>
      <p:sp>
        <p:nvSpPr>
          <p:cNvPr id="5" name="Oval Callout 4"/>
          <p:cNvSpPr/>
          <p:nvPr/>
        </p:nvSpPr>
        <p:spPr>
          <a:xfrm>
            <a:off x="882650" y="2679701"/>
            <a:ext cx="4083050" cy="1558192"/>
          </a:xfrm>
          <a:prstGeom prst="wedgeEllipseCallout">
            <a:avLst>
              <a:gd name="adj1" fmla="val -31276"/>
              <a:gd name="adj2" fmla="val -59265"/>
            </a:avLst>
          </a:prstGeom>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r>
              <a:rPr lang="en-US" dirty="0">
                <a:solidFill>
                  <a:schemeClr val="tx1"/>
                </a:solidFill>
                <a:cs typeface="Arial" charset="0"/>
              </a:rPr>
              <a:t>Right click on your Java class and select Run-as → Java application         </a:t>
            </a:r>
          </a:p>
          <a:p>
            <a:pPr algn="ctr" fontAlgn="auto">
              <a:spcBef>
                <a:spcPts val="0"/>
              </a:spcBef>
              <a:spcAft>
                <a:spcPts val="0"/>
              </a:spcAft>
              <a:defRPr/>
            </a:pPr>
            <a:endParaRPr lang="en-US" dirty="0">
              <a:solidFill>
                <a:schemeClr val="tx1"/>
              </a:solidFill>
            </a:endParaRPr>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5" name="Text Placeholder 1"/>
          <p:cNvSpPr>
            <a:spLocks noGrp="1"/>
          </p:cNvSpPr>
          <p:nvPr>
            <p:ph type="body" sz="quarter" idx="11"/>
          </p:nvPr>
        </p:nvSpPr>
        <p:spPr>
          <a:xfrm>
            <a:off x="469900" y="2613025"/>
            <a:ext cx="8220075" cy="623888"/>
          </a:xfrm>
        </p:spPr>
        <p:txBody>
          <a:bodyPr/>
          <a:lstStyle/>
          <a:p>
            <a:pPr eaLnBrk="1" hangingPunct="1"/>
            <a:r>
              <a:rPr dirty="0">
                <a:solidFill>
                  <a:schemeClr val="tx1"/>
                </a:solidFill>
                <a:cs typeface="Arial" charset="0"/>
              </a:rPr>
              <a:t>Create jar files and Refactoring</a:t>
            </a:r>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3" name="Rectangle 2"/>
          <p:cNvSpPr>
            <a:spLocks noGrp="1"/>
          </p:cNvSpPr>
          <p:nvPr>
            <p:ph type="title" idx="4294967295"/>
          </p:nvPr>
        </p:nvSpPr>
        <p:spPr>
          <a:xfrm>
            <a:off x="281354" y="123092"/>
            <a:ext cx="7564438" cy="554038"/>
          </a:xfrm>
        </p:spPr>
        <p:txBody>
          <a:bodyPr/>
          <a:lstStyle/>
          <a:p>
            <a:pPr eaLnBrk="1" hangingPunct="1"/>
            <a:r>
              <a:rPr smtClean="0">
                <a:solidFill>
                  <a:schemeClr val="tx1"/>
                </a:solidFill>
                <a:cs typeface="Arial" charset="0"/>
              </a:rPr>
              <a:t>Creating jar files</a:t>
            </a:r>
          </a:p>
        </p:txBody>
      </p:sp>
      <p:sp>
        <p:nvSpPr>
          <p:cNvPr id="84994" name="Rectangle 3"/>
          <p:cNvSpPr>
            <a:spLocks noGrp="1"/>
          </p:cNvSpPr>
          <p:nvPr>
            <p:ph idx="4294967295"/>
          </p:nvPr>
        </p:nvSpPr>
        <p:spPr>
          <a:xfrm>
            <a:off x="0" y="766763"/>
            <a:ext cx="8229600" cy="5029200"/>
          </a:xfrm>
        </p:spPr>
        <p:txBody>
          <a:bodyPr/>
          <a:lstStyle/>
          <a:p>
            <a:pPr eaLnBrk="1" hangingPunct="1">
              <a:buFont typeface="Arial" charset="0"/>
              <a:buNone/>
            </a:pPr>
            <a:endParaRPr smtClean="0">
              <a:cs typeface="Arial" charset="0"/>
            </a:endParaRPr>
          </a:p>
          <a:p>
            <a:pPr eaLnBrk="1" hangingPunct="1"/>
            <a:endParaRPr smtClean="0">
              <a:cs typeface="Arial" charset="0"/>
            </a:endParaRPr>
          </a:p>
          <a:p>
            <a:pPr eaLnBrk="1" hangingPunct="1"/>
            <a:endParaRPr smtClean="0">
              <a:cs typeface="Arial" charset="0"/>
            </a:endParaRPr>
          </a:p>
        </p:txBody>
      </p:sp>
      <p:pic>
        <p:nvPicPr>
          <p:cNvPr id="84995" name="Picture 2"/>
          <p:cNvPicPr>
            <a:picLocks noChangeAspect="1" noChangeArrowheads="1"/>
          </p:cNvPicPr>
          <p:nvPr/>
        </p:nvPicPr>
        <p:blipFill>
          <a:blip r:embed="rId3"/>
          <a:srcRect/>
          <a:stretch>
            <a:fillRect/>
          </a:stretch>
        </p:blipFill>
        <p:spPr bwMode="auto">
          <a:xfrm>
            <a:off x="2889250" y="1284288"/>
            <a:ext cx="5729288" cy="5199062"/>
          </a:xfrm>
          <a:prstGeom prst="rect">
            <a:avLst/>
          </a:prstGeom>
          <a:noFill/>
          <a:ln w="9525">
            <a:noFill/>
            <a:miter lim="800000"/>
            <a:headEnd/>
            <a:tailEnd/>
          </a:ln>
        </p:spPr>
      </p:pic>
      <p:sp>
        <p:nvSpPr>
          <p:cNvPr id="5" name="Rectangular Callout 4"/>
          <p:cNvSpPr/>
          <p:nvPr/>
        </p:nvSpPr>
        <p:spPr>
          <a:xfrm>
            <a:off x="1246188" y="3578225"/>
            <a:ext cx="2270125" cy="1309688"/>
          </a:xfrm>
          <a:prstGeom prst="wedgeRectCallout">
            <a:avLst>
              <a:gd name="adj1" fmla="val 42266"/>
              <a:gd name="adj2" fmla="val -131814"/>
            </a:avLst>
          </a:prstGeom>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r>
              <a:rPr lang="en-US" dirty="0">
                <a:solidFill>
                  <a:schemeClr val="tx1"/>
                </a:solidFill>
                <a:cs typeface="Arial" charset="0"/>
              </a:rPr>
              <a:t>Right click on your project and select Export         </a:t>
            </a:r>
          </a:p>
          <a:p>
            <a:pPr algn="ctr" fontAlgn="auto">
              <a:spcBef>
                <a:spcPts val="0"/>
              </a:spcBef>
              <a:spcAft>
                <a:spcPts val="0"/>
              </a:spcAft>
              <a:defRPr/>
            </a:pPr>
            <a:endParaRPr lang="en-US" dirty="0"/>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1" name="Rectangle 2"/>
          <p:cNvSpPr>
            <a:spLocks noGrp="1"/>
          </p:cNvSpPr>
          <p:nvPr>
            <p:ph type="title" idx="4294967295"/>
          </p:nvPr>
        </p:nvSpPr>
        <p:spPr>
          <a:xfrm>
            <a:off x="176212" y="175846"/>
            <a:ext cx="7564438" cy="554038"/>
          </a:xfrm>
        </p:spPr>
        <p:txBody>
          <a:bodyPr/>
          <a:lstStyle/>
          <a:p>
            <a:pPr eaLnBrk="1" hangingPunct="1"/>
            <a:r>
              <a:rPr smtClean="0">
                <a:solidFill>
                  <a:schemeClr val="tx1"/>
                </a:solidFill>
                <a:cs typeface="Arial" charset="0"/>
              </a:rPr>
              <a:t>Creating jar files (Contd.).</a:t>
            </a:r>
          </a:p>
        </p:txBody>
      </p:sp>
      <p:sp>
        <p:nvSpPr>
          <p:cNvPr id="87042" name="Rectangle 3"/>
          <p:cNvSpPr>
            <a:spLocks noGrp="1"/>
          </p:cNvSpPr>
          <p:nvPr>
            <p:ph idx="4294967295"/>
          </p:nvPr>
        </p:nvSpPr>
        <p:spPr>
          <a:xfrm>
            <a:off x="0" y="766763"/>
            <a:ext cx="8229600" cy="5029200"/>
          </a:xfrm>
        </p:spPr>
        <p:txBody>
          <a:bodyPr/>
          <a:lstStyle/>
          <a:p>
            <a:pPr eaLnBrk="1" hangingPunct="1">
              <a:buFont typeface="Arial" charset="0"/>
              <a:buNone/>
            </a:pPr>
            <a:r>
              <a:rPr smtClean="0">
                <a:cs typeface="Arial" charset="0"/>
              </a:rPr>
              <a:t> </a:t>
            </a:r>
          </a:p>
          <a:p>
            <a:pPr eaLnBrk="1" hangingPunct="1"/>
            <a:endParaRPr smtClean="0">
              <a:cs typeface="Arial" charset="0"/>
            </a:endParaRPr>
          </a:p>
          <a:p>
            <a:pPr eaLnBrk="1" hangingPunct="1">
              <a:buFont typeface="Arial" charset="0"/>
              <a:buNone/>
            </a:pPr>
            <a:r>
              <a:rPr smtClean="0">
                <a:cs typeface="Arial" charset="0"/>
              </a:rPr>
              <a:t>          </a:t>
            </a:r>
          </a:p>
          <a:p>
            <a:pPr eaLnBrk="1" hangingPunct="1">
              <a:buFont typeface="Arial" charset="0"/>
              <a:buNone/>
            </a:pPr>
            <a:endParaRPr smtClean="0">
              <a:cs typeface="Arial" charset="0"/>
            </a:endParaRPr>
          </a:p>
          <a:p>
            <a:pPr eaLnBrk="1" hangingPunct="1"/>
            <a:endParaRPr smtClean="0">
              <a:cs typeface="Arial" charset="0"/>
            </a:endParaRPr>
          </a:p>
          <a:p>
            <a:pPr eaLnBrk="1" hangingPunct="1"/>
            <a:endParaRPr smtClean="0">
              <a:cs typeface="Arial" charset="0"/>
            </a:endParaRPr>
          </a:p>
        </p:txBody>
      </p:sp>
      <p:pic>
        <p:nvPicPr>
          <p:cNvPr id="87043" name="Picture 3"/>
          <p:cNvPicPr>
            <a:picLocks noChangeAspect="1" noChangeArrowheads="1"/>
          </p:cNvPicPr>
          <p:nvPr/>
        </p:nvPicPr>
        <p:blipFill>
          <a:blip r:embed="rId3"/>
          <a:srcRect/>
          <a:stretch>
            <a:fillRect/>
          </a:stretch>
        </p:blipFill>
        <p:spPr bwMode="auto">
          <a:xfrm>
            <a:off x="4278313" y="1400175"/>
            <a:ext cx="4438650" cy="5029200"/>
          </a:xfrm>
          <a:prstGeom prst="rect">
            <a:avLst/>
          </a:prstGeom>
          <a:noFill/>
          <a:ln w="9525">
            <a:noFill/>
            <a:miter lim="800000"/>
            <a:headEnd/>
            <a:tailEnd/>
          </a:ln>
        </p:spPr>
      </p:pic>
      <p:sp>
        <p:nvSpPr>
          <p:cNvPr id="5" name="Rectangular Callout 4"/>
          <p:cNvSpPr/>
          <p:nvPr/>
        </p:nvSpPr>
        <p:spPr>
          <a:xfrm>
            <a:off x="5880100" y="2586038"/>
            <a:ext cx="1860550" cy="787400"/>
          </a:xfrm>
          <a:prstGeom prst="wedgeRectCallout">
            <a:avLst>
              <a:gd name="adj1" fmla="val -90832"/>
              <a:gd name="adj2" fmla="val 54963"/>
            </a:avLst>
          </a:prstGeom>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r>
              <a:rPr lang="en-US" dirty="0">
                <a:solidFill>
                  <a:schemeClr val="tx1"/>
                </a:solidFill>
                <a:cs typeface="Arial" charset="0"/>
              </a:rPr>
              <a:t>Select JAR file</a:t>
            </a:r>
            <a:endParaRPr lang="en-US" dirty="0">
              <a:solidFill>
                <a:schemeClr val="tx1"/>
              </a:solidFill>
            </a:endParaRPr>
          </a:p>
        </p:txBody>
      </p:sp>
      <p:sp>
        <p:nvSpPr>
          <p:cNvPr id="6" name="Rectangular Callout 5"/>
          <p:cNvSpPr/>
          <p:nvPr/>
        </p:nvSpPr>
        <p:spPr>
          <a:xfrm>
            <a:off x="5991225" y="3783013"/>
            <a:ext cx="2711450" cy="788987"/>
          </a:xfrm>
          <a:prstGeom prst="wedgeRectCallout">
            <a:avLst>
              <a:gd name="adj1" fmla="val -21643"/>
              <a:gd name="adj2" fmla="val 249518"/>
            </a:avLst>
          </a:prstGeom>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r>
              <a:rPr lang="en-US" dirty="0">
                <a:solidFill>
                  <a:schemeClr val="tx1"/>
                </a:solidFill>
              </a:rPr>
              <a:t>Click on next</a:t>
            </a:r>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89" name="Rectangle 2"/>
          <p:cNvSpPr>
            <a:spLocks noGrp="1"/>
          </p:cNvSpPr>
          <p:nvPr>
            <p:ph type="title" idx="4294967295"/>
          </p:nvPr>
        </p:nvSpPr>
        <p:spPr>
          <a:xfrm>
            <a:off x="175846" y="193431"/>
            <a:ext cx="7564438" cy="554038"/>
          </a:xfrm>
        </p:spPr>
        <p:txBody>
          <a:bodyPr/>
          <a:lstStyle/>
          <a:p>
            <a:pPr eaLnBrk="1" hangingPunct="1"/>
            <a:r>
              <a:rPr dirty="0" smtClean="0">
                <a:solidFill>
                  <a:schemeClr val="tx1"/>
                </a:solidFill>
                <a:cs typeface="Arial" charset="0"/>
              </a:rPr>
              <a:t>Creating jar files (Contd.).</a:t>
            </a:r>
          </a:p>
        </p:txBody>
      </p:sp>
      <p:sp>
        <p:nvSpPr>
          <p:cNvPr id="89090" name="Rectangle 3"/>
          <p:cNvSpPr>
            <a:spLocks noGrp="1"/>
          </p:cNvSpPr>
          <p:nvPr>
            <p:ph idx="4294967295"/>
          </p:nvPr>
        </p:nvSpPr>
        <p:spPr>
          <a:xfrm>
            <a:off x="0" y="766763"/>
            <a:ext cx="8229600" cy="5029200"/>
          </a:xfrm>
        </p:spPr>
        <p:txBody>
          <a:bodyPr/>
          <a:lstStyle/>
          <a:p>
            <a:pPr eaLnBrk="1" hangingPunct="1"/>
            <a:endParaRPr smtClean="0">
              <a:cs typeface="Arial" charset="0"/>
            </a:endParaRPr>
          </a:p>
          <a:p>
            <a:pPr eaLnBrk="1" hangingPunct="1">
              <a:buFont typeface="Arial" charset="0"/>
              <a:buNone/>
            </a:pPr>
            <a:endParaRPr smtClean="0">
              <a:cs typeface="Arial" charset="0"/>
            </a:endParaRPr>
          </a:p>
          <a:p>
            <a:pPr eaLnBrk="1" hangingPunct="1"/>
            <a:endParaRPr smtClean="0">
              <a:cs typeface="Arial" charset="0"/>
            </a:endParaRPr>
          </a:p>
          <a:p>
            <a:pPr eaLnBrk="1" hangingPunct="1"/>
            <a:endParaRPr smtClean="0">
              <a:cs typeface="Arial" charset="0"/>
            </a:endParaRPr>
          </a:p>
          <a:p>
            <a:pPr eaLnBrk="1" hangingPunct="1"/>
            <a:endParaRPr smtClean="0">
              <a:cs typeface="Arial" charset="0"/>
            </a:endParaRPr>
          </a:p>
          <a:p>
            <a:pPr eaLnBrk="1" hangingPunct="1"/>
            <a:endParaRPr smtClean="0">
              <a:cs typeface="Arial" charset="0"/>
            </a:endParaRPr>
          </a:p>
        </p:txBody>
      </p:sp>
      <p:pic>
        <p:nvPicPr>
          <p:cNvPr id="89091" name="Picture 2"/>
          <p:cNvPicPr>
            <a:picLocks noChangeAspect="1" noChangeArrowheads="1"/>
          </p:cNvPicPr>
          <p:nvPr/>
        </p:nvPicPr>
        <p:blipFill>
          <a:blip r:embed="rId3"/>
          <a:srcRect/>
          <a:stretch>
            <a:fillRect/>
          </a:stretch>
        </p:blipFill>
        <p:spPr bwMode="auto">
          <a:xfrm>
            <a:off x="3275013" y="1017588"/>
            <a:ext cx="5276850" cy="5399087"/>
          </a:xfrm>
          <a:prstGeom prst="rect">
            <a:avLst/>
          </a:prstGeom>
          <a:noFill/>
          <a:ln w="9525">
            <a:noFill/>
            <a:miter lim="800000"/>
            <a:headEnd/>
            <a:tailEnd/>
          </a:ln>
        </p:spPr>
      </p:pic>
      <p:sp>
        <p:nvSpPr>
          <p:cNvPr id="5" name="Rectangular Callout 4"/>
          <p:cNvSpPr/>
          <p:nvPr/>
        </p:nvSpPr>
        <p:spPr>
          <a:xfrm>
            <a:off x="3436938" y="2333625"/>
            <a:ext cx="1908175" cy="1198563"/>
          </a:xfrm>
          <a:prstGeom prst="wedgeRectCallout">
            <a:avLst>
              <a:gd name="adj1" fmla="val -32213"/>
              <a:gd name="adj2" fmla="val -66447"/>
            </a:avLst>
          </a:prstGeom>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r>
              <a:rPr lang="en-US" dirty="0">
                <a:solidFill>
                  <a:schemeClr val="tx1"/>
                </a:solidFill>
                <a:cs typeface="Arial" charset="0"/>
              </a:rPr>
              <a:t>Select your project</a:t>
            </a:r>
            <a:endParaRPr lang="en-US" dirty="0">
              <a:solidFill>
                <a:schemeClr val="tx1"/>
              </a:solidFill>
            </a:endParaRPr>
          </a:p>
        </p:txBody>
      </p:sp>
      <p:sp>
        <p:nvSpPr>
          <p:cNvPr id="6" name="Rectangular Callout 5"/>
          <p:cNvSpPr/>
          <p:nvPr/>
        </p:nvSpPr>
        <p:spPr>
          <a:xfrm>
            <a:off x="6022975" y="2522538"/>
            <a:ext cx="2584450" cy="1544637"/>
          </a:xfrm>
          <a:prstGeom prst="wedgeRectCallout">
            <a:avLst>
              <a:gd name="adj1" fmla="val -131591"/>
              <a:gd name="adj2" fmla="val 90590"/>
            </a:avLst>
          </a:prstGeom>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r>
              <a:rPr lang="en-US" dirty="0">
                <a:solidFill>
                  <a:schemeClr val="tx1"/>
                </a:solidFill>
                <a:cs typeface="Arial" charset="0"/>
              </a:rPr>
              <a:t>Maintain the export destination and a name for the jar file and give the jar file name as myprogram.jar</a:t>
            </a:r>
            <a:endParaRPr lang="en-US" dirty="0">
              <a:solidFill>
                <a:schemeClr val="tx1"/>
              </a:solidFill>
            </a:endParaRPr>
          </a:p>
        </p:txBody>
      </p:sp>
      <p:sp>
        <p:nvSpPr>
          <p:cNvPr id="7" name="Oval Callout 6"/>
          <p:cNvSpPr/>
          <p:nvPr/>
        </p:nvSpPr>
        <p:spPr>
          <a:xfrm>
            <a:off x="3738563" y="5013325"/>
            <a:ext cx="2900362" cy="1624013"/>
          </a:xfrm>
          <a:prstGeom prst="wedgeEllipseCallout">
            <a:avLst>
              <a:gd name="adj1" fmla="val 69041"/>
              <a:gd name="adj2" fmla="val 20962"/>
            </a:avLst>
          </a:prstGeom>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r>
              <a:rPr lang="en-US" dirty="0">
                <a:solidFill>
                  <a:schemeClr val="tx1"/>
                </a:solidFill>
                <a:cs typeface="Arial" charset="0"/>
              </a:rPr>
              <a:t>Press finish. This creates a jar file in your selected output directory </a:t>
            </a:r>
          </a:p>
          <a:p>
            <a:pPr algn="ctr" fontAlgn="auto">
              <a:spcBef>
                <a:spcPts val="0"/>
              </a:spcBef>
              <a:spcAft>
                <a:spcPts val="0"/>
              </a:spcAft>
              <a:defRPr/>
            </a:pPr>
            <a:endParaRPr lang="en-US" dirty="0"/>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7" name="Rectangle 2"/>
          <p:cNvSpPr>
            <a:spLocks noGrp="1"/>
          </p:cNvSpPr>
          <p:nvPr>
            <p:ph type="title" idx="4294967295"/>
          </p:nvPr>
        </p:nvSpPr>
        <p:spPr>
          <a:xfrm>
            <a:off x="158261" y="158261"/>
            <a:ext cx="7564438" cy="554038"/>
          </a:xfrm>
        </p:spPr>
        <p:txBody>
          <a:bodyPr/>
          <a:lstStyle/>
          <a:p>
            <a:pPr eaLnBrk="1" hangingPunct="1"/>
            <a:r>
              <a:rPr dirty="0" smtClean="0">
                <a:solidFill>
                  <a:schemeClr val="tx1"/>
                </a:solidFill>
                <a:cs typeface="Arial" charset="0"/>
              </a:rPr>
              <a:t>Run your program outside Eclipse</a:t>
            </a:r>
          </a:p>
        </p:txBody>
      </p:sp>
      <p:sp>
        <p:nvSpPr>
          <p:cNvPr id="91138" name="Rectangle 3"/>
          <p:cNvSpPr>
            <a:spLocks noGrp="1"/>
          </p:cNvSpPr>
          <p:nvPr>
            <p:ph idx="4294967295"/>
          </p:nvPr>
        </p:nvSpPr>
        <p:spPr>
          <a:xfrm>
            <a:off x="363538" y="960194"/>
            <a:ext cx="8229600" cy="5029200"/>
          </a:xfrm>
        </p:spPr>
        <p:txBody>
          <a:bodyPr/>
          <a:lstStyle/>
          <a:p>
            <a:pPr eaLnBrk="1" hangingPunct="1"/>
            <a:endParaRPr sz="2400" dirty="0" smtClean="0">
              <a:solidFill>
                <a:schemeClr val="tx1"/>
              </a:solidFill>
              <a:cs typeface="Arial" charset="0"/>
            </a:endParaRPr>
          </a:p>
          <a:p>
            <a:pPr eaLnBrk="1" hangingPunct="1"/>
            <a:r>
              <a:rPr sz="2400" dirty="0" smtClean="0">
                <a:solidFill>
                  <a:schemeClr val="tx1"/>
                </a:solidFill>
                <a:cs typeface="Arial" charset="0"/>
              </a:rPr>
              <a:t>Open a command prompt.</a:t>
            </a:r>
          </a:p>
          <a:p>
            <a:pPr eaLnBrk="1" hangingPunct="1"/>
            <a:endParaRPr dirty="0" smtClean="0">
              <a:cs typeface="Arial" charset="0"/>
            </a:endParaRPr>
          </a:p>
          <a:p>
            <a:pPr eaLnBrk="1" hangingPunct="1"/>
            <a:endParaRPr dirty="0" smtClean="0">
              <a:cs typeface="Arial" charset="0"/>
            </a:endParaRPr>
          </a:p>
        </p:txBody>
      </p:sp>
      <p:pic>
        <p:nvPicPr>
          <p:cNvPr id="91139" name="Picture 2"/>
          <p:cNvPicPr>
            <a:picLocks noChangeAspect="1" noChangeArrowheads="1"/>
          </p:cNvPicPr>
          <p:nvPr/>
        </p:nvPicPr>
        <p:blipFill>
          <a:blip r:embed="rId3"/>
          <a:srcRect/>
          <a:stretch>
            <a:fillRect/>
          </a:stretch>
        </p:blipFill>
        <p:spPr bwMode="auto">
          <a:xfrm>
            <a:off x="509954" y="3021013"/>
            <a:ext cx="8083184" cy="1239837"/>
          </a:xfrm>
          <a:prstGeom prst="rect">
            <a:avLst/>
          </a:prstGeom>
          <a:noFill/>
          <a:ln w="9525">
            <a:noFill/>
            <a:miter lim="800000"/>
            <a:headEnd/>
            <a:tailEnd/>
          </a:ln>
        </p:spPr>
      </p:pic>
      <p:sp>
        <p:nvSpPr>
          <p:cNvPr id="5" name="Rectangular Callout 4"/>
          <p:cNvSpPr/>
          <p:nvPr/>
        </p:nvSpPr>
        <p:spPr>
          <a:xfrm>
            <a:off x="1625026" y="4098925"/>
            <a:ext cx="3010474" cy="1687513"/>
          </a:xfrm>
          <a:prstGeom prst="wedgeRectCallout">
            <a:avLst>
              <a:gd name="adj1" fmla="val -87171"/>
              <a:gd name="adj2" fmla="val -90625"/>
            </a:avLst>
          </a:prstGeom>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r>
              <a:rPr lang="en-US" dirty="0">
                <a:solidFill>
                  <a:schemeClr val="tx1"/>
                </a:solidFill>
                <a:cs typeface="Arial" charset="0"/>
              </a:rPr>
              <a:t>Switch to your output directory, by typing </a:t>
            </a:r>
            <a:r>
              <a:rPr lang="en-US" dirty="0" err="1">
                <a:solidFill>
                  <a:schemeClr val="tx1"/>
                </a:solidFill>
                <a:cs typeface="Arial" charset="0"/>
              </a:rPr>
              <a:t>cd</a:t>
            </a:r>
            <a:r>
              <a:rPr lang="en-US" dirty="0">
                <a:solidFill>
                  <a:schemeClr val="tx1"/>
                </a:solidFill>
                <a:cs typeface="Arial" charset="0"/>
              </a:rPr>
              <a:t> path. For example if your jar is located in c:\temp type </a:t>
            </a:r>
            <a:r>
              <a:rPr lang="en-US" dirty="0" err="1">
                <a:solidFill>
                  <a:schemeClr val="tx1"/>
                </a:solidFill>
                <a:cs typeface="Arial" charset="0"/>
              </a:rPr>
              <a:t>cd</a:t>
            </a:r>
            <a:r>
              <a:rPr lang="en-US" dirty="0">
                <a:solidFill>
                  <a:schemeClr val="tx1"/>
                </a:solidFill>
                <a:cs typeface="Arial" charset="0"/>
              </a:rPr>
              <a:t> c:\temp. </a:t>
            </a:r>
          </a:p>
          <a:p>
            <a:pPr algn="ctr" fontAlgn="auto">
              <a:spcBef>
                <a:spcPts val="0"/>
              </a:spcBef>
              <a:spcAft>
                <a:spcPts val="0"/>
              </a:spcAft>
              <a:defRPr/>
            </a:pPr>
            <a:endParaRPr lang="en-US" dirty="0"/>
          </a:p>
        </p:txBody>
      </p:sp>
      <p:sp>
        <p:nvSpPr>
          <p:cNvPr id="6" name="Rectangular Callout 5"/>
          <p:cNvSpPr/>
          <p:nvPr/>
        </p:nvSpPr>
        <p:spPr>
          <a:xfrm>
            <a:off x="5388442" y="3846513"/>
            <a:ext cx="3203108" cy="1419225"/>
          </a:xfrm>
          <a:prstGeom prst="wedgeRectCallout">
            <a:avLst>
              <a:gd name="adj1" fmla="val -70916"/>
              <a:gd name="adj2" fmla="val -83780"/>
            </a:avLst>
          </a:prstGeom>
        </p:spPr>
        <p:style>
          <a:lnRef idx="1">
            <a:schemeClr val="accent1"/>
          </a:lnRef>
          <a:fillRef idx="3">
            <a:schemeClr val="accent1"/>
          </a:fillRef>
          <a:effectRef idx="2">
            <a:schemeClr val="accent1"/>
          </a:effectRef>
          <a:fontRef idx="minor">
            <a:schemeClr val="lt1"/>
          </a:fontRef>
        </p:style>
        <p:txBody>
          <a:bodyPr anchor="ctr"/>
          <a:lstStyle/>
          <a:p>
            <a:pPr fontAlgn="auto">
              <a:spcBef>
                <a:spcPts val="0"/>
              </a:spcBef>
              <a:spcAft>
                <a:spcPts val="0"/>
              </a:spcAft>
              <a:defRPr/>
            </a:pPr>
            <a:r>
              <a:rPr lang="en-US" dirty="0">
                <a:solidFill>
                  <a:schemeClr val="tx1"/>
                </a:solidFill>
                <a:cs typeface="Arial" charset="0"/>
              </a:rPr>
              <a:t>To run this program you need to include the jar file in your </a:t>
            </a:r>
            <a:r>
              <a:rPr lang="en-US" dirty="0" err="1">
                <a:solidFill>
                  <a:schemeClr val="tx1"/>
                </a:solidFill>
                <a:cs typeface="Arial" charset="0"/>
              </a:rPr>
              <a:t>classpath</a:t>
            </a:r>
            <a:r>
              <a:rPr lang="en-US" dirty="0">
                <a:solidFill>
                  <a:schemeClr val="tx1"/>
                </a:solidFill>
                <a:cs typeface="Arial" charset="0"/>
              </a:rPr>
              <a:t>.</a:t>
            </a:r>
          </a:p>
          <a:p>
            <a:pPr fontAlgn="auto">
              <a:spcBef>
                <a:spcPts val="0"/>
              </a:spcBef>
              <a:spcAft>
                <a:spcPts val="0"/>
              </a:spcAft>
              <a:defRPr/>
            </a:pPr>
            <a:endParaRPr lang="en-US" dirty="0">
              <a:solidFill>
                <a:schemeClr val="tx1"/>
              </a:solidFill>
              <a:cs typeface="Arial" charset="0"/>
            </a:endParaRPr>
          </a:p>
          <a:p>
            <a:pPr algn="ctr" fontAlgn="auto">
              <a:spcBef>
                <a:spcPts val="0"/>
              </a:spcBef>
              <a:spcAft>
                <a:spcPts val="0"/>
              </a:spcAft>
              <a:defRPr/>
            </a:pPr>
            <a:endParaRPr lang="en-US" dirty="0">
              <a:solidFill>
                <a:schemeClr val="tx1"/>
              </a:solidFill>
            </a:endParaRPr>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5" name="Rectangle 2"/>
          <p:cNvSpPr>
            <a:spLocks noGrp="1"/>
          </p:cNvSpPr>
          <p:nvPr>
            <p:ph type="title" idx="4294967295"/>
          </p:nvPr>
        </p:nvSpPr>
        <p:spPr>
          <a:xfrm>
            <a:off x="246184" y="158262"/>
            <a:ext cx="8540750" cy="554038"/>
          </a:xfrm>
        </p:spPr>
        <p:txBody>
          <a:bodyPr/>
          <a:lstStyle/>
          <a:p>
            <a:pPr eaLnBrk="1" hangingPunct="1"/>
            <a:r>
              <a:rPr dirty="0" smtClean="0">
                <a:solidFill>
                  <a:schemeClr val="tx1"/>
                </a:solidFill>
                <a:cs typeface="Arial" charset="0"/>
              </a:rPr>
              <a:t>Content Assist</a:t>
            </a:r>
          </a:p>
        </p:txBody>
      </p:sp>
      <p:sp>
        <p:nvSpPr>
          <p:cNvPr id="93186" name="Rectangle 3"/>
          <p:cNvSpPr>
            <a:spLocks noGrp="1"/>
          </p:cNvSpPr>
          <p:nvPr>
            <p:ph idx="4294967295"/>
          </p:nvPr>
        </p:nvSpPr>
        <p:spPr>
          <a:xfrm>
            <a:off x="407988" y="1214438"/>
            <a:ext cx="8229600" cy="5029200"/>
          </a:xfrm>
        </p:spPr>
        <p:txBody>
          <a:bodyPr/>
          <a:lstStyle/>
          <a:p>
            <a:pPr algn="just" eaLnBrk="1" hangingPunct="1"/>
            <a:r>
              <a:rPr sz="2400" dirty="0" smtClean="0">
                <a:solidFill>
                  <a:schemeClr val="tx1"/>
                </a:solidFill>
                <a:cs typeface="Arial" charset="0"/>
              </a:rPr>
              <a:t>Content assistant allows you to get input help in an editor. It can be invoked by pressing </a:t>
            </a:r>
            <a:r>
              <a:rPr sz="2400" dirty="0" err="1" smtClean="0">
                <a:solidFill>
                  <a:schemeClr val="tx1"/>
                </a:solidFill>
                <a:cs typeface="Arial" charset="0"/>
              </a:rPr>
              <a:t>CTRL+Space</a:t>
            </a:r>
            <a:r>
              <a:rPr sz="2400" dirty="0" smtClean="0">
                <a:solidFill>
                  <a:schemeClr val="tx1"/>
                </a:solidFill>
                <a:cs typeface="Arial" charset="0"/>
              </a:rPr>
              <a:t> </a:t>
            </a:r>
          </a:p>
          <a:p>
            <a:pPr algn="just" eaLnBrk="1" hangingPunct="1"/>
            <a:endParaRPr sz="2400" dirty="0" smtClean="0">
              <a:solidFill>
                <a:schemeClr val="tx1"/>
              </a:solidFill>
              <a:cs typeface="Arial" charset="0"/>
            </a:endParaRPr>
          </a:p>
          <a:p>
            <a:pPr algn="just" eaLnBrk="1" hangingPunct="1"/>
            <a:r>
              <a:rPr sz="2400" dirty="0" smtClean="0">
                <a:solidFill>
                  <a:schemeClr val="tx1"/>
                </a:solidFill>
                <a:cs typeface="Arial" charset="0"/>
              </a:rPr>
              <a:t>For example type </a:t>
            </a:r>
            <a:r>
              <a:rPr sz="2400" dirty="0" err="1" smtClean="0">
                <a:solidFill>
                  <a:schemeClr val="tx1"/>
                </a:solidFill>
                <a:cs typeface="Arial" charset="0"/>
              </a:rPr>
              <a:t>syso</a:t>
            </a:r>
            <a:r>
              <a:rPr sz="2400" dirty="0" smtClean="0">
                <a:solidFill>
                  <a:schemeClr val="tx1"/>
                </a:solidFill>
                <a:cs typeface="Arial" charset="0"/>
              </a:rPr>
              <a:t> in the editor of a Java source file and then press </a:t>
            </a:r>
            <a:r>
              <a:rPr sz="2400" dirty="0" err="1" smtClean="0">
                <a:solidFill>
                  <a:schemeClr val="tx1"/>
                </a:solidFill>
                <a:cs typeface="Arial" charset="0"/>
              </a:rPr>
              <a:t>CTRL+Space</a:t>
            </a:r>
            <a:r>
              <a:rPr sz="2400" dirty="0" smtClean="0">
                <a:solidFill>
                  <a:schemeClr val="tx1"/>
                </a:solidFill>
                <a:cs typeface="Arial" charset="0"/>
              </a:rPr>
              <a:t>. This will replace </a:t>
            </a:r>
            <a:r>
              <a:rPr sz="2400" dirty="0" err="1" smtClean="0">
                <a:solidFill>
                  <a:schemeClr val="tx1"/>
                </a:solidFill>
                <a:cs typeface="Arial" charset="0"/>
              </a:rPr>
              <a:t>syso</a:t>
            </a:r>
            <a:r>
              <a:rPr sz="2400" dirty="0" smtClean="0">
                <a:solidFill>
                  <a:schemeClr val="tx1"/>
                </a:solidFill>
                <a:cs typeface="Arial" charset="0"/>
              </a:rPr>
              <a:t> with </a:t>
            </a:r>
            <a:r>
              <a:rPr sz="2400" dirty="0" err="1" smtClean="0">
                <a:solidFill>
                  <a:schemeClr val="tx1"/>
                </a:solidFill>
                <a:cs typeface="Arial" charset="0"/>
              </a:rPr>
              <a:t>System.out.println</a:t>
            </a:r>
            <a:r>
              <a:rPr sz="2400" dirty="0" smtClean="0">
                <a:solidFill>
                  <a:schemeClr val="tx1"/>
                </a:solidFill>
                <a:cs typeface="Arial" charset="0"/>
              </a:rPr>
              <a:t>(""). </a:t>
            </a:r>
          </a:p>
          <a:p>
            <a:pPr algn="just" eaLnBrk="1" hangingPunct="1"/>
            <a:endParaRPr sz="2400" dirty="0" smtClean="0">
              <a:solidFill>
                <a:schemeClr val="tx1"/>
              </a:solidFill>
              <a:cs typeface="Arial" charset="0"/>
            </a:endParaRPr>
          </a:p>
          <a:p>
            <a:pPr algn="just" eaLnBrk="1" hangingPunct="1"/>
            <a:r>
              <a:rPr sz="2400" dirty="0" smtClean="0">
                <a:solidFill>
                  <a:schemeClr val="tx1"/>
                </a:solidFill>
                <a:cs typeface="Arial" charset="0"/>
              </a:rPr>
              <a:t>If you have a reference to an object, for example the object </a:t>
            </a:r>
            <a:r>
              <a:rPr sz="2400" dirty="0" err="1" smtClean="0">
                <a:solidFill>
                  <a:schemeClr val="tx1"/>
                </a:solidFill>
                <a:cs typeface="Arial" charset="0"/>
              </a:rPr>
              <a:t>obj</a:t>
            </a:r>
            <a:r>
              <a:rPr sz="2400" dirty="0" smtClean="0">
                <a:solidFill>
                  <a:schemeClr val="tx1"/>
                </a:solidFill>
                <a:cs typeface="Arial" charset="0"/>
              </a:rPr>
              <a:t> of the type Student and need to see it's methods, type person. and press </a:t>
            </a:r>
            <a:r>
              <a:rPr sz="2400" dirty="0" err="1" smtClean="0">
                <a:solidFill>
                  <a:schemeClr val="tx1"/>
                </a:solidFill>
                <a:cs typeface="Arial" charset="0"/>
              </a:rPr>
              <a:t>CTRL+Space</a:t>
            </a:r>
            <a:r>
              <a:rPr sz="2400" dirty="0" smtClean="0">
                <a:solidFill>
                  <a:schemeClr val="tx1"/>
                </a:solidFill>
                <a:cs typeface="Arial" charset="0"/>
              </a:rPr>
              <a:t>. </a:t>
            </a:r>
          </a:p>
        </p:txBody>
      </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3" name="Rectangle 2"/>
          <p:cNvSpPr>
            <a:spLocks noGrp="1"/>
          </p:cNvSpPr>
          <p:nvPr>
            <p:ph type="title" idx="4294967295"/>
          </p:nvPr>
        </p:nvSpPr>
        <p:spPr>
          <a:xfrm>
            <a:off x="201611" y="175846"/>
            <a:ext cx="8540750" cy="554038"/>
          </a:xfrm>
        </p:spPr>
        <p:txBody>
          <a:bodyPr/>
          <a:lstStyle/>
          <a:p>
            <a:pPr eaLnBrk="1" hangingPunct="1"/>
            <a:r>
              <a:rPr dirty="0" smtClean="0">
                <a:solidFill>
                  <a:schemeClr val="tx1"/>
                </a:solidFill>
                <a:cs typeface="Arial" charset="0"/>
              </a:rPr>
              <a:t>Quick Fix</a:t>
            </a:r>
          </a:p>
        </p:txBody>
      </p:sp>
      <p:sp>
        <p:nvSpPr>
          <p:cNvPr id="95234" name="Rectangle 3"/>
          <p:cNvSpPr>
            <a:spLocks noGrp="1"/>
          </p:cNvSpPr>
          <p:nvPr>
            <p:ph idx="4294967295"/>
          </p:nvPr>
        </p:nvSpPr>
        <p:spPr>
          <a:xfrm>
            <a:off x="282575" y="744538"/>
            <a:ext cx="8423030" cy="5029200"/>
          </a:xfrm>
        </p:spPr>
        <p:txBody>
          <a:bodyPr/>
          <a:lstStyle/>
          <a:p>
            <a:pPr eaLnBrk="1" hangingPunct="1"/>
            <a:endParaRPr sz="1100" dirty="0" smtClean="0">
              <a:solidFill>
                <a:schemeClr val="tx1"/>
              </a:solidFill>
              <a:cs typeface="Arial" charset="0"/>
            </a:endParaRPr>
          </a:p>
          <a:p>
            <a:pPr algn="just" eaLnBrk="1" hangingPunct="1"/>
            <a:r>
              <a:rPr dirty="0" smtClean="0">
                <a:solidFill>
                  <a:schemeClr val="tx1"/>
                </a:solidFill>
                <a:cs typeface="Arial" charset="0"/>
              </a:rPr>
              <a:t>Whenever Eclipse detects a problem, it will underline the problematic text in the editor. Select the underlined text and press </a:t>
            </a:r>
            <a:r>
              <a:rPr dirty="0" err="1" smtClean="0">
                <a:solidFill>
                  <a:schemeClr val="tx1"/>
                </a:solidFill>
                <a:cs typeface="Arial" charset="0"/>
              </a:rPr>
              <a:t>CTRL+1</a:t>
            </a:r>
            <a:r>
              <a:rPr dirty="0" smtClean="0">
                <a:solidFill>
                  <a:schemeClr val="tx1"/>
                </a:solidFill>
                <a:cs typeface="Arial" charset="0"/>
              </a:rPr>
              <a:t> to see proposals how to solve this problem. </a:t>
            </a:r>
          </a:p>
          <a:p>
            <a:pPr eaLnBrk="1" hangingPunct="1"/>
            <a:endParaRPr dirty="0" smtClean="0">
              <a:cs typeface="Arial" charset="0"/>
            </a:endParaRPr>
          </a:p>
          <a:p>
            <a:pPr eaLnBrk="1" hangingPunct="1">
              <a:buFont typeface="Arial" charset="0"/>
              <a:buNone/>
            </a:pPr>
            <a:endParaRPr dirty="0" smtClean="0">
              <a:cs typeface="Arial" charset="0"/>
            </a:endParaRPr>
          </a:p>
        </p:txBody>
      </p:sp>
      <p:pic>
        <p:nvPicPr>
          <p:cNvPr id="95235" name="Picture 3"/>
          <p:cNvPicPr>
            <a:picLocks noChangeAspect="1" noChangeArrowheads="1"/>
          </p:cNvPicPr>
          <p:nvPr/>
        </p:nvPicPr>
        <p:blipFill>
          <a:blip r:embed="rId3"/>
          <a:srcRect/>
          <a:stretch>
            <a:fillRect/>
          </a:stretch>
        </p:blipFill>
        <p:spPr bwMode="auto">
          <a:xfrm>
            <a:off x="1142999" y="3259138"/>
            <a:ext cx="6657975" cy="3516312"/>
          </a:xfrm>
          <a:prstGeom prst="rect">
            <a:avLst/>
          </a:prstGeom>
          <a:noFill/>
          <a:ln w="9525">
            <a:noFill/>
            <a:miter lim="800000"/>
            <a:headEnd/>
            <a:tailEnd/>
          </a:ln>
        </p:spPr>
      </p:pic>
      <p:sp>
        <p:nvSpPr>
          <p:cNvPr id="5" name="Rectangular Callout 4"/>
          <p:cNvSpPr/>
          <p:nvPr/>
        </p:nvSpPr>
        <p:spPr>
          <a:xfrm>
            <a:off x="1142999" y="2074985"/>
            <a:ext cx="3085780" cy="954088"/>
          </a:xfrm>
          <a:prstGeom prst="wedgeRectCallout">
            <a:avLst>
              <a:gd name="adj1" fmla="val -43474"/>
              <a:gd name="adj2" fmla="val 171209"/>
            </a:avLst>
          </a:prstGeom>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dirty="0" smtClean="0">
              <a:solidFill>
                <a:schemeClr val="tx1"/>
              </a:solidFill>
              <a:cs typeface="Arial" charset="0"/>
            </a:endParaRPr>
          </a:p>
          <a:p>
            <a:pPr algn="ctr" fontAlgn="auto">
              <a:spcBef>
                <a:spcPts val="0"/>
              </a:spcBef>
              <a:spcAft>
                <a:spcPts val="0"/>
              </a:spcAft>
              <a:defRPr/>
            </a:pPr>
            <a:r>
              <a:rPr lang="en-US" dirty="0" smtClean="0">
                <a:solidFill>
                  <a:schemeClr val="tx1"/>
                </a:solidFill>
                <a:cs typeface="Arial" charset="0"/>
              </a:rPr>
              <a:t>For </a:t>
            </a:r>
            <a:r>
              <a:rPr lang="en-US" dirty="0">
                <a:solidFill>
                  <a:schemeClr val="tx1"/>
                </a:solidFill>
                <a:cs typeface="Arial" charset="0"/>
              </a:rPr>
              <a:t>example type i=10; If i is not yet defined, Eclipse will highlight it as an error </a:t>
            </a:r>
          </a:p>
          <a:p>
            <a:pPr algn="ctr" fontAlgn="auto">
              <a:spcBef>
                <a:spcPts val="0"/>
              </a:spcBef>
              <a:spcAft>
                <a:spcPts val="0"/>
              </a:spcAft>
              <a:defRPr/>
            </a:pPr>
            <a:endParaRPr lang="en-US" dirty="0"/>
          </a:p>
        </p:txBody>
      </p:sp>
      <p:sp>
        <p:nvSpPr>
          <p:cNvPr id="6" name="Rounded Rectangular Callout 5"/>
          <p:cNvSpPr/>
          <p:nvPr/>
        </p:nvSpPr>
        <p:spPr>
          <a:xfrm>
            <a:off x="5309572" y="2534444"/>
            <a:ext cx="2415203" cy="1264444"/>
          </a:xfrm>
          <a:prstGeom prst="wedgeRoundRectCallout">
            <a:avLst>
              <a:gd name="adj1" fmla="val -55426"/>
              <a:gd name="adj2" fmla="val 96799"/>
              <a:gd name="adj3" fmla="val 16667"/>
            </a:avLst>
          </a:prstGeom>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dirty="0" smtClean="0">
              <a:solidFill>
                <a:schemeClr val="tx1"/>
              </a:solidFill>
            </a:endParaRPr>
          </a:p>
          <a:p>
            <a:pPr algn="ctr" fontAlgn="auto">
              <a:spcBef>
                <a:spcPts val="0"/>
              </a:spcBef>
              <a:spcAft>
                <a:spcPts val="0"/>
              </a:spcAft>
              <a:defRPr/>
            </a:pPr>
            <a:r>
              <a:rPr lang="en-US" dirty="0" smtClean="0">
                <a:solidFill>
                  <a:schemeClr val="tx1"/>
                </a:solidFill>
              </a:rPr>
              <a:t>Select </a:t>
            </a:r>
            <a:r>
              <a:rPr lang="en-US" dirty="0">
                <a:solidFill>
                  <a:schemeClr val="tx1"/>
                </a:solidFill>
              </a:rPr>
              <a:t>the variable and press CTRL+1, Eclipse will suggest creating a field or local variable </a:t>
            </a:r>
          </a:p>
          <a:p>
            <a:pPr algn="ctr" fontAlgn="auto">
              <a:spcBef>
                <a:spcPts val="0"/>
              </a:spcBef>
              <a:spcAft>
                <a:spcPts val="0"/>
              </a:spcAft>
              <a:defRPr/>
            </a:pPr>
            <a:endParaRPr lang="en-US" dirty="0"/>
          </a:p>
        </p:txBody>
      </p:sp>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1" name="Rectangle 2"/>
          <p:cNvSpPr>
            <a:spLocks noGrp="1"/>
          </p:cNvSpPr>
          <p:nvPr>
            <p:ph type="title" idx="4294967295"/>
          </p:nvPr>
        </p:nvSpPr>
        <p:spPr>
          <a:xfrm>
            <a:off x="271463" y="175847"/>
            <a:ext cx="8540750" cy="554038"/>
          </a:xfrm>
        </p:spPr>
        <p:txBody>
          <a:bodyPr/>
          <a:lstStyle/>
          <a:p>
            <a:pPr eaLnBrk="1" hangingPunct="1"/>
            <a:r>
              <a:rPr dirty="0" smtClean="0">
                <a:solidFill>
                  <a:schemeClr val="tx1"/>
                </a:solidFill>
                <a:cs typeface="Arial" charset="0"/>
              </a:rPr>
              <a:t>Opening a class </a:t>
            </a:r>
          </a:p>
        </p:txBody>
      </p:sp>
      <p:sp>
        <p:nvSpPr>
          <p:cNvPr id="97282" name="Rectangle 3"/>
          <p:cNvSpPr>
            <a:spLocks noGrp="1"/>
          </p:cNvSpPr>
          <p:nvPr>
            <p:ph idx="4294967295"/>
          </p:nvPr>
        </p:nvSpPr>
        <p:spPr>
          <a:xfrm>
            <a:off x="582613" y="919040"/>
            <a:ext cx="8229600" cy="5029200"/>
          </a:xfrm>
        </p:spPr>
        <p:txBody>
          <a:bodyPr/>
          <a:lstStyle/>
          <a:p>
            <a:pPr eaLnBrk="1" hangingPunct="1"/>
            <a:r>
              <a:rPr dirty="0" smtClean="0">
                <a:solidFill>
                  <a:schemeClr val="tx1"/>
                </a:solidFill>
                <a:cs typeface="Arial" charset="0"/>
              </a:rPr>
              <a:t>Classes can navigate in your project via the "Package Explorer" View. </a:t>
            </a:r>
          </a:p>
          <a:p>
            <a:pPr eaLnBrk="1" hangingPunct="1">
              <a:buFont typeface="Arial" charset="0"/>
              <a:buNone/>
            </a:pPr>
            <a:endParaRPr dirty="0" smtClean="0">
              <a:solidFill>
                <a:schemeClr val="tx1"/>
              </a:solidFill>
              <a:cs typeface="Arial" charset="0"/>
            </a:endParaRPr>
          </a:p>
        </p:txBody>
      </p:sp>
      <p:pic>
        <p:nvPicPr>
          <p:cNvPr id="97283" name="Picture 2"/>
          <p:cNvPicPr>
            <a:picLocks noChangeAspect="1" noChangeArrowheads="1"/>
          </p:cNvPicPr>
          <p:nvPr/>
        </p:nvPicPr>
        <p:blipFill>
          <a:blip r:embed="rId3"/>
          <a:srcRect/>
          <a:stretch>
            <a:fillRect/>
          </a:stretch>
        </p:blipFill>
        <p:spPr bwMode="auto">
          <a:xfrm>
            <a:off x="3694113" y="2060575"/>
            <a:ext cx="5213350" cy="4298950"/>
          </a:xfrm>
          <a:prstGeom prst="rect">
            <a:avLst/>
          </a:prstGeom>
          <a:noFill/>
          <a:ln w="9525">
            <a:noFill/>
            <a:miter lim="800000"/>
            <a:headEnd/>
            <a:tailEnd/>
          </a:ln>
        </p:spPr>
      </p:pic>
      <p:sp>
        <p:nvSpPr>
          <p:cNvPr id="5" name="Rectangular Callout 4"/>
          <p:cNvSpPr/>
          <p:nvPr/>
        </p:nvSpPr>
        <p:spPr>
          <a:xfrm>
            <a:off x="5391150" y="3625850"/>
            <a:ext cx="3421063" cy="1596781"/>
          </a:xfrm>
          <a:prstGeom prst="wedgeRectCallout">
            <a:avLst>
              <a:gd name="adj1" fmla="val -81664"/>
              <a:gd name="adj2" fmla="val -134427"/>
            </a:avLst>
          </a:prstGeom>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r>
              <a:rPr lang="en-US" dirty="0">
                <a:solidFill>
                  <a:schemeClr val="tx1"/>
                </a:solidFill>
                <a:cs typeface="Arial" charset="0"/>
              </a:rPr>
              <a:t>Alternatively, you can press </a:t>
            </a:r>
            <a:r>
              <a:rPr lang="en-US" dirty="0" err="1">
                <a:solidFill>
                  <a:schemeClr val="tx1"/>
                </a:solidFill>
                <a:cs typeface="Arial" charset="0"/>
              </a:rPr>
              <a:t>CTRL+Shift+T</a:t>
            </a:r>
            <a:r>
              <a:rPr lang="en-US" dirty="0">
                <a:solidFill>
                  <a:schemeClr val="tx1"/>
                </a:solidFill>
                <a:cs typeface="Arial" charset="0"/>
              </a:rPr>
              <a:t>. This will show a dialog in which you can enter the class name to open it. </a:t>
            </a:r>
            <a:endParaRPr lang="en-US" dirty="0">
              <a:solidFill>
                <a:schemeClr val="tx1"/>
              </a:solidFill>
            </a:endParaRPr>
          </a:p>
        </p:txBody>
      </p:sp>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29" name="Rectangle 2"/>
          <p:cNvSpPr>
            <a:spLocks noGrp="1"/>
          </p:cNvSpPr>
          <p:nvPr>
            <p:ph type="title" idx="4294967295"/>
          </p:nvPr>
        </p:nvSpPr>
        <p:spPr>
          <a:xfrm>
            <a:off x="228600" y="140677"/>
            <a:ext cx="8540750" cy="554038"/>
          </a:xfrm>
        </p:spPr>
        <p:txBody>
          <a:bodyPr/>
          <a:lstStyle/>
          <a:p>
            <a:pPr eaLnBrk="1" hangingPunct="1"/>
            <a:r>
              <a:rPr dirty="0" smtClean="0">
                <a:solidFill>
                  <a:schemeClr val="tx1"/>
                </a:solidFill>
                <a:cs typeface="Arial" charset="0"/>
              </a:rPr>
              <a:t>Generating code </a:t>
            </a:r>
          </a:p>
        </p:txBody>
      </p:sp>
      <p:sp>
        <p:nvSpPr>
          <p:cNvPr id="99330" name="Rectangle 3"/>
          <p:cNvSpPr>
            <a:spLocks noGrp="1"/>
          </p:cNvSpPr>
          <p:nvPr>
            <p:ph idx="4294967295"/>
          </p:nvPr>
        </p:nvSpPr>
        <p:spPr>
          <a:xfrm>
            <a:off x="275370" y="848702"/>
            <a:ext cx="8704385" cy="5029200"/>
          </a:xfrm>
        </p:spPr>
        <p:txBody>
          <a:bodyPr/>
          <a:lstStyle/>
          <a:p>
            <a:pPr algn="just" eaLnBrk="1" hangingPunct="1"/>
            <a:r>
              <a:rPr dirty="0" smtClean="0">
                <a:solidFill>
                  <a:schemeClr val="tx1"/>
                </a:solidFill>
                <a:cs typeface="Arial" charset="0"/>
              </a:rPr>
              <a:t>Using eclipse we can generate code automatically this will save significant time during development. </a:t>
            </a:r>
          </a:p>
          <a:p>
            <a:pPr algn="just" eaLnBrk="1" hangingPunct="1"/>
            <a:endParaRPr sz="1100" dirty="0" smtClean="0">
              <a:solidFill>
                <a:schemeClr val="tx1"/>
              </a:solidFill>
              <a:cs typeface="Arial" charset="0"/>
            </a:endParaRPr>
          </a:p>
          <a:p>
            <a:pPr algn="just" eaLnBrk="1" hangingPunct="1"/>
            <a:r>
              <a:rPr dirty="0" smtClean="0">
                <a:solidFill>
                  <a:schemeClr val="tx1"/>
                </a:solidFill>
                <a:cs typeface="Arial" charset="0"/>
              </a:rPr>
              <a:t>For example, if student class contains </a:t>
            </a:r>
            <a:r>
              <a:rPr dirty="0" err="1" smtClean="0">
                <a:solidFill>
                  <a:schemeClr val="tx1"/>
                </a:solidFill>
                <a:cs typeface="Arial" charset="0"/>
              </a:rPr>
              <a:t>sname</a:t>
            </a:r>
            <a:r>
              <a:rPr dirty="0" smtClean="0">
                <a:solidFill>
                  <a:schemeClr val="tx1"/>
                </a:solidFill>
                <a:cs typeface="Arial" charset="0"/>
              </a:rPr>
              <a:t> as a property we can generate setters and getters method</a:t>
            </a:r>
          </a:p>
        </p:txBody>
      </p:sp>
      <p:pic>
        <p:nvPicPr>
          <p:cNvPr id="99331" name="Picture 2"/>
          <p:cNvPicPr>
            <a:picLocks noChangeAspect="1" noChangeArrowheads="1"/>
          </p:cNvPicPr>
          <p:nvPr/>
        </p:nvPicPr>
        <p:blipFill>
          <a:blip r:embed="rId3"/>
          <a:srcRect/>
          <a:stretch>
            <a:fillRect/>
          </a:stretch>
        </p:blipFill>
        <p:spPr bwMode="auto">
          <a:xfrm>
            <a:off x="4627563" y="2373313"/>
            <a:ext cx="4516437" cy="3998912"/>
          </a:xfrm>
          <a:prstGeom prst="rect">
            <a:avLst/>
          </a:prstGeom>
          <a:noFill/>
          <a:ln w="9525">
            <a:noFill/>
            <a:miter lim="800000"/>
            <a:headEnd/>
            <a:tailEnd/>
          </a:ln>
        </p:spPr>
      </p:pic>
      <p:sp>
        <p:nvSpPr>
          <p:cNvPr id="5" name="Oval Callout 4"/>
          <p:cNvSpPr/>
          <p:nvPr/>
        </p:nvSpPr>
        <p:spPr>
          <a:xfrm>
            <a:off x="3736975" y="2490788"/>
            <a:ext cx="2159000" cy="1371600"/>
          </a:xfrm>
          <a:prstGeom prst="wedgeEllipseCallout">
            <a:avLst>
              <a:gd name="adj1" fmla="val 19782"/>
              <a:gd name="adj2" fmla="val 103017"/>
            </a:avLst>
          </a:prstGeom>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r>
              <a:rPr lang="en-US" dirty="0">
                <a:solidFill>
                  <a:schemeClr val="tx1"/>
                </a:solidFill>
                <a:cs typeface="Arial" charset="0"/>
              </a:rPr>
              <a:t>Right click on the project via source</a:t>
            </a:r>
            <a:endParaRPr lang="en-US" dirty="0">
              <a:solidFill>
                <a:schemeClr val="tx1"/>
              </a:solidFill>
            </a:endParaRPr>
          </a:p>
        </p:txBody>
      </p:sp>
      <p:sp>
        <p:nvSpPr>
          <p:cNvPr id="6" name="Oval Callout 5"/>
          <p:cNvSpPr/>
          <p:nvPr/>
        </p:nvSpPr>
        <p:spPr>
          <a:xfrm>
            <a:off x="6542088" y="2238375"/>
            <a:ext cx="2601912" cy="1498600"/>
          </a:xfrm>
          <a:prstGeom prst="wedgeEllipseCallout">
            <a:avLst>
              <a:gd name="adj1" fmla="val -17142"/>
              <a:gd name="adj2" fmla="val 201433"/>
            </a:avLst>
          </a:prstGeom>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r>
              <a:rPr lang="en-US" dirty="0">
                <a:solidFill>
                  <a:schemeClr val="tx1"/>
                </a:solidFill>
                <a:cs typeface="Arial" charset="0"/>
              </a:rPr>
              <a:t>Click on Generate setters and getters</a:t>
            </a:r>
          </a:p>
          <a:p>
            <a:pPr algn="ctr" fontAlgn="auto">
              <a:spcBef>
                <a:spcPts val="0"/>
              </a:spcBef>
              <a:spcAft>
                <a:spcPts val="0"/>
              </a:spcAft>
              <a:defRPr/>
            </a:pPr>
            <a:endParaRPr lang="en-US" dirty="0"/>
          </a:p>
        </p:txBody>
      </p:sp>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7" name="Rectangle 2"/>
          <p:cNvSpPr>
            <a:spLocks noGrp="1"/>
          </p:cNvSpPr>
          <p:nvPr>
            <p:ph type="title" idx="4294967295"/>
          </p:nvPr>
        </p:nvSpPr>
        <p:spPr>
          <a:xfrm>
            <a:off x="140677" y="52754"/>
            <a:ext cx="8540750" cy="554038"/>
          </a:xfrm>
        </p:spPr>
        <p:txBody>
          <a:bodyPr/>
          <a:lstStyle/>
          <a:p>
            <a:pPr eaLnBrk="1" hangingPunct="1"/>
            <a:r>
              <a:rPr dirty="0" smtClean="0">
                <a:solidFill>
                  <a:schemeClr val="tx1"/>
                </a:solidFill>
                <a:cs typeface="Arial" charset="0"/>
              </a:rPr>
              <a:t>Refactoring</a:t>
            </a:r>
          </a:p>
        </p:txBody>
      </p:sp>
      <p:sp>
        <p:nvSpPr>
          <p:cNvPr id="101378" name="Rectangle 3"/>
          <p:cNvSpPr>
            <a:spLocks noGrp="1"/>
          </p:cNvSpPr>
          <p:nvPr>
            <p:ph idx="4294967295"/>
          </p:nvPr>
        </p:nvSpPr>
        <p:spPr>
          <a:xfrm>
            <a:off x="492369" y="1006964"/>
            <a:ext cx="8229600" cy="5029200"/>
          </a:xfrm>
        </p:spPr>
        <p:txBody>
          <a:bodyPr/>
          <a:lstStyle/>
          <a:p>
            <a:pPr algn="just" eaLnBrk="1" hangingPunct="1"/>
            <a:r>
              <a:rPr dirty="0" smtClean="0">
                <a:solidFill>
                  <a:schemeClr val="tx1"/>
                </a:solidFill>
                <a:cs typeface="Arial" charset="0"/>
              </a:rPr>
              <a:t>Using refactoring we can restructure the code without changing his behavior. </a:t>
            </a:r>
          </a:p>
          <a:p>
            <a:pPr algn="just" eaLnBrk="1" hangingPunct="1"/>
            <a:endParaRPr dirty="0" smtClean="0">
              <a:solidFill>
                <a:schemeClr val="tx1"/>
              </a:solidFill>
              <a:cs typeface="Arial" charset="0"/>
            </a:endParaRPr>
          </a:p>
          <a:p>
            <a:pPr algn="just" eaLnBrk="1" hangingPunct="1"/>
            <a:r>
              <a:rPr dirty="0" smtClean="0">
                <a:solidFill>
                  <a:schemeClr val="tx1"/>
                </a:solidFill>
                <a:cs typeface="Arial" charset="0"/>
              </a:rPr>
              <a:t>For example renaming a Java class or method is a refactoring activity. </a:t>
            </a:r>
          </a:p>
          <a:p>
            <a:pPr algn="just" eaLnBrk="1" hangingPunct="1"/>
            <a:endParaRPr dirty="0" smtClean="0">
              <a:solidFill>
                <a:schemeClr val="tx1"/>
              </a:solidFill>
              <a:cs typeface="Arial" charset="0"/>
            </a:endParaRPr>
          </a:p>
          <a:p>
            <a:pPr algn="just" eaLnBrk="1" hangingPunct="1"/>
            <a:r>
              <a:rPr dirty="0" smtClean="0">
                <a:solidFill>
                  <a:schemeClr val="tx1"/>
                </a:solidFill>
                <a:cs typeface="Arial" charset="0"/>
              </a:rPr>
              <a:t>For example you can select your class, right click on it and select Refactor → Rename to rename your class or method. </a:t>
            </a:r>
          </a:p>
          <a:p>
            <a:pPr algn="just" eaLnBrk="1" hangingPunct="1"/>
            <a:endParaRPr dirty="0" smtClean="0">
              <a:solidFill>
                <a:schemeClr val="tx1"/>
              </a:solidFill>
              <a:cs typeface="Arial" charset="0"/>
            </a:endParaRPr>
          </a:p>
          <a:p>
            <a:pPr algn="just" eaLnBrk="1" hangingPunct="1"/>
            <a:r>
              <a:rPr dirty="0" smtClean="0">
                <a:solidFill>
                  <a:schemeClr val="tx1"/>
                </a:solidFill>
                <a:cs typeface="Arial" charset="0"/>
              </a:rPr>
              <a:t>Eclipse will make sure that all calls in your Workspace to your your class or method will also be renamed. </a:t>
            </a:r>
          </a:p>
          <a:p>
            <a:pPr eaLnBrk="1" hangingPunct="1"/>
            <a:endParaRPr dirty="0" smtClean="0">
              <a:solidFill>
                <a:schemeClr val="tx1"/>
              </a:solidFill>
              <a:cs typeface="Arial" charset="0"/>
            </a:endParaRPr>
          </a:p>
        </p:txBody>
      </p:sp>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5" name="Rectangle 2"/>
          <p:cNvSpPr>
            <a:spLocks noGrp="1"/>
          </p:cNvSpPr>
          <p:nvPr>
            <p:ph type="title" idx="4294967295"/>
          </p:nvPr>
        </p:nvSpPr>
        <p:spPr>
          <a:xfrm>
            <a:off x="239713" y="52754"/>
            <a:ext cx="8540750" cy="554038"/>
          </a:xfrm>
        </p:spPr>
        <p:txBody>
          <a:bodyPr/>
          <a:lstStyle/>
          <a:p>
            <a:pPr eaLnBrk="1" hangingPunct="1"/>
            <a:r>
              <a:rPr dirty="0" smtClean="0">
                <a:solidFill>
                  <a:schemeClr val="tx1"/>
                </a:solidFill>
                <a:cs typeface="Arial" charset="0"/>
              </a:rPr>
              <a:t>Refactoring (Contd.).</a:t>
            </a:r>
          </a:p>
        </p:txBody>
      </p:sp>
      <p:sp>
        <p:nvSpPr>
          <p:cNvPr id="103426" name="Rectangle 3"/>
          <p:cNvSpPr>
            <a:spLocks noGrp="1"/>
          </p:cNvSpPr>
          <p:nvPr>
            <p:ph idx="4294967295"/>
          </p:nvPr>
        </p:nvSpPr>
        <p:spPr>
          <a:xfrm>
            <a:off x="369277" y="917331"/>
            <a:ext cx="8229600" cy="5029200"/>
          </a:xfrm>
        </p:spPr>
        <p:txBody>
          <a:bodyPr/>
          <a:lstStyle/>
          <a:p>
            <a:pPr algn="just" eaLnBrk="1" hangingPunct="1"/>
            <a:r>
              <a:rPr dirty="0" smtClean="0">
                <a:solidFill>
                  <a:schemeClr val="tx1"/>
                </a:solidFill>
                <a:cs typeface="Arial" charset="0"/>
              </a:rPr>
              <a:t>For the next examples change the code of "</a:t>
            </a:r>
            <a:r>
              <a:rPr dirty="0" err="1" smtClean="0">
                <a:solidFill>
                  <a:schemeClr val="tx1"/>
                </a:solidFill>
                <a:cs typeface="Arial" charset="0"/>
              </a:rPr>
              <a:t>HelloWorld.java</a:t>
            </a:r>
            <a:r>
              <a:rPr dirty="0" smtClean="0">
                <a:solidFill>
                  <a:schemeClr val="tx1"/>
                </a:solidFill>
                <a:cs typeface="Arial" charset="0"/>
              </a:rPr>
              <a:t>" to the following. </a:t>
            </a:r>
          </a:p>
          <a:p>
            <a:pPr eaLnBrk="1" hangingPunct="1"/>
            <a:endParaRPr dirty="0" smtClean="0">
              <a:solidFill>
                <a:schemeClr val="tx1"/>
              </a:solidFill>
              <a:cs typeface="Arial" charset="0"/>
            </a:endParaRPr>
          </a:p>
        </p:txBody>
      </p:sp>
      <p:pic>
        <p:nvPicPr>
          <p:cNvPr id="103427" name="Picture 3"/>
          <p:cNvPicPr>
            <a:picLocks noChangeAspect="1" noChangeArrowheads="1"/>
          </p:cNvPicPr>
          <p:nvPr/>
        </p:nvPicPr>
        <p:blipFill>
          <a:blip r:embed="rId3"/>
          <a:srcRect/>
          <a:stretch>
            <a:fillRect/>
          </a:stretch>
        </p:blipFill>
        <p:spPr bwMode="auto">
          <a:xfrm>
            <a:off x="2711450" y="1539081"/>
            <a:ext cx="6069013" cy="4270375"/>
          </a:xfrm>
          <a:prstGeom prst="rect">
            <a:avLst/>
          </a:prstGeom>
          <a:noFill/>
          <a:ln w="9525">
            <a:noFill/>
            <a:miter lim="800000"/>
            <a:headEnd/>
            <a:tailEnd/>
          </a:ln>
        </p:spPr>
      </p:pic>
      <p:sp>
        <p:nvSpPr>
          <p:cNvPr id="5" name="Oval Callout 4"/>
          <p:cNvSpPr/>
          <p:nvPr/>
        </p:nvSpPr>
        <p:spPr>
          <a:xfrm>
            <a:off x="4903788" y="4628357"/>
            <a:ext cx="3184525" cy="1596598"/>
          </a:xfrm>
          <a:prstGeom prst="wedgeEllipseCallout">
            <a:avLst>
              <a:gd name="adj1" fmla="val -40046"/>
              <a:gd name="adj2" fmla="val -68400"/>
            </a:avLst>
          </a:prstGeom>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r>
              <a:rPr lang="en-US" dirty="0">
                <a:solidFill>
                  <a:schemeClr val="tx1"/>
                </a:solidFill>
              </a:rPr>
              <a:t>Mark the  code and right  click and select refactoring -&gt; Extract method </a:t>
            </a:r>
          </a:p>
        </p:txBody>
      </p:sp>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3" name="Rectangle 2"/>
          <p:cNvSpPr>
            <a:spLocks noGrp="1"/>
          </p:cNvSpPr>
          <p:nvPr>
            <p:ph type="title" idx="4294967295"/>
          </p:nvPr>
        </p:nvSpPr>
        <p:spPr>
          <a:xfrm>
            <a:off x="193431" y="158261"/>
            <a:ext cx="8540750" cy="554038"/>
          </a:xfrm>
        </p:spPr>
        <p:txBody>
          <a:bodyPr/>
          <a:lstStyle/>
          <a:p>
            <a:pPr eaLnBrk="1" hangingPunct="1"/>
            <a:r>
              <a:rPr dirty="0" smtClean="0">
                <a:solidFill>
                  <a:schemeClr val="tx1"/>
                </a:solidFill>
                <a:cs typeface="Arial" charset="0"/>
              </a:rPr>
              <a:t>Refactoring (Contd.).</a:t>
            </a:r>
          </a:p>
        </p:txBody>
      </p:sp>
      <p:pic>
        <p:nvPicPr>
          <p:cNvPr id="105475" name="Picture 2"/>
          <p:cNvPicPr>
            <a:picLocks noChangeAspect="1" noChangeArrowheads="1"/>
          </p:cNvPicPr>
          <p:nvPr/>
        </p:nvPicPr>
        <p:blipFill>
          <a:blip r:embed="rId3"/>
          <a:srcRect/>
          <a:stretch>
            <a:fillRect/>
          </a:stretch>
        </p:blipFill>
        <p:spPr bwMode="auto">
          <a:xfrm>
            <a:off x="3176588" y="1990725"/>
            <a:ext cx="5688012" cy="4059238"/>
          </a:xfrm>
          <a:prstGeom prst="rect">
            <a:avLst/>
          </a:prstGeom>
          <a:noFill/>
          <a:ln w="9525">
            <a:noFill/>
            <a:miter lim="800000"/>
            <a:headEnd/>
            <a:tailEnd/>
          </a:ln>
        </p:spPr>
      </p:pic>
      <p:sp>
        <p:nvSpPr>
          <p:cNvPr id="5" name="Rectangular Callout 4"/>
          <p:cNvSpPr/>
          <p:nvPr/>
        </p:nvSpPr>
        <p:spPr>
          <a:xfrm>
            <a:off x="6038850" y="4225925"/>
            <a:ext cx="2820988" cy="1149350"/>
          </a:xfrm>
          <a:prstGeom prst="wedgeRectCallout">
            <a:avLst>
              <a:gd name="adj1" fmla="val -96221"/>
              <a:gd name="adj2" fmla="val -185445"/>
            </a:avLst>
          </a:prstGeom>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r>
              <a:rPr lang="en-US" dirty="0">
                <a:solidFill>
                  <a:schemeClr val="tx1"/>
                </a:solidFill>
              </a:rPr>
              <a:t>Give method name as result</a:t>
            </a:r>
          </a:p>
        </p:txBody>
      </p:sp>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1" name="Rectangle 2"/>
          <p:cNvSpPr>
            <a:spLocks noGrp="1"/>
          </p:cNvSpPr>
          <p:nvPr>
            <p:ph type="title" idx="4294967295"/>
          </p:nvPr>
        </p:nvSpPr>
        <p:spPr>
          <a:xfrm>
            <a:off x="198438" y="164306"/>
            <a:ext cx="8540750" cy="554038"/>
          </a:xfrm>
        </p:spPr>
        <p:txBody>
          <a:bodyPr/>
          <a:lstStyle/>
          <a:p>
            <a:pPr eaLnBrk="1" hangingPunct="1"/>
            <a:r>
              <a:rPr dirty="0" smtClean="0">
                <a:solidFill>
                  <a:schemeClr val="tx1"/>
                </a:solidFill>
                <a:cs typeface="Arial" charset="0"/>
              </a:rPr>
              <a:t>Refactoring (Contd.).</a:t>
            </a:r>
          </a:p>
        </p:txBody>
      </p:sp>
      <p:pic>
        <p:nvPicPr>
          <p:cNvPr id="107523" name="Picture 2"/>
          <p:cNvPicPr>
            <a:picLocks noChangeAspect="1" noChangeArrowheads="1"/>
          </p:cNvPicPr>
          <p:nvPr/>
        </p:nvPicPr>
        <p:blipFill>
          <a:blip r:embed="rId3"/>
          <a:srcRect/>
          <a:stretch>
            <a:fillRect/>
          </a:stretch>
        </p:blipFill>
        <p:spPr bwMode="auto">
          <a:xfrm>
            <a:off x="3370263" y="1212850"/>
            <a:ext cx="5368925" cy="5191125"/>
          </a:xfrm>
          <a:prstGeom prst="rect">
            <a:avLst/>
          </a:prstGeom>
          <a:noFill/>
          <a:ln w="9525">
            <a:noFill/>
            <a:miter lim="800000"/>
            <a:headEnd/>
            <a:tailEnd/>
          </a:ln>
        </p:spPr>
      </p:pic>
      <p:sp>
        <p:nvSpPr>
          <p:cNvPr id="5" name="Oval Callout 4"/>
          <p:cNvSpPr/>
          <p:nvPr/>
        </p:nvSpPr>
        <p:spPr>
          <a:xfrm>
            <a:off x="5738813" y="896815"/>
            <a:ext cx="2772141" cy="1405060"/>
          </a:xfrm>
          <a:prstGeom prst="wedgeEllipseCallout">
            <a:avLst>
              <a:gd name="adj1" fmla="val -41412"/>
              <a:gd name="adj2" fmla="val 93439"/>
            </a:avLst>
          </a:prstGeom>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r>
              <a:rPr lang="en-US" dirty="0">
                <a:solidFill>
                  <a:schemeClr val="tx1"/>
                </a:solidFill>
                <a:cs typeface="Arial" charset="0"/>
              </a:rPr>
              <a:t>After refactoring class should look like the </a:t>
            </a:r>
            <a:r>
              <a:rPr lang="en-US" dirty="0" smtClean="0">
                <a:solidFill>
                  <a:schemeClr val="tx1"/>
                </a:solidFill>
                <a:cs typeface="Arial" charset="0"/>
              </a:rPr>
              <a:t>following</a:t>
            </a:r>
            <a:endParaRPr lang="en-US" dirty="0">
              <a:solidFill>
                <a:schemeClr val="tx1"/>
              </a:solidFill>
            </a:endParaRPr>
          </a:p>
        </p:txBody>
      </p:sp>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69" name="Rectangle 2"/>
          <p:cNvSpPr>
            <a:spLocks noGrp="1"/>
          </p:cNvSpPr>
          <p:nvPr>
            <p:ph type="title" idx="4294967295"/>
          </p:nvPr>
        </p:nvSpPr>
        <p:spPr>
          <a:xfrm>
            <a:off x="246185" y="140677"/>
            <a:ext cx="8540750" cy="554038"/>
          </a:xfrm>
        </p:spPr>
        <p:txBody>
          <a:bodyPr/>
          <a:lstStyle/>
          <a:p>
            <a:pPr eaLnBrk="1" hangingPunct="1"/>
            <a:r>
              <a:rPr dirty="0" smtClean="0">
                <a:solidFill>
                  <a:schemeClr val="tx1"/>
                </a:solidFill>
                <a:cs typeface="Arial" charset="0"/>
              </a:rPr>
              <a:t>Eclipse Shortcuts</a:t>
            </a:r>
          </a:p>
        </p:txBody>
      </p:sp>
      <p:sp>
        <p:nvSpPr>
          <p:cNvPr id="109570" name="Rectangle 3"/>
          <p:cNvSpPr>
            <a:spLocks noGrp="1"/>
          </p:cNvSpPr>
          <p:nvPr>
            <p:ph idx="4294967295"/>
          </p:nvPr>
        </p:nvSpPr>
        <p:spPr>
          <a:xfrm>
            <a:off x="386862" y="866287"/>
            <a:ext cx="8229600" cy="5029200"/>
          </a:xfrm>
        </p:spPr>
        <p:txBody>
          <a:bodyPr/>
          <a:lstStyle/>
          <a:p>
            <a:pPr eaLnBrk="1" hangingPunct="1"/>
            <a:r>
              <a:rPr dirty="0" smtClean="0">
                <a:solidFill>
                  <a:schemeClr val="tx1"/>
                </a:solidFill>
                <a:cs typeface="Arial" charset="0"/>
              </a:rPr>
              <a:t>Navigation</a:t>
            </a:r>
          </a:p>
          <a:p>
            <a:pPr eaLnBrk="1" hangingPunct="1"/>
            <a:endParaRPr dirty="0" smtClean="0">
              <a:cs typeface="Arial" charset="0"/>
            </a:endParaRPr>
          </a:p>
        </p:txBody>
      </p:sp>
      <p:graphicFrame>
        <p:nvGraphicFramePr>
          <p:cNvPr id="6" name="Table 5"/>
          <p:cNvGraphicFramePr>
            <a:graphicFrameLocks noGrp="1"/>
          </p:cNvGraphicFramePr>
          <p:nvPr>
            <p:extLst>
              <p:ext uri="{D42A27DB-BD31-4B8C-83A1-F6EECF244321}">
                <p14:modId xmlns:p14="http://schemas.microsoft.com/office/powerpoint/2010/main" val="3886886962"/>
              </p:ext>
            </p:extLst>
          </p:nvPr>
        </p:nvGraphicFramePr>
        <p:xfrm>
          <a:off x="348884" y="1462698"/>
          <a:ext cx="8643667" cy="4495704"/>
        </p:xfrm>
        <a:graphic>
          <a:graphicData uri="http://schemas.openxmlformats.org/drawingml/2006/table">
            <a:tbl>
              <a:tblPr firstRow="1" bandRow="1">
                <a:tableStyleId>{5C22544A-7EE6-4342-B048-85BDC9FD1C3A}</a:tableStyleId>
              </a:tblPr>
              <a:tblGrid>
                <a:gridCol w="2710839"/>
                <a:gridCol w="5932828"/>
              </a:tblGrid>
              <a:tr h="557616">
                <a:tc>
                  <a:txBody>
                    <a:bodyPr/>
                    <a:lstStyle/>
                    <a:p>
                      <a:r>
                        <a:rPr lang="en-US" dirty="0" smtClean="0">
                          <a:solidFill>
                            <a:schemeClr val="tx1"/>
                          </a:solidFill>
                        </a:rPr>
                        <a:t>Shortcut</a:t>
                      </a:r>
                      <a:endParaRPr lang="en-US" dirty="0">
                        <a:solidFill>
                          <a:schemeClr val="tx1"/>
                        </a:solidFill>
                      </a:endParaRPr>
                    </a:p>
                  </a:txBody>
                  <a:tcPr/>
                </a:tc>
                <a:tc>
                  <a:txBody>
                    <a:bodyPr/>
                    <a:lstStyle/>
                    <a:p>
                      <a:r>
                        <a:rPr lang="en-US" dirty="0" smtClean="0">
                          <a:solidFill>
                            <a:schemeClr val="tx1"/>
                          </a:solidFill>
                        </a:rPr>
                        <a:t>Description</a:t>
                      </a:r>
                      <a:endParaRPr lang="en-US" dirty="0">
                        <a:solidFill>
                          <a:schemeClr val="tx1"/>
                        </a:solidFill>
                      </a:endParaRPr>
                    </a:p>
                  </a:txBody>
                  <a:tcPr/>
                </a:tc>
              </a:tr>
              <a:tr h="557616">
                <a:tc>
                  <a:txBody>
                    <a:bodyPr/>
                    <a:lstStyle/>
                    <a:p>
                      <a:r>
                        <a:rPr lang="en-US" dirty="0" smtClean="0"/>
                        <a:t>CTRL+SHIFT+R</a:t>
                      </a:r>
                      <a:endParaRPr lang="en-US" dirty="0"/>
                    </a:p>
                  </a:txBody>
                  <a:tcPr/>
                </a:tc>
                <a:tc>
                  <a:txBody>
                    <a:bodyPr/>
                    <a:lstStyle/>
                    <a:p>
                      <a:r>
                        <a:rPr lang="en-US" dirty="0" smtClean="0"/>
                        <a:t>Open</a:t>
                      </a:r>
                      <a:r>
                        <a:rPr lang="en-US" baseline="0" dirty="0" smtClean="0"/>
                        <a:t> / Search for resources, e.g. files</a:t>
                      </a:r>
                      <a:endParaRPr lang="en-US" dirty="0"/>
                    </a:p>
                  </a:txBody>
                  <a:tcPr/>
                </a:tc>
              </a:tr>
              <a:tr h="557616">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dirty="0" smtClean="0"/>
                        <a:t>CTRL+SHIFT+T</a:t>
                      </a:r>
                    </a:p>
                  </a:txBody>
                  <a:tcPr/>
                </a:tc>
                <a:tc>
                  <a:txBody>
                    <a:bodyPr/>
                    <a:lstStyle/>
                    <a:p>
                      <a:r>
                        <a:rPr lang="en-US" dirty="0" smtClean="0"/>
                        <a:t>Open</a:t>
                      </a:r>
                      <a:r>
                        <a:rPr lang="en-US" baseline="0" dirty="0" smtClean="0"/>
                        <a:t> / Search for Types</a:t>
                      </a:r>
                      <a:endParaRPr lang="en-US" dirty="0"/>
                    </a:p>
                  </a:txBody>
                  <a:tcPr/>
                </a:tc>
              </a:tr>
              <a:tr h="592392">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dirty="0" smtClean="0"/>
                        <a:t>CTRL+E</a:t>
                      </a:r>
                    </a:p>
                  </a:txBody>
                  <a:tcPr/>
                </a:tc>
                <a:tc>
                  <a:txBody>
                    <a:bodyPr/>
                    <a:lstStyle/>
                    <a:p>
                      <a:r>
                        <a:rPr lang="en-US" dirty="0" smtClean="0"/>
                        <a:t>Allows to select an editor</a:t>
                      </a:r>
                      <a:r>
                        <a:rPr lang="en-US" baseline="0" dirty="0" smtClean="0"/>
                        <a:t> from the currently open editors</a:t>
                      </a:r>
                      <a:endParaRPr lang="en-US" dirty="0"/>
                    </a:p>
                  </a:txBody>
                  <a:tcPr/>
                </a:tc>
              </a:tr>
              <a:tr h="557616">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dirty="0" smtClean="0"/>
                        <a:t>CTRL+F8</a:t>
                      </a:r>
                    </a:p>
                  </a:txBody>
                  <a:tcPr/>
                </a:tc>
                <a:tc>
                  <a:txBody>
                    <a:bodyPr/>
                    <a:lstStyle/>
                    <a:p>
                      <a:r>
                        <a:rPr lang="en-US" dirty="0" smtClean="0"/>
                        <a:t>Shortcut for switching</a:t>
                      </a:r>
                      <a:r>
                        <a:rPr lang="en-US" baseline="0" dirty="0" smtClean="0"/>
                        <a:t> perspectives</a:t>
                      </a:r>
                      <a:endParaRPr lang="en-US" dirty="0"/>
                    </a:p>
                  </a:txBody>
                  <a:tcPr/>
                </a:tc>
              </a:tr>
              <a:tr h="557616">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dirty="0" smtClean="0"/>
                        <a:t>Ctrl-</a:t>
                      </a:r>
                      <a:r>
                        <a:rPr lang="en-US" dirty="0" err="1" smtClean="0"/>
                        <a:t>PageUp</a:t>
                      </a:r>
                      <a:r>
                        <a:rPr lang="en-US" dirty="0" smtClean="0"/>
                        <a:t>/</a:t>
                      </a:r>
                      <a:r>
                        <a:rPr lang="en-US" dirty="0" err="1" smtClean="0"/>
                        <a:t>PageDown</a:t>
                      </a:r>
                      <a:endParaRPr lang="en-US" dirty="0" smtClean="0"/>
                    </a:p>
                  </a:txBody>
                  <a:tcPr/>
                </a:tc>
                <a:tc>
                  <a:txBody>
                    <a:bodyPr/>
                    <a:lstStyle/>
                    <a:p>
                      <a:r>
                        <a:rPr lang="en-US" dirty="0" smtClean="0"/>
                        <a:t>Switch to previous /next editor </a:t>
                      </a:r>
                      <a:endParaRPr lang="en-US" dirty="0"/>
                    </a:p>
                  </a:txBody>
                  <a:tcPr/>
                </a:tc>
              </a:tr>
              <a:tr h="557616">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dirty="0" smtClean="0"/>
                        <a:t>F3</a:t>
                      </a:r>
                    </a:p>
                  </a:txBody>
                  <a:tcPr/>
                </a:tc>
                <a:tc>
                  <a:txBody>
                    <a:bodyPr/>
                    <a:lstStyle/>
                    <a:p>
                      <a:r>
                        <a:rPr lang="en-US" dirty="0" smtClean="0"/>
                        <a:t>Go to declaration of this variable</a:t>
                      </a:r>
                      <a:endParaRPr lang="en-US" dirty="0"/>
                    </a:p>
                  </a:txBody>
                  <a:tcPr/>
                </a:tc>
              </a:tr>
              <a:tr h="557616">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dirty="0" smtClean="0"/>
                        <a:t>CTRL+SHIFT+P</a:t>
                      </a:r>
                    </a:p>
                  </a:txBody>
                  <a:tcPr/>
                </a:tc>
                <a:tc>
                  <a:txBody>
                    <a:bodyPr/>
                    <a:lstStyle/>
                    <a:p>
                      <a:r>
                        <a:rPr lang="en-US" dirty="0" smtClean="0"/>
                        <a:t>Go to the matching bracket</a:t>
                      </a:r>
                      <a:endParaRPr lang="en-US" dirty="0"/>
                    </a:p>
                  </a:txBody>
                  <a:tcPr/>
                </a:tc>
              </a:tr>
            </a:tbl>
          </a:graphicData>
        </a:graphic>
      </p:graphicFrame>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7" name="Rectangle 2"/>
          <p:cNvSpPr>
            <a:spLocks noGrp="1"/>
          </p:cNvSpPr>
          <p:nvPr>
            <p:ph type="title" idx="4294967295"/>
          </p:nvPr>
        </p:nvSpPr>
        <p:spPr>
          <a:xfrm>
            <a:off x="193431" y="87923"/>
            <a:ext cx="8540750" cy="554038"/>
          </a:xfrm>
        </p:spPr>
        <p:txBody>
          <a:bodyPr/>
          <a:lstStyle/>
          <a:p>
            <a:pPr eaLnBrk="1" hangingPunct="1"/>
            <a:r>
              <a:rPr dirty="0" smtClean="0">
                <a:solidFill>
                  <a:schemeClr val="tx1"/>
                </a:solidFill>
                <a:cs typeface="Arial" charset="0"/>
              </a:rPr>
              <a:t>Eclipse Shortcuts (Contd.).</a:t>
            </a:r>
          </a:p>
        </p:txBody>
      </p:sp>
      <p:sp>
        <p:nvSpPr>
          <p:cNvPr id="111618" name="Rectangle 3"/>
          <p:cNvSpPr>
            <a:spLocks noGrp="1"/>
          </p:cNvSpPr>
          <p:nvPr>
            <p:ph idx="4294967295"/>
          </p:nvPr>
        </p:nvSpPr>
        <p:spPr>
          <a:xfrm>
            <a:off x="597877" y="567348"/>
            <a:ext cx="8229600" cy="5029200"/>
          </a:xfrm>
        </p:spPr>
        <p:txBody>
          <a:bodyPr/>
          <a:lstStyle/>
          <a:p>
            <a:pPr eaLnBrk="1" hangingPunct="1">
              <a:buFont typeface="Arial" charset="0"/>
              <a:buNone/>
            </a:pPr>
            <a:endParaRPr dirty="0" smtClean="0">
              <a:cs typeface="Arial" charset="0"/>
            </a:endParaRPr>
          </a:p>
          <a:p>
            <a:pPr eaLnBrk="1" hangingPunct="1"/>
            <a:r>
              <a:rPr dirty="0" smtClean="0">
                <a:solidFill>
                  <a:schemeClr val="tx1"/>
                </a:solidFill>
                <a:cs typeface="Arial" charset="0"/>
              </a:rPr>
              <a:t>Search</a:t>
            </a:r>
          </a:p>
          <a:p>
            <a:pPr eaLnBrk="1" hangingPunct="1"/>
            <a:endParaRPr dirty="0" smtClean="0">
              <a:cs typeface="Arial" charset="0"/>
            </a:endParaRPr>
          </a:p>
          <a:p>
            <a:pPr eaLnBrk="1" hangingPunct="1"/>
            <a:endParaRPr dirty="0" smtClean="0">
              <a:cs typeface="Arial" charset="0"/>
            </a:endParaRPr>
          </a:p>
          <a:p>
            <a:pPr eaLnBrk="1" hangingPunct="1"/>
            <a:endParaRPr dirty="0" smtClean="0">
              <a:cs typeface="Arial" charset="0"/>
            </a:endParaRPr>
          </a:p>
          <a:p>
            <a:pPr eaLnBrk="1" hangingPunct="1"/>
            <a:endParaRPr dirty="0" smtClean="0">
              <a:cs typeface="Arial" charset="0"/>
            </a:endParaRPr>
          </a:p>
          <a:p>
            <a:pPr eaLnBrk="1" hangingPunct="1"/>
            <a:endParaRPr dirty="0" smtClean="0">
              <a:cs typeface="Arial" charset="0"/>
            </a:endParaRPr>
          </a:p>
          <a:p>
            <a:pPr eaLnBrk="1" hangingPunct="1"/>
            <a:endParaRPr dirty="0" smtClean="0">
              <a:cs typeface="Arial" charset="0"/>
            </a:endParaRPr>
          </a:p>
          <a:p>
            <a:pPr eaLnBrk="1" hangingPunct="1"/>
            <a:endParaRPr dirty="0" smtClean="0">
              <a:cs typeface="Arial" charset="0"/>
            </a:endParaRPr>
          </a:p>
          <a:p>
            <a:pPr eaLnBrk="1" hangingPunct="1"/>
            <a:r>
              <a:rPr dirty="0" smtClean="0">
                <a:solidFill>
                  <a:schemeClr val="tx1"/>
                </a:solidFill>
                <a:cs typeface="Arial" charset="0"/>
              </a:rPr>
              <a:t>Running programs.</a:t>
            </a:r>
          </a:p>
          <a:p>
            <a:pPr eaLnBrk="1" hangingPunct="1"/>
            <a:endParaRPr dirty="0" smtClean="0">
              <a:cs typeface="Arial" charset="0"/>
            </a:endParaRPr>
          </a:p>
        </p:txBody>
      </p:sp>
      <p:graphicFrame>
        <p:nvGraphicFramePr>
          <p:cNvPr id="6" name="Table 5"/>
          <p:cNvGraphicFramePr>
            <a:graphicFrameLocks noGrp="1"/>
          </p:cNvGraphicFramePr>
          <p:nvPr>
            <p:extLst>
              <p:ext uri="{D42A27DB-BD31-4B8C-83A1-F6EECF244321}">
                <p14:modId xmlns:p14="http://schemas.microsoft.com/office/powerpoint/2010/main" val="4040130321"/>
              </p:ext>
            </p:extLst>
          </p:nvPr>
        </p:nvGraphicFramePr>
        <p:xfrm>
          <a:off x="819150" y="1507392"/>
          <a:ext cx="7591246" cy="2312838"/>
        </p:xfrm>
        <a:graphic>
          <a:graphicData uri="http://schemas.openxmlformats.org/drawingml/2006/table">
            <a:tbl>
              <a:tblPr firstRow="1" bandRow="1">
                <a:tableStyleId>{5C22544A-7EE6-4342-B048-85BDC9FD1C3A}</a:tableStyleId>
              </a:tblPr>
              <a:tblGrid>
                <a:gridCol w="1989346"/>
                <a:gridCol w="5601900"/>
              </a:tblGrid>
              <a:tr h="385473">
                <a:tc>
                  <a:txBody>
                    <a:bodyPr/>
                    <a:lstStyle/>
                    <a:p>
                      <a:r>
                        <a:rPr lang="en-US" dirty="0" smtClean="0">
                          <a:solidFill>
                            <a:schemeClr val="tx1"/>
                          </a:solidFill>
                        </a:rPr>
                        <a:t>Shortcut</a:t>
                      </a:r>
                      <a:endParaRPr lang="en-US" dirty="0">
                        <a:solidFill>
                          <a:schemeClr val="tx1"/>
                        </a:solidFill>
                      </a:endParaRPr>
                    </a:p>
                  </a:txBody>
                  <a:tcPr/>
                </a:tc>
                <a:tc>
                  <a:txBody>
                    <a:bodyPr/>
                    <a:lstStyle/>
                    <a:p>
                      <a:r>
                        <a:rPr lang="en-US" dirty="0" smtClean="0">
                          <a:solidFill>
                            <a:schemeClr val="tx1"/>
                          </a:solidFill>
                        </a:rPr>
                        <a:t>Description</a:t>
                      </a:r>
                      <a:endParaRPr lang="en-US" dirty="0">
                        <a:solidFill>
                          <a:schemeClr val="tx1"/>
                        </a:solidFill>
                      </a:endParaRPr>
                    </a:p>
                  </a:txBody>
                  <a:tcPr/>
                </a:tc>
              </a:tr>
              <a:tr h="385473">
                <a:tc>
                  <a:txBody>
                    <a:bodyPr/>
                    <a:lstStyle/>
                    <a:p>
                      <a:r>
                        <a:rPr lang="en-US" dirty="0" smtClean="0">
                          <a:solidFill>
                            <a:schemeClr val="tx1"/>
                          </a:solidFill>
                        </a:rPr>
                        <a:t> Ctrl+</a:t>
                      </a:r>
                      <a:endParaRPr lang="en-US" dirty="0">
                        <a:solidFill>
                          <a:schemeClr val="tx1"/>
                        </a:solidFill>
                      </a:endParaRPr>
                    </a:p>
                  </a:txBody>
                  <a:tcPr/>
                </a:tc>
                <a:tc>
                  <a:txBody>
                    <a:bodyPr/>
                    <a:lstStyle/>
                    <a:p>
                      <a:r>
                        <a:rPr lang="en-US" dirty="0" smtClean="0">
                          <a:solidFill>
                            <a:schemeClr val="tx1"/>
                          </a:solidFill>
                        </a:rPr>
                        <a:t>Go</a:t>
                      </a:r>
                      <a:r>
                        <a:rPr lang="en-US" baseline="0" dirty="0" smtClean="0">
                          <a:solidFill>
                            <a:schemeClr val="tx1"/>
                          </a:solidFill>
                        </a:rPr>
                        <a:t> to the next problem / error</a:t>
                      </a:r>
                      <a:endParaRPr lang="en-US" dirty="0">
                        <a:solidFill>
                          <a:schemeClr val="tx1"/>
                        </a:solidFill>
                      </a:endParaRPr>
                    </a:p>
                  </a:txBody>
                  <a:tcPr/>
                </a:tc>
              </a:tr>
              <a:tr h="385473">
                <a:tc>
                  <a:txBody>
                    <a:bodyPr/>
                    <a:lstStyle/>
                    <a:p>
                      <a:r>
                        <a:rPr lang="en-US" dirty="0" smtClean="0">
                          <a:solidFill>
                            <a:schemeClr val="tx1"/>
                          </a:solidFill>
                        </a:rPr>
                        <a:t>Ctrl-</a:t>
                      </a:r>
                      <a:endParaRPr lang="en-US" dirty="0">
                        <a:solidFill>
                          <a:schemeClr val="tx1"/>
                        </a:solidFill>
                      </a:endParaRPr>
                    </a:p>
                  </a:txBody>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dirty="0" smtClean="0">
                          <a:solidFill>
                            <a:schemeClr val="tx1"/>
                          </a:solidFill>
                        </a:rPr>
                        <a:t>Go</a:t>
                      </a:r>
                      <a:r>
                        <a:rPr lang="en-US" baseline="0" dirty="0" smtClean="0">
                          <a:solidFill>
                            <a:schemeClr val="tx1"/>
                          </a:solidFill>
                        </a:rPr>
                        <a:t> to the previous problem / error</a:t>
                      </a:r>
                      <a:endParaRPr lang="en-US" dirty="0" smtClean="0">
                        <a:solidFill>
                          <a:schemeClr val="tx1"/>
                        </a:solidFill>
                      </a:endParaRPr>
                    </a:p>
                  </a:txBody>
                  <a:tcPr/>
                </a:tc>
              </a:tr>
              <a:tr h="385473">
                <a:tc>
                  <a:txBody>
                    <a:bodyPr/>
                    <a:lstStyle/>
                    <a:p>
                      <a:r>
                        <a:rPr lang="en-US" dirty="0" smtClean="0">
                          <a:solidFill>
                            <a:schemeClr val="tx1"/>
                          </a:solidFill>
                        </a:rPr>
                        <a:t>F4 on a variable</a:t>
                      </a:r>
                      <a:endParaRPr lang="en-US" dirty="0">
                        <a:solidFill>
                          <a:schemeClr val="tx1"/>
                        </a:solidFill>
                      </a:endParaRPr>
                    </a:p>
                  </a:txBody>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dirty="0" smtClean="0">
                          <a:solidFill>
                            <a:schemeClr val="tx1"/>
                          </a:solidFill>
                        </a:rPr>
                        <a:t>Show</a:t>
                      </a:r>
                      <a:r>
                        <a:rPr lang="en-US" baseline="0" dirty="0" smtClean="0">
                          <a:solidFill>
                            <a:schemeClr val="tx1"/>
                          </a:solidFill>
                        </a:rPr>
                        <a:t> type hierarchy</a:t>
                      </a:r>
                      <a:endParaRPr lang="en-US" dirty="0" smtClean="0">
                        <a:solidFill>
                          <a:schemeClr val="tx1"/>
                        </a:solidFill>
                      </a:endParaRPr>
                    </a:p>
                  </a:txBody>
                  <a:tcPr/>
                </a:tc>
              </a:tr>
              <a:tr h="385473">
                <a:tc>
                  <a:txBody>
                    <a:bodyPr/>
                    <a:lstStyle/>
                    <a:p>
                      <a:r>
                        <a:rPr lang="en-US" dirty="0" smtClean="0">
                          <a:solidFill>
                            <a:schemeClr val="tx1"/>
                          </a:solidFill>
                        </a:rPr>
                        <a:t>CTRL+J,CTRL+K</a:t>
                      </a:r>
                      <a:endParaRPr lang="en-US" dirty="0">
                        <a:solidFill>
                          <a:schemeClr val="tx1"/>
                        </a:solidFill>
                      </a:endParaRPr>
                    </a:p>
                  </a:txBody>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dirty="0" smtClean="0">
                          <a:solidFill>
                            <a:schemeClr val="tx1"/>
                          </a:solidFill>
                        </a:rPr>
                        <a:t>Incremental search,</a:t>
                      </a:r>
                      <a:r>
                        <a:rPr lang="en-US" baseline="0" dirty="0" smtClean="0">
                          <a:solidFill>
                            <a:schemeClr val="tx1"/>
                          </a:solidFill>
                        </a:rPr>
                        <a:t> find next</a:t>
                      </a:r>
                      <a:endParaRPr lang="en-US" dirty="0" smtClean="0">
                        <a:solidFill>
                          <a:schemeClr val="tx1"/>
                        </a:solidFill>
                      </a:endParaRPr>
                    </a:p>
                  </a:txBody>
                  <a:tcPr/>
                </a:tc>
              </a:tr>
              <a:tr h="385473">
                <a:tc>
                  <a:txBody>
                    <a:bodyPr/>
                    <a:lstStyle/>
                    <a:p>
                      <a:r>
                        <a:rPr lang="en-US" dirty="0" smtClean="0">
                          <a:solidFill>
                            <a:schemeClr val="tx1"/>
                          </a:solidFill>
                        </a:rPr>
                        <a:t>CTRL+SHIFT+G</a:t>
                      </a:r>
                      <a:endParaRPr lang="en-US" dirty="0">
                        <a:solidFill>
                          <a:schemeClr val="tx1"/>
                        </a:solidFill>
                      </a:endParaRPr>
                    </a:p>
                  </a:txBody>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dirty="0" smtClean="0">
                          <a:solidFill>
                            <a:schemeClr val="tx1"/>
                          </a:solidFill>
                        </a:rPr>
                        <a:t>Search</a:t>
                      </a:r>
                      <a:r>
                        <a:rPr lang="en-US" baseline="0" dirty="0" smtClean="0">
                          <a:solidFill>
                            <a:schemeClr val="tx1"/>
                          </a:solidFill>
                        </a:rPr>
                        <a:t> for references in the workspace</a:t>
                      </a:r>
                      <a:endParaRPr lang="en-US" dirty="0" smtClean="0">
                        <a:solidFill>
                          <a:schemeClr val="tx1"/>
                        </a:solidFill>
                      </a:endParaRPr>
                    </a:p>
                  </a:txBody>
                  <a:tcPr/>
                </a:tc>
              </a:tr>
            </a:tbl>
          </a:graphicData>
        </a:graphic>
      </p:graphicFrame>
      <p:graphicFrame>
        <p:nvGraphicFramePr>
          <p:cNvPr id="7" name="Table 6"/>
          <p:cNvGraphicFramePr>
            <a:graphicFrameLocks noGrp="1"/>
          </p:cNvGraphicFramePr>
          <p:nvPr>
            <p:extLst>
              <p:ext uri="{D42A27DB-BD31-4B8C-83A1-F6EECF244321}">
                <p14:modId xmlns:p14="http://schemas.microsoft.com/office/powerpoint/2010/main" val="1392601328"/>
              </p:ext>
            </p:extLst>
          </p:nvPr>
        </p:nvGraphicFramePr>
        <p:xfrm>
          <a:off x="1317625" y="4502150"/>
          <a:ext cx="6096000" cy="1381760"/>
        </p:xfrm>
        <a:graphic>
          <a:graphicData uri="http://schemas.openxmlformats.org/drawingml/2006/table">
            <a:tbl>
              <a:tblPr firstRow="1" bandRow="1">
                <a:tableStyleId>{5C22544A-7EE6-4342-B048-85BDC9FD1C3A}</a:tableStyleId>
              </a:tblPr>
              <a:tblGrid>
                <a:gridCol w="1724513"/>
                <a:gridCol w="4371487"/>
              </a:tblGrid>
              <a:tr h="370840">
                <a:tc>
                  <a:txBody>
                    <a:bodyPr/>
                    <a:lstStyle/>
                    <a:p>
                      <a:r>
                        <a:rPr lang="en-US" dirty="0" smtClean="0">
                          <a:solidFill>
                            <a:schemeClr val="tx1"/>
                          </a:solidFill>
                        </a:rPr>
                        <a:t>Shortcut</a:t>
                      </a:r>
                      <a:endParaRPr lang="en-US" dirty="0">
                        <a:solidFill>
                          <a:schemeClr val="tx1"/>
                        </a:solidFill>
                      </a:endParaRPr>
                    </a:p>
                  </a:txBody>
                  <a:tcPr/>
                </a:tc>
                <a:tc>
                  <a:txBody>
                    <a:bodyPr/>
                    <a:lstStyle/>
                    <a:p>
                      <a:r>
                        <a:rPr lang="en-US" dirty="0" smtClean="0">
                          <a:solidFill>
                            <a:schemeClr val="tx1"/>
                          </a:solidFill>
                        </a:rPr>
                        <a:t>Description</a:t>
                      </a:r>
                      <a:endParaRPr lang="en-US" dirty="0">
                        <a:solidFill>
                          <a:schemeClr val="tx1"/>
                        </a:solidFill>
                      </a:endParaRPr>
                    </a:p>
                  </a:txBody>
                  <a:tcPr/>
                </a:tc>
              </a:tr>
              <a:tr h="370840">
                <a:tc>
                  <a:txBody>
                    <a:bodyPr/>
                    <a:lstStyle/>
                    <a:p>
                      <a:r>
                        <a:rPr lang="en-US" dirty="0" smtClean="0">
                          <a:solidFill>
                            <a:schemeClr val="tx1"/>
                          </a:solidFill>
                        </a:rPr>
                        <a:t>Ctrl+F11</a:t>
                      </a:r>
                      <a:endParaRPr lang="en-US" dirty="0">
                        <a:solidFill>
                          <a:schemeClr val="tx1"/>
                        </a:solidFill>
                      </a:endParaRPr>
                    </a:p>
                  </a:txBody>
                  <a:tcPr/>
                </a:tc>
                <a:tc>
                  <a:txBody>
                    <a:bodyPr/>
                    <a:lstStyle/>
                    <a:p>
                      <a:r>
                        <a:rPr lang="en-US" dirty="0" smtClean="0">
                          <a:solidFill>
                            <a:schemeClr val="tx1"/>
                          </a:solidFill>
                        </a:rPr>
                        <a:t>Run last launched</a:t>
                      </a:r>
                      <a:endParaRPr lang="en-US" dirty="0">
                        <a:solidFill>
                          <a:schemeClr val="tx1"/>
                        </a:solidFill>
                      </a:endParaRPr>
                    </a:p>
                  </a:txBody>
                  <a:tcPr/>
                </a:tc>
              </a:tr>
              <a:tr h="370840">
                <a:tc>
                  <a:txBody>
                    <a:bodyPr/>
                    <a:lstStyle/>
                    <a:p>
                      <a:r>
                        <a:rPr lang="en-US" dirty="0" err="1" smtClean="0">
                          <a:solidFill>
                            <a:schemeClr val="tx1"/>
                          </a:solidFill>
                        </a:rPr>
                        <a:t>Alt+Shift+X</a:t>
                      </a:r>
                      <a:r>
                        <a:rPr lang="en-US" dirty="0" smtClean="0">
                          <a:solidFill>
                            <a:schemeClr val="tx1"/>
                          </a:solidFill>
                        </a:rPr>
                        <a:t>-J</a:t>
                      </a:r>
                      <a:endParaRPr lang="en-US" dirty="0">
                        <a:solidFill>
                          <a:schemeClr val="tx1"/>
                        </a:solidFill>
                      </a:endParaRPr>
                    </a:p>
                  </a:txBody>
                  <a:tcPr/>
                </a:tc>
                <a:tc>
                  <a:txBody>
                    <a:bodyPr/>
                    <a:lstStyle/>
                    <a:p>
                      <a:r>
                        <a:rPr lang="en-US" dirty="0" smtClean="0">
                          <a:solidFill>
                            <a:schemeClr val="tx1"/>
                          </a:solidFill>
                        </a:rPr>
                        <a:t>Run current selected class as java application</a:t>
                      </a:r>
                      <a:endParaRPr lang="en-US" dirty="0">
                        <a:solidFill>
                          <a:schemeClr val="tx1"/>
                        </a:solidFill>
                      </a:endParaRPr>
                    </a:p>
                  </a:txBody>
                  <a:tcPr/>
                </a:tc>
              </a:tr>
            </a:tbl>
          </a:graphicData>
        </a:graphic>
      </p:graphicFrame>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5" name="Rectangle 2"/>
          <p:cNvSpPr>
            <a:spLocks noGrp="1"/>
          </p:cNvSpPr>
          <p:nvPr>
            <p:ph type="title" idx="4294967295"/>
          </p:nvPr>
        </p:nvSpPr>
        <p:spPr>
          <a:xfrm>
            <a:off x="281353" y="193431"/>
            <a:ext cx="8276981" cy="554038"/>
          </a:xfrm>
        </p:spPr>
        <p:txBody>
          <a:bodyPr/>
          <a:lstStyle/>
          <a:p>
            <a:pPr eaLnBrk="1" hangingPunct="1"/>
            <a:r>
              <a:rPr dirty="0" smtClean="0">
                <a:solidFill>
                  <a:schemeClr val="tx1"/>
                </a:solidFill>
                <a:cs typeface="Arial" charset="0"/>
              </a:rPr>
              <a:t>Using jars (libraries)</a:t>
            </a:r>
          </a:p>
        </p:txBody>
      </p:sp>
      <p:sp>
        <p:nvSpPr>
          <p:cNvPr id="113666" name="Rectangle 3"/>
          <p:cNvSpPr>
            <a:spLocks noGrp="1"/>
          </p:cNvSpPr>
          <p:nvPr>
            <p:ph idx="4294967295"/>
          </p:nvPr>
        </p:nvSpPr>
        <p:spPr>
          <a:xfrm>
            <a:off x="206375" y="954088"/>
            <a:ext cx="8229600" cy="5029200"/>
          </a:xfrm>
        </p:spPr>
        <p:txBody>
          <a:bodyPr/>
          <a:lstStyle/>
          <a:p>
            <a:pPr eaLnBrk="1" hangingPunct="1"/>
            <a:r>
              <a:rPr smtClean="0">
                <a:solidFill>
                  <a:schemeClr val="tx1"/>
                </a:solidFill>
                <a:cs typeface="Arial" charset="0"/>
              </a:rPr>
              <a:t>Using jars (libraries) </a:t>
            </a:r>
          </a:p>
          <a:p>
            <a:pPr eaLnBrk="1" hangingPunct="1"/>
            <a:endParaRPr smtClean="0">
              <a:solidFill>
                <a:schemeClr val="tx1"/>
              </a:solidFill>
              <a:cs typeface="Arial" charset="0"/>
            </a:endParaRPr>
          </a:p>
          <a:p>
            <a:pPr eaLnBrk="1" hangingPunct="1"/>
            <a:r>
              <a:rPr smtClean="0">
                <a:solidFill>
                  <a:schemeClr val="tx1"/>
                </a:solidFill>
                <a:cs typeface="Arial" charset="0"/>
              </a:rPr>
              <a:t>Adding a library (.jar ) to your project </a:t>
            </a:r>
          </a:p>
          <a:p>
            <a:pPr eaLnBrk="1" hangingPunct="1"/>
            <a:endParaRPr smtClean="0">
              <a:solidFill>
                <a:schemeClr val="tx1"/>
              </a:solidFill>
              <a:cs typeface="Arial" charset="0"/>
            </a:endParaRPr>
          </a:p>
          <a:p>
            <a:pPr eaLnBrk="1" hangingPunct="1"/>
            <a:endParaRPr smtClean="0">
              <a:cs typeface="Arial" charset="0"/>
            </a:endParaRPr>
          </a:p>
          <a:p>
            <a:pPr eaLnBrk="1" hangingPunct="1"/>
            <a:endParaRPr smtClean="0">
              <a:cs typeface="Arial" charset="0"/>
            </a:endParaRPr>
          </a:p>
        </p:txBody>
      </p:sp>
      <p:pic>
        <p:nvPicPr>
          <p:cNvPr id="113667" name="Picture 2"/>
          <p:cNvPicPr>
            <a:picLocks noChangeAspect="1" noChangeArrowheads="1"/>
          </p:cNvPicPr>
          <p:nvPr/>
        </p:nvPicPr>
        <p:blipFill>
          <a:blip r:embed="rId3"/>
          <a:srcRect/>
          <a:stretch>
            <a:fillRect/>
          </a:stretch>
        </p:blipFill>
        <p:spPr bwMode="auto">
          <a:xfrm>
            <a:off x="2092325" y="2271713"/>
            <a:ext cx="5414963" cy="4194175"/>
          </a:xfrm>
          <a:prstGeom prst="rect">
            <a:avLst/>
          </a:prstGeom>
          <a:noFill/>
          <a:ln w="9525">
            <a:noFill/>
            <a:miter lim="800000"/>
            <a:headEnd/>
            <a:tailEnd/>
          </a:ln>
        </p:spPr>
      </p:pic>
      <p:sp>
        <p:nvSpPr>
          <p:cNvPr id="5" name="Oval Callout 4"/>
          <p:cNvSpPr/>
          <p:nvPr/>
        </p:nvSpPr>
        <p:spPr>
          <a:xfrm>
            <a:off x="3302000" y="4467225"/>
            <a:ext cx="4429125" cy="1292225"/>
          </a:xfrm>
          <a:prstGeom prst="wedgeEllipseCallout">
            <a:avLst>
              <a:gd name="adj1" fmla="val 31612"/>
              <a:gd name="adj2" fmla="val -145976"/>
            </a:avLst>
          </a:prstGeom>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r>
              <a:rPr lang="en-US" dirty="0">
                <a:solidFill>
                  <a:schemeClr val="tx1"/>
                </a:solidFill>
                <a:cs typeface="Arial" charset="0"/>
              </a:rPr>
              <a:t>Right click on the project select properties-&gt;java build path-&gt;add external jar files</a:t>
            </a:r>
          </a:p>
          <a:p>
            <a:pPr algn="ctr" fontAlgn="auto">
              <a:spcBef>
                <a:spcPts val="0"/>
              </a:spcBef>
              <a:spcAft>
                <a:spcPts val="0"/>
              </a:spcAft>
              <a:defRPr/>
            </a:pPr>
            <a:endParaRPr lang="en-US" dirty="0"/>
          </a:p>
        </p:txBody>
      </p:sp>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3" name="Rectangle 2"/>
          <p:cNvSpPr>
            <a:spLocks noGrp="1"/>
          </p:cNvSpPr>
          <p:nvPr>
            <p:ph type="title" idx="4294967295"/>
          </p:nvPr>
        </p:nvSpPr>
        <p:spPr>
          <a:xfrm>
            <a:off x="281353" y="158262"/>
            <a:ext cx="8364904" cy="554038"/>
          </a:xfrm>
        </p:spPr>
        <p:txBody>
          <a:bodyPr/>
          <a:lstStyle/>
          <a:p>
            <a:pPr eaLnBrk="1" hangingPunct="1"/>
            <a:r>
              <a:rPr dirty="0" smtClean="0">
                <a:solidFill>
                  <a:schemeClr val="tx1"/>
                </a:solidFill>
                <a:cs typeface="Arial" charset="0"/>
              </a:rPr>
              <a:t>Add the </a:t>
            </a:r>
            <a:r>
              <a:rPr dirty="0" err="1" smtClean="0">
                <a:solidFill>
                  <a:schemeClr val="tx1"/>
                </a:solidFill>
                <a:cs typeface="Arial" charset="0"/>
              </a:rPr>
              <a:t>Javadoc</a:t>
            </a:r>
            <a:r>
              <a:rPr dirty="0" smtClean="0">
                <a:solidFill>
                  <a:schemeClr val="tx1"/>
                </a:solidFill>
                <a:cs typeface="Arial" charset="0"/>
              </a:rPr>
              <a:t> for a jar</a:t>
            </a:r>
          </a:p>
        </p:txBody>
      </p:sp>
      <p:sp>
        <p:nvSpPr>
          <p:cNvPr id="115714" name="Rectangle 3"/>
          <p:cNvSpPr>
            <a:spLocks noGrp="1"/>
          </p:cNvSpPr>
          <p:nvPr>
            <p:ph idx="4294967295"/>
          </p:nvPr>
        </p:nvSpPr>
        <p:spPr>
          <a:xfrm>
            <a:off x="503116" y="1015878"/>
            <a:ext cx="8229600" cy="5029200"/>
          </a:xfrm>
        </p:spPr>
        <p:txBody>
          <a:bodyPr/>
          <a:lstStyle/>
          <a:p>
            <a:pPr algn="just" eaLnBrk="1" hangingPunct="1"/>
            <a:r>
              <a:rPr dirty="0" smtClean="0">
                <a:solidFill>
                  <a:schemeClr val="tx1"/>
                </a:solidFill>
                <a:cs typeface="Arial" charset="0"/>
              </a:rPr>
              <a:t>Download the </a:t>
            </a:r>
            <a:r>
              <a:rPr dirty="0" err="1" smtClean="0">
                <a:solidFill>
                  <a:schemeClr val="tx1"/>
                </a:solidFill>
                <a:cs typeface="Arial" charset="0"/>
              </a:rPr>
              <a:t>Javadoc</a:t>
            </a:r>
            <a:r>
              <a:rPr dirty="0" smtClean="0">
                <a:solidFill>
                  <a:schemeClr val="tx1"/>
                </a:solidFill>
                <a:cs typeface="Arial" charset="0"/>
              </a:rPr>
              <a:t> of the jar and put it somewhere in your </a:t>
            </a:r>
            <a:r>
              <a:rPr dirty="0" err="1" smtClean="0">
                <a:solidFill>
                  <a:schemeClr val="tx1"/>
                </a:solidFill>
                <a:cs typeface="Arial" charset="0"/>
              </a:rPr>
              <a:t>filesystem</a:t>
            </a:r>
            <a:r>
              <a:rPr dirty="0" smtClean="0">
                <a:solidFill>
                  <a:schemeClr val="tx1"/>
                </a:solidFill>
                <a:cs typeface="Arial" charset="0"/>
              </a:rPr>
              <a:t>. </a:t>
            </a:r>
          </a:p>
          <a:p>
            <a:pPr algn="just" eaLnBrk="1" hangingPunct="1"/>
            <a:endParaRPr dirty="0" smtClean="0">
              <a:solidFill>
                <a:schemeClr val="tx1"/>
              </a:solidFill>
              <a:cs typeface="Arial" charset="0"/>
            </a:endParaRPr>
          </a:p>
          <a:p>
            <a:pPr algn="just" eaLnBrk="1" hangingPunct="1"/>
            <a:r>
              <a:rPr dirty="0" smtClean="0">
                <a:solidFill>
                  <a:schemeClr val="tx1"/>
                </a:solidFill>
                <a:cs typeface="Arial" charset="0"/>
              </a:rPr>
              <a:t>Later </a:t>
            </a:r>
            <a:r>
              <a:rPr dirty="0" err="1" smtClean="0">
                <a:solidFill>
                  <a:schemeClr val="tx1"/>
                </a:solidFill>
                <a:cs typeface="Arial" charset="0"/>
              </a:rPr>
              <a:t>Javadoc</a:t>
            </a:r>
            <a:r>
              <a:rPr dirty="0" smtClean="0">
                <a:solidFill>
                  <a:schemeClr val="tx1"/>
                </a:solidFill>
                <a:cs typeface="Arial" charset="0"/>
              </a:rPr>
              <a:t> can be added to a jar</a:t>
            </a:r>
          </a:p>
          <a:p>
            <a:pPr algn="just" eaLnBrk="1" hangingPunct="1"/>
            <a:endParaRPr dirty="0" smtClean="0">
              <a:solidFill>
                <a:schemeClr val="tx1"/>
              </a:solidFill>
              <a:cs typeface="Arial" charset="0"/>
            </a:endParaRPr>
          </a:p>
          <a:p>
            <a:pPr algn="just" eaLnBrk="1" hangingPunct="1"/>
            <a:r>
              <a:rPr dirty="0" smtClean="0">
                <a:solidFill>
                  <a:schemeClr val="tx1"/>
                </a:solidFill>
                <a:cs typeface="Arial" charset="0"/>
              </a:rPr>
              <a:t>Open the Java Build Path page of a project via Right click on a project → Properties → Java Build Path. On the "Libraries" tab expand the library's node, select the "</a:t>
            </a:r>
            <a:r>
              <a:rPr dirty="0" err="1" smtClean="0">
                <a:solidFill>
                  <a:schemeClr val="tx1"/>
                </a:solidFill>
                <a:cs typeface="Arial" charset="0"/>
              </a:rPr>
              <a:t>Javadoc</a:t>
            </a:r>
            <a:r>
              <a:rPr dirty="0" smtClean="0">
                <a:solidFill>
                  <a:schemeClr val="tx1"/>
                </a:solidFill>
                <a:cs typeface="Arial" charset="0"/>
              </a:rPr>
              <a:t> location" attribute and press Edit. </a:t>
            </a:r>
          </a:p>
          <a:p>
            <a:pPr algn="just" eaLnBrk="1" hangingPunct="1"/>
            <a:endParaRPr dirty="0" smtClean="0">
              <a:solidFill>
                <a:schemeClr val="tx1"/>
              </a:solidFill>
              <a:cs typeface="Arial" charset="0"/>
            </a:endParaRPr>
          </a:p>
          <a:p>
            <a:pPr algn="just" eaLnBrk="1" hangingPunct="1"/>
            <a:r>
              <a:rPr dirty="0" smtClean="0">
                <a:solidFill>
                  <a:schemeClr val="tx1"/>
                </a:solidFill>
                <a:cs typeface="Arial" charset="0"/>
              </a:rPr>
              <a:t>Enter the location to the file which contains the </a:t>
            </a:r>
            <a:r>
              <a:rPr dirty="0" err="1" smtClean="0">
                <a:solidFill>
                  <a:schemeClr val="tx1"/>
                </a:solidFill>
                <a:cs typeface="Arial" charset="0"/>
              </a:rPr>
              <a:t>Javadoc</a:t>
            </a:r>
            <a:r>
              <a:rPr dirty="0" smtClean="0">
                <a:solidFill>
                  <a:schemeClr val="tx1"/>
                </a:solidFill>
                <a:cs typeface="Arial" charset="0"/>
              </a:rPr>
              <a:t>.</a:t>
            </a:r>
          </a:p>
          <a:p>
            <a:pPr eaLnBrk="1" hangingPunct="1"/>
            <a:endParaRPr dirty="0" smtClean="0">
              <a:solidFill>
                <a:schemeClr val="tx1"/>
              </a:solidFill>
              <a:cs typeface="Arial" charset="0"/>
            </a:endParaRPr>
          </a:p>
          <a:p>
            <a:pPr eaLnBrk="1" hangingPunct="1"/>
            <a:endParaRPr dirty="0" smtClean="0">
              <a:solidFill>
                <a:schemeClr val="tx1"/>
              </a:solidFill>
              <a:cs typeface="Arial" charset="0"/>
            </a:endParaRPr>
          </a:p>
        </p:txBody>
      </p:sp>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1" name="Rectangle 2"/>
          <p:cNvSpPr>
            <a:spLocks noGrp="1"/>
          </p:cNvSpPr>
          <p:nvPr>
            <p:ph type="title" idx="4294967295"/>
          </p:nvPr>
        </p:nvSpPr>
        <p:spPr>
          <a:xfrm>
            <a:off x="258763" y="158262"/>
            <a:ext cx="8540750" cy="554038"/>
          </a:xfrm>
        </p:spPr>
        <p:txBody>
          <a:bodyPr/>
          <a:lstStyle/>
          <a:p>
            <a:pPr eaLnBrk="1" hangingPunct="1"/>
            <a:r>
              <a:rPr dirty="0" smtClean="0">
                <a:solidFill>
                  <a:schemeClr val="tx1"/>
                </a:solidFill>
                <a:cs typeface="Arial" charset="0"/>
              </a:rPr>
              <a:t>Efficiency Settings</a:t>
            </a:r>
          </a:p>
        </p:txBody>
      </p:sp>
      <p:sp>
        <p:nvSpPr>
          <p:cNvPr id="117762" name="Rectangle 3"/>
          <p:cNvSpPr>
            <a:spLocks noGrp="1"/>
          </p:cNvSpPr>
          <p:nvPr>
            <p:ph idx="4294967295"/>
          </p:nvPr>
        </p:nvSpPr>
        <p:spPr>
          <a:xfrm>
            <a:off x="398463" y="1206500"/>
            <a:ext cx="8229600" cy="5029200"/>
          </a:xfrm>
        </p:spPr>
        <p:txBody>
          <a:bodyPr/>
          <a:lstStyle/>
          <a:p>
            <a:pPr eaLnBrk="1" hangingPunct="1"/>
            <a:r>
              <a:rPr dirty="0" smtClean="0">
                <a:solidFill>
                  <a:schemeClr val="tx1"/>
                </a:solidFill>
                <a:cs typeface="Arial" charset="0"/>
              </a:rPr>
              <a:t>Eclipse Preferences</a:t>
            </a:r>
          </a:p>
          <a:p>
            <a:pPr eaLnBrk="1" hangingPunct="1"/>
            <a:r>
              <a:rPr dirty="0" smtClean="0">
                <a:solidFill>
                  <a:schemeClr val="tx1"/>
                </a:solidFill>
                <a:cs typeface="Arial" charset="0"/>
              </a:rPr>
              <a:t>Eclipse IDE can be controlled via the Preference Settings.</a:t>
            </a:r>
          </a:p>
        </p:txBody>
      </p:sp>
      <p:pic>
        <p:nvPicPr>
          <p:cNvPr id="117763" name="Picture 2"/>
          <p:cNvPicPr>
            <a:picLocks noChangeAspect="1" noChangeArrowheads="1"/>
          </p:cNvPicPr>
          <p:nvPr/>
        </p:nvPicPr>
        <p:blipFill>
          <a:blip r:embed="rId3"/>
          <a:srcRect/>
          <a:stretch>
            <a:fillRect/>
          </a:stretch>
        </p:blipFill>
        <p:spPr bwMode="auto">
          <a:xfrm>
            <a:off x="4194175" y="2735263"/>
            <a:ext cx="4433888" cy="3802062"/>
          </a:xfrm>
          <a:prstGeom prst="rect">
            <a:avLst/>
          </a:prstGeom>
          <a:noFill/>
          <a:ln w="9525">
            <a:noFill/>
            <a:miter lim="800000"/>
            <a:headEnd/>
            <a:tailEnd/>
          </a:ln>
        </p:spPr>
      </p:pic>
      <p:sp>
        <p:nvSpPr>
          <p:cNvPr id="5" name="Rectangular Callout 4"/>
          <p:cNvSpPr/>
          <p:nvPr/>
        </p:nvSpPr>
        <p:spPr>
          <a:xfrm>
            <a:off x="1002567" y="4055209"/>
            <a:ext cx="3421063" cy="1835638"/>
          </a:xfrm>
          <a:prstGeom prst="wedgeRectCallout">
            <a:avLst>
              <a:gd name="adj1" fmla="val 46721"/>
              <a:gd name="adj2" fmla="val -99509"/>
            </a:avLst>
          </a:prstGeom>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r>
              <a:rPr lang="en-US" dirty="0">
                <a:solidFill>
                  <a:schemeClr val="tx1"/>
                </a:solidFill>
                <a:cs typeface="Arial" charset="0"/>
              </a:rPr>
              <a:t>Select Window → Preferences to open the preference settings dialog. You can use the filter box to search for specific settings</a:t>
            </a:r>
            <a:endParaRPr lang="en-US" dirty="0">
              <a:solidFill>
                <a:schemeClr val="tx1"/>
              </a:solidFill>
            </a:endParaRPr>
          </a:p>
        </p:txBody>
      </p:sp>
    </p:spTree>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09" name="Rectangle 2"/>
          <p:cNvSpPr>
            <a:spLocks noGrp="1"/>
          </p:cNvSpPr>
          <p:nvPr>
            <p:ph type="title" idx="4294967295"/>
          </p:nvPr>
        </p:nvSpPr>
        <p:spPr>
          <a:xfrm>
            <a:off x="212725" y="211015"/>
            <a:ext cx="8540750" cy="554038"/>
          </a:xfrm>
        </p:spPr>
        <p:txBody>
          <a:bodyPr/>
          <a:lstStyle/>
          <a:p>
            <a:pPr eaLnBrk="1" hangingPunct="1"/>
            <a:r>
              <a:rPr dirty="0" smtClean="0">
                <a:solidFill>
                  <a:schemeClr val="tx1"/>
                </a:solidFill>
                <a:cs typeface="Arial" charset="0"/>
              </a:rPr>
              <a:t>Automatic placement of semicolon</a:t>
            </a:r>
          </a:p>
        </p:txBody>
      </p:sp>
      <p:sp>
        <p:nvSpPr>
          <p:cNvPr id="119810" name="Rectangle 3"/>
          <p:cNvSpPr>
            <a:spLocks noGrp="1"/>
          </p:cNvSpPr>
          <p:nvPr>
            <p:ph idx="4294967295"/>
          </p:nvPr>
        </p:nvSpPr>
        <p:spPr>
          <a:xfrm>
            <a:off x="311150" y="1015878"/>
            <a:ext cx="8461375" cy="5029200"/>
          </a:xfrm>
        </p:spPr>
        <p:txBody>
          <a:bodyPr/>
          <a:lstStyle/>
          <a:p>
            <a:pPr algn="just" eaLnBrk="1" hangingPunct="1"/>
            <a:r>
              <a:rPr dirty="0" smtClean="0">
                <a:solidFill>
                  <a:schemeClr val="tx1"/>
                </a:solidFill>
                <a:cs typeface="Arial" charset="0"/>
              </a:rPr>
              <a:t>Eclipse can make typing more efficient by placing semicolons at the correct position in your source code. </a:t>
            </a:r>
          </a:p>
          <a:p>
            <a:pPr eaLnBrk="1" hangingPunct="1"/>
            <a:endParaRPr dirty="0" smtClean="0">
              <a:cs typeface="Arial" charset="0"/>
            </a:endParaRPr>
          </a:p>
          <a:p>
            <a:pPr eaLnBrk="1" hangingPunct="1">
              <a:buFont typeface="Arial" charset="0"/>
              <a:buNone/>
            </a:pPr>
            <a:endParaRPr dirty="0" smtClean="0">
              <a:cs typeface="Arial" charset="0"/>
            </a:endParaRPr>
          </a:p>
        </p:txBody>
      </p:sp>
      <p:pic>
        <p:nvPicPr>
          <p:cNvPr id="119811" name="Picture 2"/>
          <p:cNvPicPr>
            <a:picLocks noChangeAspect="1" noChangeArrowheads="1"/>
          </p:cNvPicPr>
          <p:nvPr/>
        </p:nvPicPr>
        <p:blipFill>
          <a:blip r:embed="rId3"/>
          <a:srcRect/>
          <a:stretch>
            <a:fillRect/>
          </a:stretch>
        </p:blipFill>
        <p:spPr bwMode="auto">
          <a:xfrm>
            <a:off x="4248150" y="2625725"/>
            <a:ext cx="4618038" cy="3998913"/>
          </a:xfrm>
          <a:prstGeom prst="rect">
            <a:avLst/>
          </a:prstGeom>
          <a:noFill/>
          <a:ln w="9525">
            <a:noFill/>
            <a:miter lim="800000"/>
            <a:headEnd/>
            <a:tailEnd/>
          </a:ln>
        </p:spPr>
      </p:pic>
      <p:sp>
        <p:nvSpPr>
          <p:cNvPr id="5" name="Oval Callout 4"/>
          <p:cNvSpPr/>
          <p:nvPr/>
        </p:nvSpPr>
        <p:spPr>
          <a:xfrm>
            <a:off x="5080000" y="1477108"/>
            <a:ext cx="3673475" cy="1489930"/>
          </a:xfrm>
          <a:prstGeom prst="wedgeEllipseCallout">
            <a:avLst>
              <a:gd name="adj1" fmla="val -24279"/>
              <a:gd name="adj2" fmla="val 121817"/>
            </a:avLst>
          </a:prstGeom>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r>
              <a:rPr lang="en-US" dirty="0">
                <a:solidFill>
                  <a:schemeClr val="tx1"/>
                </a:solidFill>
                <a:cs typeface="Arial" charset="0"/>
              </a:rPr>
              <a:t>section "Automatically insert at correct position”, enable the "Semicolons" checkbox</a:t>
            </a:r>
            <a:endParaRPr lang="en-US" dirty="0">
              <a:solidFill>
                <a:schemeClr val="tx1"/>
              </a:solidFill>
            </a:endParaRPr>
          </a:p>
        </p:txBody>
      </p:sp>
      <p:sp>
        <p:nvSpPr>
          <p:cNvPr id="6" name="Oval Callout 5"/>
          <p:cNvSpPr/>
          <p:nvPr/>
        </p:nvSpPr>
        <p:spPr>
          <a:xfrm>
            <a:off x="552450" y="3963988"/>
            <a:ext cx="3989388" cy="1205889"/>
          </a:xfrm>
          <a:prstGeom prst="wedgeEllipseCallout">
            <a:avLst>
              <a:gd name="adj1" fmla="val 49607"/>
              <a:gd name="adj2" fmla="val -70025"/>
            </a:avLst>
          </a:prstGeom>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r>
              <a:rPr lang="en-US" dirty="0">
                <a:solidFill>
                  <a:schemeClr val="tx1"/>
                </a:solidFill>
                <a:cs typeface="Arial" charset="0"/>
              </a:rPr>
              <a:t>In the Preference setting select Java → Editor → Typing. In the</a:t>
            </a:r>
            <a:endParaRPr lang="en-US" dirty="0">
              <a:solidFill>
                <a:schemeClr val="tx1"/>
              </a:solidFill>
            </a:endParaRPr>
          </a:p>
        </p:txBody>
      </p:sp>
    </p:spTree>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7" name="Slide Number Placeholder 3"/>
          <p:cNvSpPr>
            <a:spLocks noGrp="1"/>
          </p:cNvSpPr>
          <p:nvPr>
            <p:ph type="sldNum" sz="quarter" idx="4294967295"/>
          </p:nvPr>
        </p:nvSpPr>
        <p:spPr bwMode="auto">
          <a:xfrm>
            <a:off x="4079875" y="6534150"/>
            <a:ext cx="773113" cy="476250"/>
          </a:xfrm>
          <a:prstGeom prst="rect">
            <a:avLst/>
          </a:prstGeom>
          <a:noFill/>
          <a:ln>
            <a:miter lim="800000"/>
            <a:headEnd/>
            <a:tailEnd/>
          </a:ln>
        </p:spPr>
        <p:txBody>
          <a:bodyPr/>
          <a:lstStyle/>
          <a:p>
            <a:pPr algn="ctr"/>
            <a:fld id="{AB6F4FE2-EFBA-44BA-9BBD-F65F0AA8BB62}" type="slidenum">
              <a:rPr lang="en-US" sz="1200" b="1">
                <a:solidFill>
                  <a:srgbClr val="FFFFFF"/>
                </a:solidFill>
                <a:cs typeface="Arial" charset="0"/>
              </a:rPr>
              <a:pPr algn="ctr"/>
              <a:t>44</a:t>
            </a:fld>
            <a:endParaRPr lang="en-US" sz="1200" b="1">
              <a:solidFill>
                <a:srgbClr val="FFFFFF"/>
              </a:solidFill>
              <a:cs typeface="Arial" charset="0"/>
            </a:endParaRPr>
          </a:p>
        </p:txBody>
      </p:sp>
      <p:sp>
        <p:nvSpPr>
          <p:cNvPr id="121858" name="Title 1"/>
          <p:cNvSpPr>
            <a:spLocks noGrp="1"/>
          </p:cNvSpPr>
          <p:nvPr>
            <p:ph type="title"/>
          </p:nvPr>
        </p:nvSpPr>
        <p:spPr>
          <a:xfrm>
            <a:off x="191599" y="177556"/>
            <a:ext cx="8229600" cy="554038"/>
          </a:xfrm>
        </p:spPr>
        <p:txBody>
          <a:bodyPr lIns="0"/>
          <a:lstStyle/>
          <a:p>
            <a:pPr eaLnBrk="1" hangingPunct="1"/>
            <a:r>
              <a:rPr smtClean="0">
                <a:solidFill>
                  <a:schemeClr val="tx1"/>
                </a:solidFill>
                <a:cs typeface="Arial" charset="0"/>
              </a:rPr>
              <a:t>Quiz</a:t>
            </a:r>
          </a:p>
        </p:txBody>
      </p:sp>
      <p:sp>
        <p:nvSpPr>
          <p:cNvPr id="112643" name="Content Placeholder 2"/>
          <p:cNvSpPr>
            <a:spLocks noGrp="1"/>
          </p:cNvSpPr>
          <p:nvPr>
            <p:ph type="body" idx="1"/>
          </p:nvPr>
        </p:nvSpPr>
        <p:spPr>
          <a:xfrm>
            <a:off x="441325" y="971550"/>
            <a:ext cx="8229600" cy="5481638"/>
          </a:xfrm>
        </p:spPr>
        <p:txBody>
          <a:bodyPr lIns="0" tIns="0">
            <a:normAutofit/>
          </a:bodyPr>
          <a:lstStyle/>
          <a:p>
            <a:pPr eaLnBrk="1" fontAlgn="auto" hangingPunct="1">
              <a:spcAft>
                <a:spcPts val="0"/>
              </a:spcAft>
              <a:buFont typeface="Arial"/>
              <a:buChar char="•"/>
              <a:defRPr/>
            </a:pPr>
            <a:endParaRPr sz="1200" dirty="0">
              <a:solidFill>
                <a:schemeClr val="tx1">
                  <a:lumMod val="65000"/>
                  <a:lumOff val="35000"/>
                </a:schemeClr>
              </a:solidFill>
            </a:endParaRPr>
          </a:p>
          <a:p>
            <a:pPr marL="457200" indent="-457200" eaLnBrk="1" fontAlgn="auto" hangingPunct="1">
              <a:spcAft>
                <a:spcPts val="0"/>
              </a:spcAft>
              <a:buFont typeface="+mj-lt"/>
              <a:buAutoNum type="arabicPeriod"/>
              <a:defRPr/>
            </a:pPr>
            <a:r>
              <a:rPr dirty="0">
                <a:solidFill>
                  <a:schemeClr val="tx1"/>
                </a:solidFill>
              </a:rPr>
              <a:t>Workspace is the __________you are working in.</a:t>
            </a:r>
          </a:p>
          <a:p>
            <a:pPr marL="457200" indent="-457200" eaLnBrk="1" fontAlgn="auto" hangingPunct="1">
              <a:spcAft>
                <a:spcPts val="0"/>
              </a:spcAft>
              <a:buFont typeface="+mj-lt"/>
              <a:buAutoNum type="arabicPeriod"/>
              <a:defRPr/>
            </a:pPr>
            <a:endParaRPr dirty="0">
              <a:solidFill>
                <a:schemeClr val="tx1"/>
              </a:solidFill>
            </a:endParaRPr>
          </a:p>
          <a:p>
            <a:pPr marL="457200" indent="-457200" algn="just" eaLnBrk="1" fontAlgn="auto" hangingPunct="1">
              <a:spcAft>
                <a:spcPts val="0"/>
              </a:spcAft>
              <a:buFont typeface="+mj-lt"/>
              <a:buAutoNum type="arabicPeriod"/>
              <a:defRPr/>
            </a:pPr>
            <a:r>
              <a:rPr dirty="0">
                <a:solidFill>
                  <a:schemeClr val="tx1"/>
                </a:solidFill>
              </a:rPr>
              <a:t>Using _________ we can restructure the code without changing his behavior.</a:t>
            </a:r>
          </a:p>
          <a:p>
            <a:pPr marL="457200" indent="-457200" algn="just" eaLnBrk="1" fontAlgn="auto" hangingPunct="1">
              <a:spcAft>
                <a:spcPts val="0"/>
              </a:spcAft>
              <a:buFont typeface="+mj-lt"/>
              <a:buAutoNum type="arabicPeriod"/>
              <a:defRPr/>
            </a:pPr>
            <a:endParaRPr dirty="0">
              <a:solidFill>
                <a:schemeClr val="tx1"/>
              </a:solidFill>
            </a:endParaRPr>
          </a:p>
          <a:p>
            <a:pPr marL="457200" indent="-457200" algn="just" eaLnBrk="1" fontAlgn="auto" hangingPunct="1">
              <a:spcAft>
                <a:spcPts val="0"/>
              </a:spcAft>
              <a:buFont typeface="+mj-lt"/>
              <a:buAutoNum type="arabicPeriod"/>
              <a:defRPr/>
            </a:pPr>
            <a:r>
              <a:rPr dirty="0">
                <a:solidFill>
                  <a:schemeClr val="tx1"/>
                </a:solidFill>
              </a:rPr>
              <a:t>_______________is the shortcut key to run current selected class as java application.</a:t>
            </a:r>
          </a:p>
          <a:p>
            <a:pPr marL="457200" indent="-457200" algn="just" eaLnBrk="1" fontAlgn="auto" hangingPunct="1">
              <a:spcAft>
                <a:spcPts val="0"/>
              </a:spcAft>
              <a:buFont typeface="+mj-lt"/>
              <a:buAutoNum type="arabicPeriod"/>
              <a:defRPr/>
            </a:pPr>
            <a:endParaRPr dirty="0">
              <a:solidFill>
                <a:schemeClr val="tx1"/>
              </a:solidFill>
            </a:endParaRPr>
          </a:p>
          <a:p>
            <a:pPr marL="457200" indent="-457200" algn="just" eaLnBrk="1" fontAlgn="auto" hangingPunct="1">
              <a:spcAft>
                <a:spcPts val="0"/>
              </a:spcAft>
              <a:buFont typeface="+mj-lt"/>
              <a:buAutoNum type="arabicPeriod"/>
              <a:defRPr/>
            </a:pPr>
            <a:r>
              <a:rPr dirty="0">
                <a:solidFill>
                  <a:schemeClr val="tx1"/>
                </a:solidFill>
              </a:rPr>
              <a:t>___________ is used to navigate classes in our project.</a:t>
            </a:r>
          </a:p>
          <a:p>
            <a:pPr marL="457200" indent="-457200" algn="just" eaLnBrk="1" fontAlgn="auto" hangingPunct="1">
              <a:spcAft>
                <a:spcPts val="0"/>
              </a:spcAft>
              <a:buFont typeface="+mj-lt"/>
              <a:buAutoNum type="arabicPeriod"/>
              <a:defRPr/>
            </a:pPr>
            <a:endParaRPr dirty="0">
              <a:solidFill>
                <a:schemeClr val="tx1"/>
              </a:solidFill>
            </a:endParaRPr>
          </a:p>
          <a:p>
            <a:pPr marL="457200" indent="-457200" algn="just" eaLnBrk="1" fontAlgn="auto" hangingPunct="1">
              <a:spcAft>
                <a:spcPts val="0"/>
              </a:spcAft>
              <a:buFont typeface="+mj-lt"/>
              <a:buAutoNum type="arabicPeriod"/>
              <a:defRPr/>
            </a:pPr>
            <a:r>
              <a:rPr dirty="0">
                <a:solidFill>
                  <a:schemeClr val="tx1"/>
                </a:solidFill>
              </a:rPr>
              <a:t>_______________allows you to get input help in an editor. It can be invoked by  pressing ___________.</a:t>
            </a:r>
            <a:endParaRPr dirty="0">
              <a:solidFill>
                <a:schemeClr val="tx1">
                  <a:lumMod val="65000"/>
                  <a:lumOff val="35000"/>
                </a:schemeClr>
              </a:solidFill>
            </a:endParaRPr>
          </a:p>
          <a:p>
            <a:pPr eaLnBrk="1" fontAlgn="auto" hangingPunct="1">
              <a:spcAft>
                <a:spcPts val="0"/>
              </a:spcAft>
              <a:buFont typeface="Arial"/>
              <a:buChar char="•"/>
              <a:defRPr/>
            </a:pPr>
            <a:endParaRPr sz="2400" dirty="0">
              <a:solidFill>
                <a:schemeClr val="tx1">
                  <a:lumMod val="65000"/>
                  <a:lumOff val="35000"/>
                </a:schemeClr>
              </a:solidFill>
            </a:endParaRPr>
          </a:p>
          <a:p>
            <a:pPr eaLnBrk="1" fontAlgn="auto" hangingPunct="1">
              <a:spcAft>
                <a:spcPts val="0"/>
              </a:spcAft>
              <a:buFont typeface="Arial"/>
              <a:buChar char="•"/>
              <a:defRPr/>
            </a:pPr>
            <a:endParaRPr sz="2400" dirty="0">
              <a:solidFill>
                <a:schemeClr val="tx1">
                  <a:lumMod val="65000"/>
                  <a:lumOff val="35000"/>
                </a:schemeClr>
              </a:solidFill>
            </a:endParaRPr>
          </a:p>
          <a:p>
            <a:pPr eaLnBrk="1" fontAlgn="auto" hangingPunct="1">
              <a:spcAft>
                <a:spcPts val="0"/>
              </a:spcAft>
              <a:buFont typeface="Arial"/>
              <a:buNone/>
              <a:defRPr/>
            </a:pPr>
            <a:endParaRPr sz="2400" dirty="0">
              <a:solidFill>
                <a:schemeClr val="tx1">
                  <a:lumMod val="65000"/>
                  <a:lumOff val="35000"/>
                </a:schemeClr>
              </a:solidFill>
            </a:endParaRPr>
          </a:p>
          <a:p>
            <a:pPr eaLnBrk="1" fontAlgn="auto" hangingPunct="1">
              <a:spcAft>
                <a:spcPts val="0"/>
              </a:spcAft>
              <a:buFont typeface="Arial"/>
              <a:buChar char="•"/>
              <a:defRPr/>
            </a:pPr>
            <a:endParaRPr sz="2400" dirty="0">
              <a:solidFill>
                <a:schemeClr val="tx1">
                  <a:lumMod val="65000"/>
                  <a:lumOff val="35000"/>
                </a:schemeClr>
              </a:solidFill>
            </a:endParaRPr>
          </a:p>
          <a:p>
            <a:pPr eaLnBrk="1" fontAlgn="auto" hangingPunct="1">
              <a:spcAft>
                <a:spcPts val="0"/>
              </a:spcAft>
              <a:buFont typeface="Wingdings" pitchFamily="2" charset="2"/>
              <a:buNone/>
              <a:defRPr/>
            </a:pPr>
            <a:endParaRPr dirty="0">
              <a:solidFill>
                <a:schemeClr val="tx1">
                  <a:lumMod val="65000"/>
                  <a:lumOff val="35000"/>
                </a:schemeClr>
              </a:solidFill>
            </a:endParaRPr>
          </a:p>
        </p:txBody>
      </p:sp>
    </p:spTree>
  </p:cSld>
  <p:clrMapOvr>
    <a:masterClrMapping/>
  </p:clrMapOvr>
  <p:transition/>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5" name="Text Placeholder 5"/>
          <p:cNvSpPr>
            <a:spLocks noGrp="1"/>
          </p:cNvSpPr>
          <p:nvPr>
            <p:ph type="body" sz="quarter" idx="11"/>
          </p:nvPr>
        </p:nvSpPr>
        <p:spPr>
          <a:xfrm>
            <a:off x="500063" y="2613025"/>
            <a:ext cx="8189912" cy="623888"/>
          </a:xfrm>
        </p:spPr>
        <p:txBody>
          <a:bodyPr/>
          <a:lstStyle/>
          <a:p>
            <a:pPr eaLnBrk="1" hangingPunct="1"/>
            <a:r>
              <a:rPr lang="en-IN">
                <a:solidFill>
                  <a:schemeClr val="tx1"/>
                </a:solidFill>
                <a:cs typeface="Arial" charset="0"/>
              </a:rPr>
              <a:t>Introduction to Apache Ant</a:t>
            </a:r>
          </a:p>
        </p:txBody>
      </p:sp>
    </p:spTree>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sz="quarter" idx="11"/>
          </p:nvPr>
        </p:nvSpPr>
        <p:spPr>
          <a:xfrm>
            <a:off x="214191" y="162048"/>
            <a:ext cx="8229600" cy="549275"/>
          </a:xfrm>
        </p:spPr>
        <p:txBody>
          <a:bodyPr/>
          <a:lstStyle/>
          <a:p>
            <a:pPr fontAlgn="auto">
              <a:spcAft>
                <a:spcPts val="0"/>
              </a:spcAft>
              <a:buFont typeface="Arial"/>
              <a:buNone/>
              <a:defRPr/>
            </a:pPr>
            <a:r>
              <a:rPr lang="en-IN" dirty="0">
                <a:solidFill>
                  <a:schemeClr val="tx1"/>
                </a:solidFill>
                <a:cs typeface="Arial" charset="0"/>
              </a:rPr>
              <a:t>Introduction</a:t>
            </a:r>
          </a:p>
        </p:txBody>
      </p:sp>
      <p:sp>
        <p:nvSpPr>
          <p:cNvPr id="125954" name="Text Placeholder 7"/>
          <p:cNvSpPr>
            <a:spLocks noGrp="1"/>
          </p:cNvSpPr>
          <p:nvPr>
            <p:ph type="body" sz="quarter" idx="4294967295"/>
          </p:nvPr>
        </p:nvSpPr>
        <p:spPr>
          <a:xfrm>
            <a:off x="457200" y="1293813"/>
            <a:ext cx="8240713" cy="4540250"/>
          </a:xfrm>
        </p:spPr>
        <p:txBody>
          <a:bodyPr/>
          <a:lstStyle/>
          <a:p>
            <a:pPr algn="just" eaLnBrk="1" hangingPunct="1"/>
            <a:r>
              <a:rPr sz="2400" dirty="0" smtClean="0">
                <a:solidFill>
                  <a:schemeClr val="tx1"/>
                </a:solidFill>
                <a:cs typeface="Arial" charset="0"/>
              </a:rPr>
              <a:t>Ant stands for </a:t>
            </a:r>
            <a:r>
              <a:rPr sz="2400" b="1" i="1" dirty="0" smtClean="0">
                <a:solidFill>
                  <a:schemeClr val="tx1"/>
                </a:solidFill>
                <a:cs typeface="Arial" charset="0"/>
              </a:rPr>
              <a:t>‘Another Neat Tool’</a:t>
            </a:r>
          </a:p>
          <a:p>
            <a:pPr algn="just" eaLnBrk="1" hangingPunct="1"/>
            <a:r>
              <a:rPr sz="2400" dirty="0" smtClean="0">
                <a:solidFill>
                  <a:schemeClr val="tx1"/>
                </a:solidFill>
                <a:cs typeface="Arial" charset="0"/>
              </a:rPr>
              <a:t>Ant is a free java based build tool from the Apache Jakarta Group</a:t>
            </a:r>
          </a:p>
          <a:p>
            <a:pPr algn="just" eaLnBrk="1" hangingPunct="1"/>
            <a:r>
              <a:rPr sz="2400" dirty="0" smtClean="0">
                <a:solidFill>
                  <a:schemeClr val="tx1"/>
                </a:solidFill>
                <a:cs typeface="Arial" charset="0"/>
              </a:rPr>
              <a:t>Originally written by James Duncan Davidson who is also the author of Tomcat Server</a:t>
            </a:r>
          </a:p>
          <a:p>
            <a:pPr algn="just" eaLnBrk="1" hangingPunct="1"/>
            <a:r>
              <a:rPr sz="2400" dirty="0" smtClean="0">
                <a:solidFill>
                  <a:schemeClr val="tx1"/>
                </a:solidFill>
                <a:cs typeface="Arial" charset="0"/>
              </a:rPr>
              <a:t>It’s like a </a:t>
            </a:r>
            <a:r>
              <a:rPr sz="2400" b="1" i="1" dirty="0" smtClean="0">
                <a:solidFill>
                  <a:schemeClr val="tx1"/>
                </a:solidFill>
                <a:cs typeface="Arial" charset="0"/>
              </a:rPr>
              <a:t>‘make file’</a:t>
            </a:r>
            <a:r>
              <a:rPr sz="2400" dirty="0" smtClean="0">
                <a:solidFill>
                  <a:schemeClr val="tx1"/>
                </a:solidFill>
                <a:cs typeface="Arial" charset="0"/>
              </a:rPr>
              <a:t> (a build file in Unix platform) but is better than that as it is cross platform</a:t>
            </a:r>
          </a:p>
          <a:p>
            <a:pPr algn="just" eaLnBrk="1" hangingPunct="1"/>
            <a:r>
              <a:rPr sz="2400" dirty="0" smtClean="0">
                <a:solidFill>
                  <a:schemeClr val="tx1"/>
                </a:solidFill>
                <a:cs typeface="Arial" charset="0"/>
              </a:rPr>
              <a:t>Uses an XML file to drive its action – </a:t>
            </a:r>
            <a:r>
              <a:rPr sz="2400" dirty="0" err="1" smtClean="0">
                <a:solidFill>
                  <a:schemeClr val="tx1"/>
                </a:solidFill>
                <a:cs typeface="Arial" charset="0"/>
              </a:rPr>
              <a:t>build.xml</a:t>
            </a:r>
            <a:endParaRPr sz="2400" dirty="0" smtClean="0">
              <a:solidFill>
                <a:schemeClr val="tx1"/>
              </a:solidFill>
              <a:cs typeface="Arial" charset="0"/>
            </a:endParaRPr>
          </a:p>
          <a:p>
            <a:pPr algn="just" eaLnBrk="1" hangingPunct="1"/>
            <a:r>
              <a:rPr sz="2400" dirty="0" smtClean="0">
                <a:solidFill>
                  <a:schemeClr val="tx1"/>
                </a:solidFill>
                <a:cs typeface="Arial" charset="0"/>
              </a:rPr>
              <a:t>Extremely powerful and modular</a:t>
            </a:r>
          </a:p>
          <a:p>
            <a:pPr algn="just" eaLnBrk="1" hangingPunct="1"/>
            <a:r>
              <a:rPr sz="2400" dirty="0" smtClean="0">
                <a:solidFill>
                  <a:schemeClr val="tx1"/>
                </a:solidFill>
                <a:cs typeface="Arial" charset="0"/>
              </a:rPr>
              <a:t>Easily extensible</a:t>
            </a:r>
          </a:p>
          <a:p>
            <a:pPr eaLnBrk="1" hangingPunct="1"/>
            <a:endParaRPr lang="en-IN" dirty="0" smtClean="0">
              <a:solidFill>
                <a:schemeClr val="tx1"/>
              </a:solidFill>
              <a:cs typeface="Arial" charset="0"/>
            </a:endParaRPr>
          </a:p>
        </p:txBody>
      </p:sp>
    </p:spTree>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1" name="Text Placeholder 3"/>
          <p:cNvSpPr>
            <a:spLocks noGrp="1"/>
          </p:cNvSpPr>
          <p:nvPr>
            <p:ph type="body" sz="quarter" idx="4294967295"/>
          </p:nvPr>
        </p:nvSpPr>
        <p:spPr>
          <a:xfrm>
            <a:off x="203200" y="182563"/>
            <a:ext cx="8229600" cy="549275"/>
          </a:xfrm>
        </p:spPr>
        <p:txBody>
          <a:bodyPr>
            <a:spAutoFit/>
          </a:bodyPr>
          <a:lstStyle/>
          <a:p>
            <a:pPr eaLnBrk="1" hangingPunct="1">
              <a:spcBef>
                <a:spcPct val="0"/>
              </a:spcBef>
              <a:buFont typeface="Arial" charset="0"/>
              <a:buNone/>
            </a:pPr>
            <a:r>
              <a:rPr lang="en-IN" sz="3000" b="1" dirty="0" smtClean="0">
                <a:solidFill>
                  <a:schemeClr val="tx1"/>
                </a:solidFill>
                <a:cs typeface="Arial" charset="0"/>
              </a:rPr>
              <a:t>Why would I want to use Ant?</a:t>
            </a:r>
          </a:p>
        </p:txBody>
      </p:sp>
      <p:sp>
        <p:nvSpPr>
          <p:cNvPr id="128002" name="Text Placeholder 7"/>
          <p:cNvSpPr>
            <a:spLocks noGrp="1"/>
          </p:cNvSpPr>
          <p:nvPr>
            <p:ph type="body" sz="quarter" idx="4294967295"/>
          </p:nvPr>
        </p:nvSpPr>
        <p:spPr>
          <a:xfrm>
            <a:off x="457200" y="1098550"/>
            <a:ext cx="8240713" cy="4735513"/>
          </a:xfrm>
        </p:spPr>
        <p:txBody>
          <a:bodyPr/>
          <a:lstStyle/>
          <a:p>
            <a:pPr algn="just" eaLnBrk="1" hangingPunct="1"/>
            <a:r>
              <a:rPr sz="2400" dirty="0" smtClean="0">
                <a:solidFill>
                  <a:schemeClr val="tx1"/>
                </a:solidFill>
                <a:cs typeface="Arial" charset="0"/>
              </a:rPr>
              <a:t>Provides easy building of a project</a:t>
            </a:r>
          </a:p>
          <a:p>
            <a:pPr algn="just" eaLnBrk="1" hangingPunct="1"/>
            <a:r>
              <a:rPr sz="2400" dirty="0" smtClean="0">
                <a:solidFill>
                  <a:schemeClr val="tx1"/>
                </a:solidFill>
                <a:cs typeface="Arial" charset="0"/>
              </a:rPr>
              <a:t>Cross platform build files support developers working on different OS</a:t>
            </a:r>
          </a:p>
          <a:p>
            <a:pPr algn="just" eaLnBrk="1" hangingPunct="1"/>
            <a:r>
              <a:rPr sz="2400" dirty="0" smtClean="0">
                <a:solidFill>
                  <a:schemeClr val="tx1"/>
                </a:solidFill>
                <a:cs typeface="Arial" charset="0"/>
              </a:rPr>
              <a:t>Support unattended builds (e.g. overnight) with mail notification</a:t>
            </a:r>
          </a:p>
          <a:p>
            <a:pPr algn="just" eaLnBrk="1" hangingPunct="1"/>
            <a:r>
              <a:rPr sz="2400" dirty="0" smtClean="0">
                <a:solidFill>
                  <a:schemeClr val="tx1"/>
                </a:solidFill>
                <a:cs typeface="Arial" charset="0"/>
              </a:rPr>
              <a:t>Can fetch source code from </a:t>
            </a:r>
            <a:r>
              <a:rPr sz="2400" dirty="0" err="1" smtClean="0">
                <a:solidFill>
                  <a:schemeClr val="tx1"/>
                </a:solidFill>
                <a:cs typeface="Arial" charset="0"/>
              </a:rPr>
              <a:t>SCM</a:t>
            </a:r>
            <a:r>
              <a:rPr sz="2400" dirty="0" smtClean="0">
                <a:solidFill>
                  <a:schemeClr val="tx1"/>
                </a:solidFill>
                <a:cs typeface="Arial" charset="0"/>
              </a:rPr>
              <a:t> system (CVS, SourceSafe, </a:t>
            </a:r>
            <a:r>
              <a:rPr sz="2400" dirty="0" err="1" smtClean="0">
                <a:solidFill>
                  <a:schemeClr val="tx1"/>
                </a:solidFill>
                <a:cs typeface="Arial" charset="0"/>
              </a:rPr>
              <a:t>PVCS</a:t>
            </a:r>
            <a:r>
              <a:rPr sz="2400" dirty="0" smtClean="0">
                <a:solidFill>
                  <a:schemeClr val="tx1"/>
                </a:solidFill>
                <a:cs typeface="Arial" charset="0"/>
              </a:rPr>
              <a:t>…) to enable nightly builds</a:t>
            </a:r>
          </a:p>
          <a:p>
            <a:pPr algn="just" eaLnBrk="1" hangingPunct="1"/>
            <a:r>
              <a:rPr sz="2400" dirty="0" smtClean="0">
                <a:solidFill>
                  <a:schemeClr val="tx1"/>
                </a:solidFill>
                <a:cs typeface="Arial" charset="0"/>
              </a:rPr>
              <a:t>XML build file is easily built and updated by anyone with basic XML skills</a:t>
            </a:r>
          </a:p>
          <a:p>
            <a:pPr eaLnBrk="1" hangingPunct="1">
              <a:buFont typeface="Arial" charset="0"/>
              <a:buNone/>
            </a:pPr>
            <a:endParaRPr lang="en-IN" dirty="0" smtClean="0">
              <a:solidFill>
                <a:schemeClr val="tx1"/>
              </a:solidFill>
              <a:cs typeface="Arial" charset="0"/>
            </a:endParaRPr>
          </a:p>
        </p:txBody>
      </p:sp>
    </p:spTree>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Tree>
  </p:cSld>
  <p:clrMapOvr>
    <a:masterClrMapping/>
  </p:clrMapOvr>
  <p:transition/>
</p:sld>
</file>

<file path=ppt/slides/slide4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Tree>
  </p:cSld>
  <p:clrMapOvr>
    <a:masterClrMapping/>
  </p:clrMapOvr>
  <p:transition/>
</p:sld>
</file>

<file path=ppt/slides/slide5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Tree>
  </p:cSld>
  <p:clrMapOvr>
    <a:masterClrMapping/>
  </p:clrMapOvr>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193" name="Text Placeholder 3"/>
          <p:cNvSpPr>
            <a:spLocks noGrp="1"/>
          </p:cNvSpPr>
          <p:nvPr>
            <p:ph type="body" sz="quarter" idx="4294967295"/>
          </p:nvPr>
        </p:nvSpPr>
        <p:spPr>
          <a:xfrm>
            <a:off x="246185" y="144463"/>
            <a:ext cx="8443790" cy="549275"/>
          </a:xfrm>
        </p:spPr>
        <p:txBody>
          <a:bodyPr wrap="square">
            <a:spAutoFit/>
          </a:bodyPr>
          <a:lstStyle/>
          <a:p>
            <a:pPr eaLnBrk="1" hangingPunct="1">
              <a:spcBef>
                <a:spcPct val="0"/>
              </a:spcBef>
              <a:buFont typeface="Arial" charset="0"/>
              <a:buNone/>
            </a:pPr>
            <a:r>
              <a:rPr lang="en-IN" sz="3000" b="1" dirty="0" smtClean="0">
                <a:solidFill>
                  <a:schemeClr val="tx1"/>
                </a:solidFill>
                <a:cs typeface="Arial" charset="0"/>
              </a:rPr>
              <a:t>Installing Ant</a:t>
            </a:r>
          </a:p>
        </p:txBody>
      </p:sp>
      <p:sp>
        <p:nvSpPr>
          <p:cNvPr id="136194" name="Text Placeholder 7"/>
          <p:cNvSpPr>
            <a:spLocks noGrp="1"/>
          </p:cNvSpPr>
          <p:nvPr>
            <p:ph type="body" sz="quarter" idx="4294967295"/>
          </p:nvPr>
        </p:nvSpPr>
        <p:spPr>
          <a:xfrm>
            <a:off x="5322888" y="1098550"/>
            <a:ext cx="3375025" cy="4735513"/>
          </a:xfrm>
        </p:spPr>
        <p:txBody>
          <a:bodyPr/>
          <a:lstStyle/>
          <a:p>
            <a:pPr eaLnBrk="1" hangingPunct="1"/>
            <a:endParaRPr sz="1800" dirty="0" smtClean="0">
              <a:cs typeface="Arial" charset="0"/>
            </a:endParaRPr>
          </a:p>
          <a:p>
            <a:pPr eaLnBrk="1" hangingPunct="1"/>
            <a:endParaRPr sz="1400" dirty="0" smtClean="0">
              <a:cs typeface="Arial" charset="0"/>
            </a:endParaRPr>
          </a:p>
          <a:p>
            <a:pPr eaLnBrk="1" hangingPunct="1"/>
            <a:endParaRPr sz="1400" dirty="0" smtClean="0">
              <a:cs typeface="Arial" charset="0"/>
            </a:endParaRPr>
          </a:p>
          <a:p>
            <a:pPr eaLnBrk="1" hangingPunct="1">
              <a:buFont typeface="Arial" charset="0"/>
              <a:buNone/>
            </a:pPr>
            <a:endParaRPr lang="en-IN" dirty="0" smtClean="0">
              <a:cs typeface="Arial" charset="0"/>
            </a:endParaRPr>
          </a:p>
        </p:txBody>
      </p:sp>
      <p:sp>
        <p:nvSpPr>
          <p:cNvPr id="136195" name="Text Placeholder 7"/>
          <p:cNvSpPr>
            <a:spLocks/>
          </p:cNvSpPr>
          <p:nvPr/>
        </p:nvSpPr>
        <p:spPr bwMode="auto">
          <a:xfrm>
            <a:off x="457200" y="1098550"/>
            <a:ext cx="8240713" cy="4735513"/>
          </a:xfrm>
          <a:prstGeom prst="rect">
            <a:avLst/>
          </a:prstGeom>
          <a:noFill/>
          <a:ln w="9525">
            <a:solidFill>
              <a:schemeClr val="tx1"/>
            </a:solidFill>
            <a:miter lim="800000"/>
            <a:headEnd/>
            <a:tailEnd/>
          </a:ln>
        </p:spPr>
        <p:txBody>
          <a:bodyPr/>
          <a:lstStyle/>
          <a:p>
            <a:pPr marL="231775" indent="-231775">
              <a:buFont typeface="Arial" charset="0"/>
              <a:buChar char="•"/>
            </a:pPr>
            <a:r>
              <a:rPr lang="en-US" sz="2800" dirty="0"/>
              <a:t>Download Ant binary distribution from:</a:t>
            </a:r>
          </a:p>
          <a:p>
            <a:pPr marL="231775" indent="-231775"/>
            <a:r>
              <a:rPr lang="en-US" sz="2000" dirty="0"/>
              <a:t>				</a:t>
            </a:r>
            <a:r>
              <a:rPr lang="en-US" sz="2000" dirty="0">
                <a:hlinkClick r:id="rId3"/>
              </a:rPr>
              <a:t>http://</a:t>
            </a:r>
            <a:r>
              <a:rPr lang="en-US" sz="2000" dirty="0" err="1">
                <a:hlinkClick r:id="rId3"/>
              </a:rPr>
              <a:t>ant.apache.org</a:t>
            </a:r>
            <a:r>
              <a:rPr lang="en-US" sz="2000" dirty="0">
                <a:hlinkClick r:id="rId3"/>
              </a:rPr>
              <a:t>/</a:t>
            </a:r>
            <a:r>
              <a:rPr lang="en-US" sz="2000" dirty="0" err="1">
                <a:hlinkClick r:id="rId3"/>
              </a:rPr>
              <a:t>bindownload.cgi</a:t>
            </a:r>
            <a:endParaRPr lang="en-US" sz="2000" dirty="0"/>
          </a:p>
          <a:p>
            <a:pPr marL="231775" indent="-231775">
              <a:buFont typeface="Arial" charset="0"/>
              <a:buChar char="•"/>
            </a:pPr>
            <a:r>
              <a:rPr lang="en-US" sz="2800" dirty="0"/>
              <a:t>Set </a:t>
            </a:r>
            <a:r>
              <a:rPr lang="en-US" sz="2800" dirty="0" err="1"/>
              <a:t>ANT_HOME</a:t>
            </a:r>
            <a:r>
              <a:rPr lang="en-US" sz="2800" dirty="0"/>
              <a:t> to where you installed Ant</a:t>
            </a:r>
          </a:p>
          <a:p>
            <a:pPr marL="231775" indent="-231775">
              <a:buFont typeface="Arial" charset="0"/>
              <a:buChar char="•"/>
            </a:pPr>
            <a:r>
              <a:rPr lang="en-US" sz="2800" dirty="0"/>
              <a:t>Include $</a:t>
            </a:r>
            <a:r>
              <a:rPr lang="en-US" sz="2800" dirty="0" err="1"/>
              <a:t>ANT_HOME</a:t>
            </a:r>
            <a:r>
              <a:rPr lang="en-US" sz="2800" dirty="0"/>
              <a:t>\bin in PATH </a:t>
            </a:r>
          </a:p>
          <a:p>
            <a:pPr marL="231775" indent="-231775">
              <a:buFont typeface="Arial" charset="0"/>
              <a:buChar char="•"/>
            </a:pPr>
            <a:r>
              <a:rPr lang="en-US" sz="2800" dirty="0"/>
              <a:t>Make sure </a:t>
            </a:r>
            <a:r>
              <a:rPr lang="en-US" sz="2800" dirty="0" err="1"/>
              <a:t>JAVA_HOME</a:t>
            </a:r>
            <a:r>
              <a:rPr lang="en-US" sz="2800" dirty="0"/>
              <a:t> is set to point to </a:t>
            </a:r>
            <a:r>
              <a:rPr lang="en-US" sz="2800" dirty="0" err="1"/>
              <a:t>JDK</a:t>
            </a:r>
            <a:endParaRPr lang="en-US" sz="2800" dirty="0"/>
          </a:p>
          <a:p>
            <a:pPr marL="231775" indent="-231775"/>
            <a:endParaRPr lang="en-IN" sz="2000" dirty="0"/>
          </a:p>
        </p:txBody>
      </p:sp>
    </p:spTree>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241" name="Rectangle 2"/>
          <p:cNvSpPr>
            <a:spLocks noGrp="1"/>
          </p:cNvSpPr>
          <p:nvPr>
            <p:ph type="title"/>
          </p:nvPr>
        </p:nvSpPr>
        <p:spPr>
          <a:xfrm>
            <a:off x="189279" y="164612"/>
            <a:ext cx="8229600" cy="549275"/>
          </a:xfrm>
        </p:spPr>
        <p:txBody>
          <a:bodyPr/>
          <a:lstStyle/>
          <a:p>
            <a:pPr eaLnBrk="1" hangingPunct="1"/>
            <a:r>
              <a:rPr dirty="0" smtClean="0">
                <a:solidFill>
                  <a:schemeClr val="tx1"/>
                </a:solidFill>
                <a:cs typeface="Arial" charset="0"/>
              </a:rPr>
              <a:t>Running Ant from the command line</a:t>
            </a:r>
          </a:p>
        </p:txBody>
      </p:sp>
      <p:sp>
        <p:nvSpPr>
          <p:cNvPr id="138242" name="Rectangle 3"/>
          <p:cNvSpPr>
            <a:spLocks noGrp="1"/>
          </p:cNvSpPr>
          <p:nvPr>
            <p:ph type="body" sz="half" idx="1"/>
          </p:nvPr>
        </p:nvSpPr>
        <p:spPr>
          <a:xfrm>
            <a:off x="545123" y="857739"/>
            <a:ext cx="7900988" cy="5235575"/>
          </a:xfrm>
        </p:spPr>
        <p:txBody>
          <a:bodyPr/>
          <a:lstStyle/>
          <a:p>
            <a:pPr eaLnBrk="1" hangingPunct="1"/>
            <a:r>
              <a:rPr sz="1800" smtClean="0">
                <a:solidFill>
                  <a:schemeClr val="tx1"/>
                </a:solidFill>
                <a:cs typeface="Arial" charset="0"/>
              </a:rPr>
              <a:t>The ant command syntax is as shown below</a:t>
            </a:r>
          </a:p>
          <a:p>
            <a:pPr eaLnBrk="1" hangingPunct="1">
              <a:buFont typeface="Arial" charset="0"/>
              <a:buNone/>
            </a:pPr>
            <a:r>
              <a:rPr sz="1800" b="1" smtClean="0">
                <a:solidFill>
                  <a:schemeClr val="tx1"/>
                </a:solidFill>
                <a:cs typeface="Arial" charset="0"/>
              </a:rPr>
              <a:t>    ant [options] [target [target2 [target3] ...]</a:t>
            </a:r>
          </a:p>
          <a:p>
            <a:pPr eaLnBrk="1" hangingPunct="1"/>
            <a:r>
              <a:rPr sz="1800" smtClean="0">
                <a:solidFill>
                  <a:schemeClr val="tx1"/>
                </a:solidFill>
                <a:cs typeface="Arial" charset="0"/>
              </a:rPr>
              <a:t>Some important options are :</a:t>
            </a:r>
          </a:p>
          <a:p>
            <a:pPr eaLnBrk="1" hangingPunct="1"/>
            <a:endParaRPr sz="1800" smtClean="0">
              <a:cs typeface="Arial" charset="0"/>
            </a:endParaRPr>
          </a:p>
          <a:p>
            <a:pPr eaLnBrk="1" hangingPunct="1">
              <a:buFont typeface="Arial" charset="0"/>
              <a:buNone/>
            </a:pPr>
            <a:endParaRPr sz="1800" smtClean="0">
              <a:cs typeface="Arial" charset="0"/>
            </a:endParaRPr>
          </a:p>
          <a:p>
            <a:pPr eaLnBrk="1" hangingPunct="1">
              <a:buFont typeface="Arial" charset="0"/>
              <a:buNone/>
            </a:pPr>
            <a:endParaRPr sz="1800" smtClean="0">
              <a:cs typeface="Arial" charset="0"/>
            </a:endParaRPr>
          </a:p>
          <a:p>
            <a:pPr eaLnBrk="1" hangingPunct="1"/>
            <a:endParaRPr sz="1800" smtClean="0">
              <a:cs typeface="Arial" charset="0"/>
            </a:endParaRPr>
          </a:p>
          <a:p>
            <a:pPr algn="ctr" eaLnBrk="1" hangingPunct="1">
              <a:buFont typeface="Arial" charset="0"/>
              <a:buNone/>
            </a:pPr>
            <a:endParaRPr sz="1800" b="1" smtClean="0">
              <a:cs typeface="Arial" charset="0"/>
            </a:endParaRPr>
          </a:p>
          <a:p>
            <a:pPr algn="ctr" eaLnBrk="1" hangingPunct="1">
              <a:buFont typeface="Arial" charset="0"/>
              <a:buNone/>
            </a:pPr>
            <a:endParaRPr sz="1800" b="1" smtClean="0">
              <a:cs typeface="Arial" charset="0"/>
            </a:endParaRPr>
          </a:p>
          <a:p>
            <a:pPr algn="ctr" eaLnBrk="1" hangingPunct="1">
              <a:buFont typeface="Arial" charset="0"/>
              <a:buNone/>
            </a:pPr>
            <a:endParaRPr sz="1800" smtClean="0">
              <a:cs typeface="Arial" charset="0"/>
            </a:endParaRPr>
          </a:p>
        </p:txBody>
      </p:sp>
      <p:graphicFrame>
        <p:nvGraphicFramePr>
          <p:cNvPr id="253340" name="Group 412"/>
          <p:cNvGraphicFramePr>
            <a:graphicFrameLocks noGrp="1"/>
          </p:cNvGraphicFramePr>
          <p:nvPr>
            <p:ph sz="half" idx="2"/>
          </p:nvPr>
        </p:nvGraphicFramePr>
        <p:xfrm>
          <a:off x="806450" y="2016125"/>
          <a:ext cx="7286625" cy="4421506"/>
        </p:xfrm>
        <a:graphic>
          <a:graphicData uri="http://schemas.openxmlformats.org/drawingml/2006/table">
            <a:tbl>
              <a:tblPr/>
              <a:tblGrid>
                <a:gridCol w="2378075"/>
                <a:gridCol w="4908550"/>
              </a:tblGrid>
              <a:tr h="439738">
                <a:tc>
                  <a:txBody>
                    <a:bodyPr/>
                    <a:lstStyle/>
                    <a:p>
                      <a:pPr marL="231775" marR="0" lvl="0" indent="-231775" algn="l" defTabSz="457200" rtl="0" eaLnBrk="1" fontAlgn="b" latinLnBrk="0" hangingPunct="1">
                        <a:lnSpc>
                          <a:spcPct val="100000"/>
                        </a:lnSpc>
                        <a:spcBef>
                          <a:spcPct val="0"/>
                        </a:spcBef>
                        <a:spcAft>
                          <a:spcPct val="0"/>
                        </a:spcAft>
                        <a:buClrTx/>
                        <a:buSzTx/>
                        <a:buFontTx/>
                        <a:buNone/>
                        <a:tabLst/>
                      </a:pPr>
                      <a:r>
                        <a:rPr kumimoji="0" lang="en-US" sz="1600" b="0" i="0" u="none" strike="noStrike" cap="none" normalizeH="0" baseline="0" dirty="0" smtClean="0">
                          <a:ln>
                            <a:noFill/>
                          </a:ln>
                          <a:solidFill>
                            <a:schemeClr val="tx1"/>
                          </a:solidFill>
                          <a:effectLst/>
                          <a:latin typeface="Arial" charset="0"/>
                          <a:cs typeface="Arial" charset="0"/>
                        </a:rPr>
                        <a:t> -help, -h </a:t>
                      </a:r>
                      <a:endParaRPr kumimoji="0" lang="en-US" sz="2000" b="0" i="0" u="none" strike="noStrike" cap="none" normalizeH="0" baseline="0" dirty="0" smtClean="0">
                        <a:ln>
                          <a:noFill/>
                        </a:ln>
                        <a:solidFill>
                          <a:srgbClr val="595959"/>
                        </a:solidFill>
                        <a:effectLst/>
                        <a:latin typeface="Arial" charset="0"/>
                        <a:cs typeface="Arial"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97EBFF"/>
                    </a:solidFill>
                  </a:tcPr>
                </a:tc>
                <a:tc>
                  <a:txBody>
                    <a:bodyPr/>
                    <a:lstStyle/>
                    <a:p>
                      <a:pPr marL="231775" marR="0" lvl="0" indent="-231775" algn="l" defTabSz="457200" rtl="0" eaLnBrk="1" fontAlgn="b" latinLnBrk="0" hangingPunct="1">
                        <a:lnSpc>
                          <a:spcPct val="100000"/>
                        </a:lnSpc>
                        <a:spcBef>
                          <a:spcPct val="0"/>
                        </a:spcBef>
                        <a:spcAft>
                          <a:spcPct val="0"/>
                        </a:spcAft>
                        <a:buClrTx/>
                        <a:buSzTx/>
                        <a:buFontTx/>
                        <a:buNone/>
                        <a:tabLst/>
                      </a:pPr>
                      <a:r>
                        <a:rPr kumimoji="0" lang="en-US" sz="1600" b="0" i="0" u="none" strike="noStrike" cap="none" normalizeH="0" baseline="0" smtClean="0">
                          <a:ln>
                            <a:noFill/>
                          </a:ln>
                          <a:solidFill>
                            <a:schemeClr val="tx1"/>
                          </a:solidFill>
                          <a:effectLst/>
                          <a:latin typeface="Arial" charset="0"/>
                          <a:cs typeface="Arial" charset="0"/>
                        </a:rPr>
                        <a:t> Displays the help message.</a:t>
                      </a:r>
                      <a:endParaRPr kumimoji="0" lang="en-US" sz="2000" b="0" i="0" u="none" strike="noStrike" cap="none" normalizeH="0" baseline="0" smtClean="0">
                        <a:ln>
                          <a:noFill/>
                        </a:ln>
                        <a:solidFill>
                          <a:srgbClr val="595959"/>
                        </a:solidFill>
                        <a:effectLst/>
                        <a:latin typeface="Arial" charset="0"/>
                        <a:cs typeface="Arial"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ECA22"/>
                    </a:solidFill>
                  </a:tcPr>
                </a:tc>
              </a:tr>
              <a:tr h="304800">
                <a:tc>
                  <a:txBody>
                    <a:bodyPr/>
                    <a:lstStyle/>
                    <a:p>
                      <a:pPr marL="231775" marR="0" lvl="0" indent="-231775" algn="l" defTabSz="457200" rtl="0" eaLnBrk="1" fontAlgn="b" latinLnBrk="0" hangingPunct="1">
                        <a:lnSpc>
                          <a:spcPct val="100000"/>
                        </a:lnSpc>
                        <a:spcBef>
                          <a:spcPct val="0"/>
                        </a:spcBef>
                        <a:spcAft>
                          <a:spcPct val="0"/>
                        </a:spcAft>
                        <a:buClrTx/>
                        <a:buSzTx/>
                        <a:buFontTx/>
                        <a:buNone/>
                        <a:tabLst/>
                      </a:pPr>
                      <a:r>
                        <a:rPr kumimoji="0" lang="en-US" sz="1600" b="0" i="0" u="none" strike="noStrike" cap="none" normalizeH="0" baseline="0" smtClean="0">
                          <a:ln>
                            <a:noFill/>
                          </a:ln>
                          <a:solidFill>
                            <a:schemeClr val="tx1"/>
                          </a:solidFill>
                          <a:effectLst/>
                          <a:latin typeface="Arial" charset="0"/>
                          <a:cs typeface="Arial" charset="0"/>
                        </a:rPr>
                        <a:t> -version</a:t>
                      </a:r>
                      <a:endParaRPr kumimoji="0" lang="en-US" sz="2000" b="0" i="0" u="none" strike="noStrike" cap="none" normalizeH="0" baseline="0" smtClean="0">
                        <a:ln>
                          <a:noFill/>
                        </a:ln>
                        <a:solidFill>
                          <a:srgbClr val="595959"/>
                        </a:solidFill>
                        <a:effectLst/>
                        <a:latin typeface="Arial" charset="0"/>
                        <a:cs typeface="Arial"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97EBFF"/>
                    </a:solidFill>
                  </a:tcPr>
                </a:tc>
                <a:tc>
                  <a:txBody>
                    <a:bodyPr/>
                    <a:lstStyle/>
                    <a:p>
                      <a:pPr marL="231775" marR="0" lvl="0" indent="-231775" algn="l" defTabSz="457200" rtl="0" eaLnBrk="1" fontAlgn="b" latinLnBrk="0" hangingPunct="1">
                        <a:lnSpc>
                          <a:spcPct val="100000"/>
                        </a:lnSpc>
                        <a:spcBef>
                          <a:spcPct val="0"/>
                        </a:spcBef>
                        <a:spcAft>
                          <a:spcPct val="0"/>
                        </a:spcAft>
                        <a:buClrTx/>
                        <a:buSzTx/>
                        <a:buFontTx/>
                        <a:buNone/>
                        <a:tabLst/>
                      </a:pPr>
                      <a:r>
                        <a:rPr kumimoji="0" lang="en-US" sz="1600" b="0" i="0" u="none" strike="noStrike" cap="none" normalizeH="0" baseline="0" smtClean="0">
                          <a:ln>
                            <a:noFill/>
                          </a:ln>
                          <a:solidFill>
                            <a:schemeClr val="tx1"/>
                          </a:solidFill>
                          <a:effectLst/>
                          <a:latin typeface="Arial" charset="0"/>
                          <a:cs typeface="Arial" charset="0"/>
                        </a:rPr>
                        <a:t> Prints version information.</a:t>
                      </a:r>
                      <a:endParaRPr kumimoji="0" lang="en-US" sz="2000" b="0" i="0" u="none" strike="noStrike" cap="none" normalizeH="0" baseline="0" smtClean="0">
                        <a:ln>
                          <a:noFill/>
                        </a:ln>
                        <a:solidFill>
                          <a:srgbClr val="595959"/>
                        </a:solidFill>
                        <a:effectLst/>
                        <a:latin typeface="Arial" charset="0"/>
                        <a:cs typeface="Arial"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ECA22"/>
                    </a:solidFill>
                  </a:tcPr>
                </a:tc>
              </a:tr>
              <a:tr h="306388">
                <a:tc>
                  <a:txBody>
                    <a:bodyPr/>
                    <a:lstStyle/>
                    <a:p>
                      <a:pPr marL="231775" marR="0" lvl="0" indent="-231775" algn="l" defTabSz="457200" rtl="0" eaLnBrk="1" fontAlgn="b" latinLnBrk="0" hangingPunct="1">
                        <a:lnSpc>
                          <a:spcPct val="100000"/>
                        </a:lnSpc>
                        <a:spcBef>
                          <a:spcPct val="0"/>
                        </a:spcBef>
                        <a:spcAft>
                          <a:spcPct val="0"/>
                        </a:spcAft>
                        <a:buClrTx/>
                        <a:buSzTx/>
                        <a:buFontTx/>
                        <a:buNone/>
                        <a:tabLst/>
                      </a:pPr>
                      <a:r>
                        <a:rPr kumimoji="0" lang="en-US" sz="1600" b="0" i="0" u="none" strike="noStrike" cap="none" normalizeH="0" baseline="0" smtClean="0">
                          <a:ln>
                            <a:noFill/>
                          </a:ln>
                          <a:solidFill>
                            <a:schemeClr val="tx1"/>
                          </a:solidFill>
                          <a:effectLst/>
                          <a:latin typeface="Arial" charset="0"/>
                          <a:cs typeface="Arial" charset="0"/>
                        </a:rPr>
                        <a:t> -verbose, -v </a:t>
                      </a:r>
                      <a:endParaRPr kumimoji="0" lang="en-US" sz="2000" b="0" i="0" u="none" strike="noStrike" cap="none" normalizeH="0" baseline="0" smtClean="0">
                        <a:ln>
                          <a:noFill/>
                        </a:ln>
                        <a:solidFill>
                          <a:srgbClr val="595959"/>
                        </a:solidFill>
                        <a:effectLst/>
                        <a:latin typeface="Arial" charset="0"/>
                        <a:cs typeface="Arial"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97EBFF"/>
                    </a:solidFill>
                  </a:tcPr>
                </a:tc>
                <a:tc>
                  <a:txBody>
                    <a:bodyPr/>
                    <a:lstStyle/>
                    <a:p>
                      <a:pPr marL="231775" marR="0" lvl="0" indent="-231775" algn="l" defTabSz="457200" rtl="0" eaLnBrk="1" fontAlgn="b" latinLnBrk="0" hangingPunct="1">
                        <a:lnSpc>
                          <a:spcPct val="100000"/>
                        </a:lnSpc>
                        <a:spcBef>
                          <a:spcPct val="0"/>
                        </a:spcBef>
                        <a:spcAft>
                          <a:spcPct val="0"/>
                        </a:spcAft>
                        <a:buClrTx/>
                        <a:buSzTx/>
                        <a:buFontTx/>
                        <a:buNone/>
                        <a:tabLst/>
                      </a:pPr>
                      <a:r>
                        <a:rPr kumimoji="0" lang="en-US" sz="1600" b="0" i="0" u="none" strike="noStrike" cap="none" normalizeH="0" baseline="0" smtClean="0">
                          <a:ln>
                            <a:noFill/>
                          </a:ln>
                          <a:solidFill>
                            <a:schemeClr val="tx1"/>
                          </a:solidFill>
                          <a:effectLst/>
                          <a:latin typeface="Arial" charset="0"/>
                          <a:cs typeface="Arial" charset="0"/>
                        </a:rPr>
                        <a:t> Prints all possible output that Ant produces.</a:t>
                      </a:r>
                      <a:endParaRPr kumimoji="0" lang="en-US" sz="2000" b="0" i="0" u="none" strike="noStrike" cap="none" normalizeH="0" baseline="0" smtClean="0">
                        <a:ln>
                          <a:noFill/>
                        </a:ln>
                        <a:solidFill>
                          <a:srgbClr val="595959"/>
                        </a:solidFill>
                        <a:effectLst/>
                        <a:latin typeface="Arial" charset="0"/>
                        <a:cs typeface="Arial"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ECA22"/>
                    </a:solidFill>
                  </a:tcPr>
                </a:tc>
              </a:tr>
              <a:tr h="750888">
                <a:tc>
                  <a:txBody>
                    <a:bodyPr/>
                    <a:lstStyle/>
                    <a:p>
                      <a:pPr marL="231775" marR="0" lvl="0" indent="-231775" algn="l" defTabSz="457200" rtl="0" eaLnBrk="1" fontAlgn="b" latinLnBrk="0" hangingPunct="1">
                        <a:lnSpc>
                          <a:spcPct val="100000"/>
                        </a:lnSpc>
                        <a:spcBef>
                          <a:spcPct val="0"/>
                        </a:spcBef>
                        <a:spcAft>
                          <a:spcPct val="0"/>
                        </a:spcAft>
                        <a:buClrTx/>
                        <a:buSzTx/>
                        <a:buFontTx/>
                        <a:buNone/>
                        <a:tabLst/>
                      </a:pPr>
                      <a:r>
                        <a:rPr kumimoji="0" lang="en-US" sz="1600" b="0" i="0" u="none" strike="noStrike" cap="none" normalizeH="0" baseline="0" smtClean="0">
                          <a:ln>
                            <a:noFill/>
                          </a:ln>
                          <a:solidFill>
                            <a:schemeClr val="tx1"/>
                          </a:solidFill>
                          <a:effectLst/>
                          <a:latin typeface="Arial" charset="0"/>
                          <a:cs typeface="Arial" charset="0"/>
                        </a:rPr>
                        <a:t> -lib &lt;path&gt; </a:t>
                      </a:r>
                      <a:endParaRPr kumimoji="0" lang="en-US" sz="2000" b="0" i="0" u="none" strike="noStrike" cap="none" normalizeH="0" baseline="0" smtClean="0">
                        <a:ln>
                          <a:noFill/>
                        </a:ln>
                        <a:solidFill>
                          <a:srgbClr val="595959"/>
                        </a:solidFill>
                        <a:effectLst/>
                        <a:latin typeface="Arial" charset="0"/>
                        <a:cs typeface="Arial"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97EBFF"/>
                    </a:solidFill>
                  </a:tcPr>
                </a:tc>
                <a:tc>
                  <a:txBody>
                    <a:bodyPr/>
                    <a:lstStyle/>
                    <a:p>
                      <a:pPr marL="231775" marR="0" lvl="0" indent="-231775" algn="l" defTabSz="457200" rtl="0" eaLnBrk="1" fontAlgn="b" latinLnBrk="0" hangingPunct="1">
                        <a:lnSpc>
                          <a:spcPct val="100000"/>
                        </a:lnSpc>
                        <a:spcBef>
                          <a:spcPct val="0"/>
                        </a:spcBef>
                        <a:spcAft>
                          <a:spcPct val="0"/>
                        </a:spcAft>
                        <a:buClrTx/>
                        <a:buSzTx/>
                        <a:buFontTx/>
                        <a:buNone/>
                        <a:tabLst/>
                      </a:pPr>
                      <a:r>
                        <a:rPr kumimoji="0" lang="en-US" sz="1600" b="0" i="0" u="none" strike="noStrike" cap="none" normalizeH="0" baseline="0" smtClean="0">
                          <a:ln>
                            <a:noFill/>
                          </a:ln>
                          <a:solidFill>
                            <a:schemeClr val="tx1"/>
                          </a:solidFill>
                          <a:effectLst/>
                          <a:latin typeface="Arial" charset="0"/>
                          <a:cs typeface="Arial" charset="0"/>
                        </a:rPr>
                        <a:t> Specifies a path to search for JARs and classes, in addition to your classpath</a:t>
                      </a:r>
                      <a:endParaRPr kumimoji="0" lang="en-US" sz="2000" b="0" i="0" u="none" strike="noStrike" cap="none" normalizeH="0" baseline="0" smtClean="0">
                        <a:ln>
                          <a:noFill/>
                        </a:ln>
                        <a:solidFill>
                          <a:srgbClr val="595959"/>
                        </a:solidFill>
                        <a:effectLst/>
                        <a:latin typeface="Arial" charset="0"/>
                        <a:cs typeface="Arial"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ECA22"/>
                    </a:solidFill>
                  </a:tcPr>
                </a:tc>
              </a:tr>
              <a:tr h="973138">
                <a:tc>
                  <a:txBody>
                    <a:bodyPr/>
                    <a:lstStyle/>
                    <a:p>
                      <a:pPr marL="231775" marR="0" lvl="0" indent="-231775" algn="l" defTabSz="457200" rtl="0" eaLnBrk="1" fontAlgn="b" latinLnBrk="0" hangingPunct="1">
                        <a:lnSpc>
                          <a:spcPct val="100000"/>
                        </a:lnSpc>
                        <a:spcBef>
                          <a:spcPct val="0"/>
                        </a:spcBef>
                        <a:spcAft>
                          <a:spcPct val="0"/>
                        </a:spcAft>
                        <a:buClrTx/>
                        <a:buSzTx/>
                        <a:buFontTx/>
                        <a:buNone/>
                        <a:tabLst/>
                      </a:pPr>
                      <a:r>
                        <a:rPr kumimoji="0" lang="en-US" sz="1600" b="0" i="0" u="none" strike="noStrike" cap="none" normalizeH="0" baseline="0" smtClean="0">
                          <a:ln>
                            <a:noFill/>
                          </a:ln>
                          <a:solidFill>
                            <a:schemeClr val="tx1"/>
                          </a:solidFill>
                          <a:effectLst/>
                          <a:latin typeface="Arial" charset="0"/>
                          <a:cs typeface="Arial" charset="0"/>
                        </a:rPr>
                        <a:t> -buildfile &lt;file&gt; </a:t>
                      </a:r>
                    </a:p>
                    <a:p>
                      <a:pPr marL="231775" marR="0" lvl="0" indent="-231775" algn="l" defTabSz="457200" rtl="0" eaLnBrk="1" fontAlgn="b" latinLnBrk="0" hangingPunct="1">
                        <a:lnSpc>
                          <a:spcPct val="100000"/>
                        </a:lnSpc>
                        <a:spcBef>
                          <a:spcPct val="0"/>
                        </a:spcBef>
                        <a:spcAft>
                          <a:spcPct val="0"/>
                        </a:spcAft>
                        <a:buClrTx/>
                        <a:buSzTx/>
                        <a:buFontTx/>
                        <a:buNone/>
                        <a:tabLst/>
                      </a:pPr>
                      <a:r>
                        <a:rPr kumimoji="0" lang="en-US" sz="1600" b="0" i="0" u="none" strike="noStrike" cap="none" normalizeH="0" baseline="0" smtClean="0">
                          <a:ln>
                            <a:noFill/>
                          </a:ln>
                          <a:solidFill>
                            <a:schemeClr val="tx1"/>
                          </a:solidFill>
                          <a:effectLst/>
                          <a:latin typeface="Arial" charset="0"/>
                          <a:cs typeface="Arial" charset="0"/>
                        </a:rPr>
                        <a:t> -file &lt;file&gt;</a:t>
                      </a:r>
                    </a:p>
                    <a:p>
                      <a:pPr marL="231775" marR="0" lvl="0" indent="-231775" algn="l" defTabSz="457200" rtl="0" eaLnBrk="1" fontAlgn="b" latinLnBrk="0" hangingPunct="1">
                        <a:lnSpc>
                          <a:spcPct val="100000"/>
                        </a:lnSpc>
                        <a:spcBef>
                          <a:spcPct val="0"/>
                        </a:spcBef>
                        <a:spcAft>
                          <a:spcPct val="0"/>
                        </a:spcAft>
                        <a:buClrTx/>
                        <a:buSzTx/>
                        <a:buFontTx/>
                        <a:buNone/>
                        <a:tabLst/>
                      </a:pPr>
                      <a:r>
                        <a:rPr kumimoji="0" lang="en-US" sz="1600" b="0" i="0" u="none" strike="noStrike" cap="none" normalizeH="0" baseline="0" smtClean="0">
                          <a:ln>
                            <a:noFill/>
                          </a:ln>
                          <a:solidFill>
                            <a:schemeClr val="tx1"/>
                          </a:solidFill>
                          <a:effectLst/>
                          <a:latin typeface="Arial" charset="0"/>
                          <a:cs typeface="Arial" charset="0"/>
                        </a:rPr>
                        <a:t> -f &lt;file&gt;</a:t>
                      </a:r>
                      <a:endParaRPr kumimoji="0" lang="en-US" sz="2000" b="0" i="0" u="none" strike="noStrike" cap="none" normalizeH="0" baseline="0" smtClean="0">
                        <a:ln>
                          <a:noFill/>
                        </a:ln>
                        <a:solidFill>
                          <a:srgbClr val="595959"/>
                        </a:solidFill>
                        <a:effectLst/>
                        <a:latin typeface="Arial" charset="0"/>
                        <a:cs typeface="Arial"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97EBFF"/>
                    </a:solidFill>
                  </a:tcPr>
                </a:tc>
                <a:tc>
                  <a:txBody>
                    <a:bodyPr/>
                    <a:lstStyle/>
                    <a:p>
                      <a:pPr marL="231775" marR="0" lvl="0" indent="-231775" algn="l" defTabSz="457200" rtl="0" eaLnBrk="1" fontAlgn="b" latinLnBrk="0" hangingPunct="1">
                        <a:lnSpc>
                          <a:spcPct val="100000"/>
                        </a:lnSpc>
                        <a:spcBef>
                          <a:spcPct val="0"/>
                        </a:spcBef>
                        <a:spcAft>
                          <a:spcPct val="0"/>
                        </a:spcAft>
                        <a:buClrTx/>
                        <a:buSzTx/>
                        <a:buFontTx/>
                        <a:buNone/>
                        <a:tabLst/>
                      </a:pPr>
                      <a:r>
                        <a:rPr kumimoji="0" lang="en-US" sz="1600" b="0" i="0" u="none" strike="noStrike" cap="none" normalizeH="0" baseline="0" smtClean="0">
                          <a:ln>
                            <a:noFill/>
                          </a:ln>
                          <a:solidFill>
                            <a:schemeClr val="tx1"/>
                          </a:solidFill>
                          <a:effectLst/>
                          <a:latin typeface="Arial" charset="0"/>
                          <a:cs typeface="Arial" charset="0"/>
                        </a:rPr>
                        <a:t>Specifies the build file to use for this build. The value of &lt;file&gt; can be an absolute path or a path relative to the current directory. The default is a file called build.xml in the current directory.</a:t>
                      </a:r>
                      <a:endParaRPr kumimoji="0" lang="en-US" sz="2000" b="0" i="0" u="none" strike="noStrike" cap="none" normalizeH="0" baseline="0" smtClean="0">
                        <a:ln>
                          <a:noFill/>
                        </a:ln>
                        <a:solidFill>
                          <a:srgbClr val="595959"/>
                        </a:solidFill>
                        <a:effectLst/>
                        <a:latin typeface="Arial" charset="0"/>
                        <a:cs typeface="Arial"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ECA22"/>
                    </a:solidFill>
                  </a:tcPr>
                </a:tc>
              </a:tr>
              <a:tr h="306388">
                <a:tc>
                  <a:txBody>
                    <a:bodyPr/>
                    <a:lstStyle/>
                    <a:p>
                      <a:pPr marL="231775" marR="0" lvl="0" indent="-231775" algn="l" defTabSz="457200" rtl="0" eaLnBrk="1" fontAlgn="b" latinLnBrk="0" hangingPunct="1">
                        <a:lnSpc>
                          <a:spcPct val="100000"/>
                        </a:lnSpc>
                        <a:spcBef>
                          <a:spcPct val="0"/>
                        </a:spcBef>
                        <a:spcAft>
                          <a:spcPct val="0"/>
                        </a:spcAft>
                        <a:buClrTx/>
                        <a:buSzTx/>
                        <a:buFontTx/>
                        <a:buNone/>
                        <a:tabLst/>
                      </a:pPr>
                      <a:r>
                        <a:rPr kumimoji="0" lang="en-US" sz="1600" b="0" i="0" u="none" strike="noStrike" cap="none" normalizeH="0" baseline="0" smtClean="0">
                          <a:ln>
                            <a:noFill/>
                          </a:ln>
                          <a:solidFill>
                            <a:schemeClr val="tx1"/>
                          </a:solidFill>
                          <a:effectLst/>
                          <a:latin typeface="Arial" charset="0"/>
                          <a:cs typeface="Arial" charset="0"/>
                        </a:rPr>
                        <a:t>-D&lt;property&gt;=&lt;value&gt; </a:t>
                      </a:r>
                      <a:endParaRPr kumimoji="0" lang="en-US" sz="2000" b="0" i="0" u="none" strike="noStrike" cap="none" normalizeH="0" baseline="0" smtClean="0">
                        <a:ln>
                          <a:noFill/>
                        </a:ln>
                        <a:solidFill>
                          <a:srgbClr val="595959"/>
                        </a:solidFill>
                        <a:effectLst/>
                        <a:latin typeface="Arial" charset="0"/>
                        <a:cs typeface="Arial"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97EBFF"/>
                    </a:solidFill>
                  </a:tcPr>
                </a:tc>
                <a:tc>
                  <a:txBody>
                    <a:bodyPr/>
                    <a:lstStyle/>
                    <a:p>
                      <a:pPr marL="231775" marR="0" lvl="0" indent="-231775" algn="l" defTabSz="457200" rtl="0" eaLnBrk="1" fontAlgn="b" latinLnBrk="0" hangingPunct="1">
                        <a:lnSpc>
                          <a:spcPct val="100000"/>
                        </a:lnSpc>
                        <a:spcBef>
                          <a:spcPct val="0"/>
                        </a:spcBef>
                        <a:spcAft>
                          <a:spcPct val="0"/>
                        </a:spcAft>
                        <a:buClrTx/>
                        <a:buSzTx/>
                        <a:buFontTx/>
                        <a:buNone/>
                        <a:tabLst/>
                      </a:pPr>
                      <a:r>
                        <a:rPr kumimoji="0" lang="en-US" sz="1600" b="0" i="0" u="none" strike="noStrike" cap="none" normalizeH="0" baseline="0" smtClean="0">
                          <a:ln>
                            <a:noFill/>
                          </a:ln>
                          <a:solidFill>
                            <a:schemeClr val="tx1"/>
                          </a:solidFill>
                          <a:effectLst/>
                          <a:latin typeface="Arial" charset="0"/>
                          <a:cs typeface="Arial" charset="0"/>
                        </a:rPr>
                        <a:t> Sets the value of property &lt;property&gt; to &lt;value&gt;</a:t>
                      </a:r>
                      <a:endParaRPr kumimoji="0" lang="en-US" sz="2000" b="0" i="0" u="none" strike="noStrike" cap="none" normalizeH="0" baseline="0" smtClean="0">
                        <a:ln>
                          <a:noFill/>
                        </a:ln>
                        <a:solidFill>
                          <a:srgbClr val="595959"/>
                        </a:solidFill>
                        <a:effectLst/>
                        <a:latin typeface="Arial" charset="0"/>
                        <a:cs typeface="Arial"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ECA22"/>
                    </a:solidFill>
                  </a:tcPr>
                </a:tc>
              </a:tr>
              <a:tr h="750888">
                <a:tc>
                  <a:txBody>
                    <a:bodyPr/>
                    <a:lstStyle/>
                    <a:p>
                      <a:pPr marL="231775" marR="0" lvl="0" indent="-231775" algn="l" defTabSz="457200" rtl="0" eaLnBrk="1" fontAlgn="t" latinLnBrk="0" hangingPunct="1">
                        <a:lnSpc>
                          <a:spcPct val="100000"/>
                        </a:lnSpc>
                        <a:spcBef>
                          <a:spcPct val="0"/>
                        </a:spcBef>
                        <a:spcAft>
                          <a:spcPct val="0"/>
                        </a:spcAft>
                        <a:buClrTx/>
                        <a:buSzTx/>
                        <a:buFontTx/>
                        <a:buNone/>
                        <a:tabLst/>
                      </a:pPr>
                      <a:r>
                        <a:rPr kumimoji="0" lang="en-US" sz="1600" b="0" i="0" u="none" strike="noStrike" cap="none" normalizeH="0" baseline="0" smtClean="0">
                          <a:ln>
                            <a:noFill/>
                          </a:ln>
                          <a:solidFill>
                            <a:schemeClr val="tx1"/>
                          </a:solidFill>
                          <a:effectLst/>
                          <a:latin typeface="Verdana" pitchFamily="34" charset="0"/>
                          <a:cs typeface="Arial" charset="0"/>
                        </a:rPr>
                        <a:t>-keep-going, -k</a:t>
                      </a:r>
                      <a:endParaRPr kumimoji="0" lang="en-US" sz="2000" b="0" i="0" u="none" strike="noStrike" cap="none" normalizeH="0" baseline="0" smtClean="0">
                        <a:ln>
                          <a:noFill/>
                        </a:ln>
                        <a:solidFill>
                          <a:srgbClr val="595959"/>
                        </a:solidFill>
                        <a:effectLst/>
                        <a:latin typeface="Arial" charset="0"/>
                        <a:cs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97EBFF"/>
                    </a:solidFill>
                  </a:tcPr>
                </a:tc>
                <a:tc>
                  <a:txBody>
                    <a:bodyPr/>
                    <a:lstStyle/>
                    <a:p>
                      <a:pPr marL="231775" marR="0" lvl="0" indent="-231775" algn="l" defTabSz="457200" rtl="0" eaLnBrk="1" fontAlgn="b" latinLnBrk="0" hangingPunct="1">
                        <a:lnSpc>
                          <a:spcPct val="100000"/>
                        </a:lnSpc>
                        <a:spcBef>
                          <a:spcPct val="0"/>
                        </a:spcBef>
                        <a:spcAft>
                          <a:spcPct val="0"/>
                        </a:spcAft>
                        <a:buClrTx/>
                        <a:buSzTx/>
                        <a:buFontTx/>
                        <a:buNone/>
                        <a:tabLst/>
                      </a:pPr>
                      <a:r>
                        <a:rPr kumimoji="0" lang="en-US" sz="1600" b="0" i="0" u="none" strike="noStrike" cap="none" normalizeH="0" baseline="0" dirty="0" smtClean="0">
                          <a:ln>
                            <a:noFill/>
                          </a:ln>
                          <a:solidFill>
                            <a:schemeClr val="tx1"/>
                          </a:solidFill>
                          <a:effectLst/>
                          <a:latin typeface="Arial" charset="0"/>
                          <a:cs typeface="Arial" charset="0"/>
                        </a:rPr>
                        <a:t>Forces Ant to execute every target that does not depend on a failed target. This ensures that at least part of the build was successful.</a:t>
                      </a:r>
                      <a:endParaRPr kumimoji="0" lang="en-US" sz="2000" b="0" i="0" u="none" strike="noStrike" cap="none" normalizeH="0" baseline="0" dirty="0" smtClean="0">
                        <a:ln>
                          <a:noFill/>
                        </a:ln>
                        <a:solidFill>
                          <a:srgbClr val="595959"/>
                        </a:solidFill>
                        <a:effectLst/>
                        <a:latin typeface="Arial" charset="0"/>
                        <a:cs typeface="Arial"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ECA22"/>
                    </a:solidFill>
                  </a:tcPr>
                </a:tc>
              </a:tr>
              <a:tr h="306388">
                <a:tc>
                  <a:txBody>
                    <a:bodyPr/>
                    <a:lstStyle/>
                    <a:p>
                      <a:pPr marL="231775" marR="0" lvl="0" indent="-231775" algn="l" defTabSz="457200" rtl="0" eaLnBrk="1" fontAlgn="b" latinLnBrk="0" hangingPunct="1">
                        <a:lnSpc>
                          <a:spcPct val="100000"/>
                        </a:lnSpc>
                        <a:spcBef>
                          <a:spcPct val="0"/>
                        </a:spcBef>
                        <a:spcAft>
                          <a:spcPct val="0"/>
                        </a:spcAft>
                        <a:buClrTx/>
                        <a:buSzTx/>
                        <a:buFontTx/>
                        <a:buNone/>
                        <a:tabLst/>
                      </a:pPr>
                      <a:r>
                        <a:rPr kumimoji="0" lang="en-US" sz="1600" b="0" i="0" u="none" strike="noStrike" cap="none" normalizeH="0" baseline="0" smtClean="0">
                          <a:ln>
                            <a:noFill/>
                          </a:ln>
                          <a:solidFill>
                            <a:schemeClr val="tx1"/>
                          </a:solidFill>
                          <a:effectLst/>
                          <a:latin typeface="Arial" charset="0"/>
                          <a:cs typeface="Arial" charset="0"/>
                        </a:rPr>
                        <a:t> -propertyfile &lt;name&gt;</a:t>
                      </a:r>
                      <a:endParaRPr kumimoji="0" lang="en-US" sz="2000" b="0" i="0" u="none" strike="noStrike" cap="none" normalizeH="0" baseline="0" smtClean="0">
                        <a:ln>
                          <a:noFill/>
                        </a:ln>
                        <a:solidFill>
                          <a:srgbClr val="595959"/>
                        </a:solidFill>
                        <a:effectLst/>
                        <a:latin typeface="Arial" charset="0"/>
                        <a:cs typeface="Arial"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97EBFF"/>
                    </a:solidFill>
                  </a:tcPr>
                </a:tc>
                <a:tc>
                  <a:txBody>
                    <a:bodyPr/>
                    <a:lstStyle/>
                    <a:p>
                      <a:pPr marL="231775" marR="0" lvl="0" indent="-231775" algn="l" defTabSz="457200" rtl="0" eaLnBrk="1" fontAlgn="b" latinLnBrk="0" hangingPunct="1">
                        <a:lnSpc>
                          <a:spcPct val="100000"/>
                        </a:lnSpc>
                        <a:spcBef>
                          <a:spcPct val="0"/>
                        </a:spcBef>
                        <a:spcAft>
                          <a:spcPct val="0"/>
                        </a:spcAft>
                        <a:buClrTx/>
                        <a:buSzTx/>
                        <a:buFontTx/>
                        <a:buNone/>
                        <a:tabLst/>
                      </a:pPr>
                      <a:r>
                        <a:rPr kumimoji="0" lang="en-US" sz="1600" b="0" i="0" u="none" strike="noStrike" cap="none" normalizeH="0" baseline="0" smtClean="0">
                          <a:ln>
                            <a:noFill/>
                          </a:ln>
                          <a:solidFill>
                            <a:schemeClr val="tx1"/>
                          </a:solidFill>
                          <a:effectLst/>
                          <a:latin typeface="Arial" charset="0"/>
                          <a:cs typeface="Arial" charset="0"/>
                        </a:rPr>
                        <a:t>Loads all the properties from specified property file</a:t>
                      </a:r>
                      <a:endParaRPr kumimoji="0" lang="en-US" sz="2000" b="0" i="0" u="none" strike="noStrike" cap="none" normalizeH="0" baseline="0" smtClean="0">
                        <a:ln>
                          <a:noFill/>
                        </a:ln>
                        <a:solidFill>
                          <a:srgbClr val="595959"/>
                        </a:solidFill>
                        <a:effectLst/>
                        <a:latin typeface="Arial" charset="0"/>
                        <a:cs typeface="Arial"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ECA22"/>
                    </a:solidFill>
                  </a:tcPr>
                </a:tc>
              </a:tr>
            </a:tbl>
          </a:graphicData>
        </a:graphic>
      </p:graphicFrame>
    </p:spTree>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289" name="Rectangle 2"/>
          <p:cNvSpPr>
            <a:spLocks noGrp="1"/>
          </p:cNvSpPr>
          <p:nvPr>
            <p:ph type="title"/>
          </p:nvPr>
        </p:nvSpPr>
        <p:spPr>
          <a:xfrm>
            <a:off x="252413" y="182196"/>
            <a:ext cx="8229600" cy="549275"/>
          </a:xfrm>
        </p:spPr>
        <p:txBody>
          <a:bodyPr/>
          <a:lstStyle/>
          <a:p>
            <a:pPr eaLnBrk="1" hangingPunct="1"/>
            <a:r>
              <a:rPr dirty="0" smtClean="0">
                <a:solidFill>
                  <a:schemeClr val="tx1"/>
                </a:solidFill>
                <a:cs typeface="Arial" charset="0"/>
              </a:rPr>
              <a:t>Running Ant from the command line</a:t>
            </a:r>
          </a:p>
        </p:txBody>
      </p:sp>
      <p:sp>
        <p:nvSpPr>
          <p:cNvPr id="140290" name="Rectangle 3"/>
          <p:cNvSpPr>
            <a:spLocks noGrp="1"/>
          </p:cNvSpPr>
          <p:nvPr>
            <p:ph type="body" idx="1"/>
          </p:nvPr>
        </p:nvSpPr>
        <p:spPr>
          <a:xfrm>
            <a:off x="457200" y="1035050"/>
            <a:ext cx="8229600" cy="5216525"/>
          </a:xfrm>
        </p:spPr>
        <p:txBody>
          <a:bodyPr/>
          <a:lstStyle/>
          <a:p>
            <a:pPr algn="just" eaLnBrk="1" hangingPunct="1"/>
            <a:r>
              <a:rPr dirty="0" smtClean="0">
                <a:solidFill>
                  <a:schemeClr val="tx1"/>
                </a:solidFill>
                <a:cs typeface="Arial" charset="0"/>
              </a:rPr>
              <a:t>The list of targets tells Ant which targets to execute in the build file </a:t>
            </a:r>
          </a:p>
          <a:p>
            <a:pPr eaLnBrk="1" hangingPunct="1"/>
            <a:r>
              <a:rPr dirty="0" smtClean="0">
                <a:solidFill>
                  <a:schemeClr val="tx1"/>
                </a:solidFill>
                <a:cs typeface="Arial" charset="0"/>
              </a:rPr>
              <a:t>Type ant command from the command prompt</a:t>
            </a:r>
          </a:p>
          <a:p>
            <a:pPr eaLnBrk="1" hangingPunct="1"/>
            <a:endParaRPr dirty="0" smtClean="0">
              <a:solidFill>
                <a:schemeClr val="tx1"/>
              </a:solidFill>
              <a:cs typeface="Arial" charset="0"/>
            </a:endParaRPr>
          </a:p>
          <a:p>
            <a:pPr eaLnBrk="1" hangingPunct="1"/>
            <a:endParaRPr dirty="0" smtClean="0">
              <a:cs typeface="Arial" charset="0"/>
            </a:endParaRPr>
          </a:p>
          <a:p>
            <a:pPr eaLnBrk="1" hangingPunct="1"/>
            <a:endParaRPr dirty="0" smtClean="0">
              <a:cs typeface="Arial" charset="0"/>
            </a:endParaRPr>
          </a:p>
          <a:p>
            <a:pPr eaLnBrk="1" hangingPunct="1"/>
            <a:endParaRPr dirty="0" smtClean="0">
              <a:cs typeface="Arial" charset="0"/>
            </a:endParaRPr>
          </a:p>
          <a:p>
            <a:pPr eaLnBrk="1" hangingPunct="1"/>
            <a:endParaRPr dirty="0" smtClean="0">
              <a:cs typeface="Arial" charset="0"/>
            </a:endParaRPr>
          </a:p>
          <a:p>
            <a:pPr algn="just" eaLnBrk="1" hangingPunct="1"/>
            <a:r>
              <a:rPr dirty="0" smtClean="0">
                <a:solidFill>
                  <a:schemeClr val="tx1"/>
                </a:solidFill>
                <a:cs typeface="Arial" charset="0"/>
              </a:rPr>
              <a:t>The error message is because ant command looks for a </a:t>
            </a:r>
            <a:r>
              <a:rPr dirty="0" err="1" smtClean="0">
                <a:solidFill>
                  <a:schemeClr val="tx1"/>
                </a:solidFill>
                <a:cs typeface="Arial" charset="0"/>
              </a:rPr>
              <a:t>build.xml</a:t>
            </a:r>
            <a:r>
              <a:rPr dirty="0" smtClean="0">
                <a:solidFill>
                  <a:schemeClr val="tx1"/>
                </a:solidFill>
                <a:cs typeface="Arial" charset="0"/>
              </a:rPr>
              <a:t> file in the current directory, and we have not created one</a:t>
            </a:r>
          </a:p>
          <a:p>
            <a:pPr algn="just" eaLnBrk="1" hangingPunct="1"/>
            <a:r>
              <a:rPr dirty="0" smtClean="0">
                <a:solidFill>
                  <a:schemeClr val="tx1"/>
                </a:solidFill>
                <a:cs typeface="Arial" charset="0"/>
              </a:rPr>
              <a:t>Let’s learn about the </a:t>
            </a:r>
            <a:r>
              <a:rPr dirty="0" err="1" smtClean="0">
                <a:solidFill>
                  <a:schemeClr val="tx1"/>
                </a:solidFill>
                <a:cs typeface="Arial" charset="0"/>
              </a:rPr>
              <a:t>build.xml</a:t>
            </a:r>
            <a:r>
              <a:rPr dirty="0" smtClean="0">
                <a:solidFill>
                  <a:schemeClr val="tx1"/>
                </a:solidFill>
                <a:cs typeface="Arial" charset="0"/>
              </a:rPr>
              <a:t> and it’s various parts in the coming slides</a:t>
            </a:r>
          </a:p>
          <a:p>
            <a:pPr eaLnBrk="1" hangingPunct="1">
              <a:buFont typeface="Arial" charset="0"/>
              <a:buNone/>
            </a:pPr>
            <a:endParaRPr dirty="0" smtClean="0">
              <a:solidFill>
                <a:schemeClr val="tx1"/>
              </a:solidFill>
              <a:cs typeface="Arial" charset="0"/>
            </a:endParaRPr>
          </a:p>
          <a:p>
            <a:pPr eaLnBrk="1" hangingPunct="1"/>
            <a:endParaRPr dirty="0" smtClean="0">
              <a:cs typeface="Arial" charset="0"/>
            </a:endParaRPr>
          </a:p>
        </p:txBody>
      </p:sp>
      <p:pic>
        <p:nvPicPr>
          <p:cNvPr id="140291" name="Picture 4"/>
          <p:cNvPicPr>
            <a:picLocks noChangeAspect="1" noChangeArrowheads="1"/>
          </p:cNvPicPr>
          <p:nvPr/>
        </p:nvPicPr>
        <p:blipFill>
          <a:blip r:embed="rId3"/>
          <a:srcRect/>
          <a:stretch>
            <a:fillRect/>
          </a:stretch>
        </p:blipFill>
        <p:spPr bwMode="auto">
          <a:xfrm>
            <a:off x="625475" y="2070100"/>
            <a:ext cx="7856538" cy="1038225"/>
          </a:xfrm>
          <a:prstGeom prst="rect">
            <a:avLst/>
          </a:prstGeom>
          <a:noFill/>
          <a:ln w="9525">
            <a:noFill/>
            <a:miter lim="800000"/>
            <a:headEnd/>
            <a:tailEnd/>
          </a:ln>
        </p:spPr>
      </p:pic>
      <p:sp>
        <p:nvSpPr>
          <p:cNvPr id="140292" name="AutoShape 5"/>
          <p:cNvSpPr>
            <a:spLocks noChangeArrowheads="1"/>
          </p:cNvSpPr>
          <p:nvPr/>
        </p:nvSpPr>
        <p:spPr bwMode="auto">
          <a:xfrm>
            <a:off x="6657975" y="1552575"/>
            <a:ext cx="2219325" cy="428625"/>
          </a:xfrm>
          <a:prstGeom prst="wedgeEllipseCallout">
            <a:avLst>
              <a:gd name="adj1" fmla="val -31972"/>
              <a:gd name="adj2" fmla="val 78519"/>
            </a:avLst>
          </a:prstGeom>
          <a:solidFill>
            <a:srgbClr val="CCFFCC"/>
          </a:solidFill>
          <a:ln w="9525" algn="ctr">
            <a:solidFill>
              <a:srgbClr val="000000"/>
            </a:solidFill>
            <a:miter lim="800000"/>
            <a:headEnd/>
            <a:tailEnd/>
          </a:ln>
        </p:spPr>
        <p:txBody>
          <a:bodyPr/>
          <a:lstStyle/>
          <a:p>
            <a:pPr marL="742950" indent="-285750"/>
            <a:r>
              <a:rPr lang="en-US"/>
              <a:t>Output</a:t>
            </a:r>
          </a:p>
        </p:txBody>
      </p:sp>
    </p:spTree>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313" name="Text Placeholder 3"/>
          <p:cNvSpPr>
            <a:spLocks noGrp="1"/>
          </p:cNvSpPr>
          <p:nvPr>
            <p:ph type="body" sz="quarter" idx="4294967295"/>
          </p:nvPr>
        </p:nvSpPr>
        <p:spPr>
          <a:xfrm>
            <a:off x="161437" y="126878"/>
            <a:ext cx="8229600" cy="519112"/>
          </a:xfrm>
        </p:spPr>
        <p:txBody>
          <a:bodyPr>
            <a:spAutoFit/>
          </a:bodyPr>
          <a:lstStyle/>
          <a:p>
            <a:pPr eaLnBrk="1" hangingPunct="1">
              <a:spcBef>
                <a:spcPct val="0"/>
              </a:spcBef>
              <a:buFont typeface="Arial" charset="0"/>
              <a:buNone/>
            </a:pPr>
            <a:r>
              <a:rPr lang="en-IN" sz="2800" b="1" dirty="0" smtClean="0">
                <a:solidFill>
                  <a:schemeClr val="tx1"/>
                </a:solidFill>
                <a:cs typeface="Arial" charset="0"/>
              </a:rPr>
              <a:t>A Sample </a:t>
            </a:r>
            <a:r>
              <a:rPr lang="en-IN" sz="2800" b="1" dirty="0" err="1" smtClean="0">
                <a:solidFill>
                  <a:schemeClr val="tx1"/>
                </a:solidFill>
                <a:cs typeface="Arial" charset="0"/>
              </a:rPr>
              <a:t>build.xml</a:t>
            </a:r>
            <a:r>
              <a:rPr lang="en-IN" sz="2800" b="1" dirty="0" smtClean="0">
                <a:solidFill>
                  <a:schemeClr val="tx1"/>
                </a:solidFill>
                <a:cs typeface="Arial" charset="0"/>
              </a:rPr>
              <a:t> file</a:t>
            </a:r>
          </a:p>
        </p:txBody>
      </p:sp>
      <p:sp>
        <p:nvSpPr>
          <p:cNvPr id="141314" name="Text Placeholder 7"/>
          <p:cNvSpPr>
            <a:spLocks noGrp="1"/>
          </p:cNvSpPr>
          <p:nvPr>
            <p:ph type="body" sz="quarter" idx="4294967295"/>
          </p:nvPr>
        </p:nvSpPr>
        <p:spPr>
          <a:xfrm>
            <a:off x="561975" y="1049337"/>
            <a:ext cx="8135938" cy="5544893"/>
          </a:xfrm>
          <a:ln>
            <a:solidFill>
              <a:schemeClr val="tx1"/>
            </a:solidFill>
          </a:ln>
        </p:spPr>
        <p:txBody>
          <a:bodyPr/>
          <a:lstStyle/>
          <a:p>
            <a:pPr eaLnBrk="1" hangingPunct="1">
              <a:lnSpc>
                <a:spcPct val="80000"/>
              </a:lnSpc>
              <a:buFont typeface="Arial" charset="0"/>
              <a:buNone/>
            </a:pPr>
            <a:r>
              <a:rPr sz="1300" b="1" dirty="0" smtClean="0">
                <a:solidFill>
                  <a:schemeClr val="tx1"/>
                </a:solidFill>
                <a:latin typeface="Courier New" pitchFamily="49" charset="0"/>
                <a:cs typeface="Arial" charset="0"/>
              </a:rPr>
              <a:t>&lt;project name="My Project" default="jar" </a:t>
            </a:r>
            <a:r>
              <a:rPr sz="1300" b="1" dirty="0" err="1" smtClean="0">
                <a:solidFill>
                  <a:schemeClr val="tx1"/>
                </a:solidFill>
                <a:latin typeface="Courier New" pitchFamily="49" charset="0"/>
                <a:cs typeface="Arial" charset="0"/>
              </a:rPr>
              <a:t>basedir</a:t>
            </a:r>
            <a:r>
              <a:rPr sz="1300" b="1" dirty="0" smtClean="0">
                <a:solidFill>
                  <a:schemeClr val="tx1"/>
                </a:solidFill>
                <a:latin typeface="Courier New" pitchFamily="49" charset="0"/>
                <a:cs typeface="Arial" charset="0"/>
              </a:rPr>
              <a:t>="."&gt;</a:t>
            </a:r>
          </a:p>
          <a:p>
            <a:pPr eaLnBrk="1" hangingPunct="1">
              <a:lnSpc>
                <a:spcPct val="80000"/>
              </a:lnSpc>
              <a:buFont typeface="Arial" charset="0"/>
              <a:buNone/>
            </a:pPr>
            <a:endParaRPr sz="1300" b="1" dirty="0" smtClean="0">
              <a:solidFill>
                <a:schemeClr val="tx1"/>
              </a:solidFill>
              <a:latin typeface="Courier New" pitchFamily="49" charset="0"/>
              <a:cs typeface="Arial" charset="0"/>
            </a:endParaRPr>
          </a:p>
          <a:p>
            <a:pPr eaLnBrk="1" hangingPunct="1">
              <a:lnSpc>
                <a:spcPct val="80000"/>
              </a:lnSpc>
              <a:buFont typeface="Arial" charset="0"/>
              <a:buNone/>
            </a:pPr>
            <a:r>
              <a:rPr sz="1300" b="1" dirty="0" smtClean="0">
                <a:solidFill>
                  <a:schemeClr val="tx1"/>
                </a:solidFill>
                <a:latin typeface="Courier New" pitchFamily="49" charset="0"/>
                <a:cs typeface="Arial" charset="0"/>
              </a:rPr>
              <a:t>&lt;property name="</a:t>
            </a:r>
            <a:r>
              <a:rPr sz="1300" b="1" dirty="0" err="1" smtClean="0">
                <a:solidFill>
                  <a:schemeClr val="tx1"/>
                </a:solidFill>
                <a:latin typeface="Courier New" pitchFamily="49" charset="0"/>
                <a:cs typeface="Arial" charset="0"/>
              </a:rPr>
              <a:t>dir.src</a:t>
            </a:r>
            <a:r>
              <a:rPr sz="1300" b="1" dirty="0" smtClean="0">
                <a:solidFill>
                  <a:schemeClr val="tx1"/>
                </a:solidFill>
                <a:latin typeface="Courier New" pitchFamily="49" charset="0"/>
                <a:cs typeface="Arial" charset="0"/>
              </a:rPr>
              <a:t>" value="</a:t>
            </a:r>
            <a:r>
              <a:rPr sz="1300" b="1" dirty="0" err="1" smtClean="0">
                <a:solidFill>
                  <a:schemeClr val="tx1"/>
                </a:solidFill>
                <a:latin typeface="Courier New" pitchFamily="49" charset="0"/>
                <a:cs typeface="Arial" charset="0"/>
              </a:rPr>
              <a:t>src</a:t>
            </a:r>
            <a:r>
              <a:rPr sz="1300" b="1" dirty="0" smtClean="0">
                <a:solidFill>
                  <a:schemeClr val="tx1"/>
                </a:solidFill>
                <a:latin typeface="Courier New" pitchFamily="49" charset="0"/>
                <a:cs typeface="Arial" charset="0"/>
              </a:rPr>
              <a:t>"/&gt;</a:t>
            </a:r>
          </a:p>
          <a:p>
            <a:pPr eaLnBrk="1" hangingPunct="1">
              <a:lnSpc>
                <a:spcPct val="80000"/>
              </a:lnSpc>
              <a:buFont typeface="Arial" charset="0"/>
              <a:buNone/>
            </a:pPr>
            <a:r>
              <a:rPr sz="1300" b="1" dirty="0" smtClean="0">
                <a:solidFill>
                  <a:schemeClr val="tx1"/>
                </a:solidFill>
                <a:latin typeface="Courier New" pitchFamily="49" charset="0"/>
                <a:cs typeface="Arial" charset="0"/>
              </a:rPr>
              <a:t>&lt;property name="</a:t>
            </a:r>
            <a:r>
              <a:rPr sz="1300" b="1" dirty="0" err="1" smtClean="0">
                <a:solidFill>
                  <a:schemeClr val="tx1"/>
                </a:solidFill>
                <a:latin typeface="Courier New" pitchFamily="49" charset="0"/>
                <a:cs typeface="Arial" charset="0"/>
              </a:rPr>
              <a:t>dir.build</a:t>
            </a:r>
            <a:r>
              <a:rPr sz="1300" b="1" dirty="0" smtClean="0">
                <a:solidFill>
                  <a:schemeClr val="tx1"/>
                </a:solidFill>
                <a:latin typeface="Courier New" pitchFamily="49" charset="0"/>
                <a:cs typeface="Arial" charset="0"/>
              </a:rPr>
              <a:t>" value="build"/&gt;</a:t>
            </a:r>
          </a:p>
          <a:p>
            <a:pPr eaLnBrk="1" hangingPunct="1">
              <a:lnSpc>
                <a:spcPct val="80000"/>
              </a:lnSpc>
              <a:buFont typeface="Arial" charset="0"/>
              <a:buNone/>
            </a:pPr>
            <a:r>
              <a:rPr sz="1300" b="1" dirty="0" smtClean="0">
                <a:solidFill>
                  <a:schemeClr val="tx1"/>
                </a:solidFill>
                <a:latin typeface="Courier New" pitchFamily="49" charset="0"/>
                <a:cs typeface="Arial" charset="0"/>
              </a:rPr>
              <a:t>&lt;property name="</a:t>
            </a:r>
            <a:r>
              <a:rPr sz="1300" b="1" dirty="0" err="1" smtClean="0">
                <a:solidFill>
                  <a:schemeClr val="tx1"/>
                </a:solidFill>
                <a:latin typeface="Courier New" pitchFamily="49" charset="0"/>
                <a:cs typeface="Arial" charset="0"/>
              </a:rPr>
              <a:t>dir.dest</a:t>
            </a:r>
            <a:r>
              <a:rPr sz="1300" b="1" dirty="0" smtClean="0">
                <a:solidFill>
                  <a:schemeClr val="tx1"/>
                </a:solidFill>
                <a:latin typeface="Courier New" pitchFamily="49" charset="0"/>
                <a:cs typeface="Arial" charset="0"/>
              </a:rPr>
              <a:t>" value="</a:t>
            </a:r>
            <a:r>
              <a:rPr sz="1300" b="1" dirty="0" err="1" smtClean="0">
                <a:solidFill>
                  <a:schemeClr val="tx1"/>
                </a:solidFill>
                <a:latin typeface="Courier New" pitchFamily="49" charset="0"/>
                <a:cs typeface="Arial" charset="0"/>
              </a:rPr>
              <a:t>dest</a:t>
            </a:r>
            <a:r>
              <a:rPr sz="1300" b="1" dirty="0" smtClean="0">
                <a:solidFill>
                  <a:schemeClr val="tx1"/>
                </a:solidFill>
                <a:latin typeface="Courier New" pitchFamily="49" charset="0"/>
                <a:cs typeface="Arial" charset="0"/>
              </a:rPr>
              <a:t>"/&gt;</a:t>
            </a:r>
          </a:p>
          <a:p>
            <a:pPr eaLnBrk="1" hangingPunct="1">
              <a:lnSpc>
                <a:spcPct val="80000"/>
              </a:lnSpc>
              <a:buFont typeface="Arial" charset="0"/>
              <a:buNone/>
            </a:pPr>
            <a:endParaRPr sz="1300" b="1" dirty="0" smtClean="0">
              <a:solidFill>
                <a:schemeClr val="tx1"/>
              </a:solidFill>
              <a:latin typeface="Courier New" pitchFamily="49" charset="0"/>
              <a:cs typeface="Arial" charset="0"/>
            </a:endParaRPr>
          </a:p>
          <a:p>
            <a:pPr eaLnBrk="1" hangingPunct="1">
              <a:lnSpc>
                <a:spcPct val="80000"/>
              </a:lnSpc>
              <a:buFont typeface="Arial" charset="0"/>
              <a:buNone/>
            </a:pPr>
            <a:r>
              <a:rPr sz="1300" b="1" dirty="0" smtClean="0">
                <a:solidFill>
                  <a:schemeClr val="tx1"/>
                </a:solidFill>
                <a:latin typeface="Courier New" pitchFamily="49" charset="0"/>
                <a:cs typeface="Arial" charset="0"/>
              </a:rPr>
              <a:t>&lt;target name="clean" description="Removing the all generated files."&gt;</a:t>
            </a:r>
          </a:p>
          <a:p>
            <a:pPr eaLnBrk="1" hangingPunct="1">
              <a:lnSpc>
                <a:spcPct val="80000"/>
              </a:lnSpc>
              <a:buFont typeface="Arial" charset="0"/>
              <a:buNone/>
            </a:pPr>
            <a:r>
              <a:rPr sz="1300" b="1" dirty="0" smtClean="0">
                <a:solidFill>
                  <a:schemeClr val="tx1"/>
                </a:solidFill>
                <a:latin typeface="Courier New" pitchFamily="49" charset="0"/>
                <a:cs typeface="Arial" charset="0"/>
              </a:rPr>
              <a:t>&lt;delete </a:t>
            </a:r>
            <a:r>
              <a:rPr sz="1300" b="1" dirty="0" err="1" smtClean="0">
                <a:solidFill>
                  <a:schemeClr val="tx1"/>
                </a:solidFill>
                <a:latin typeface="Courier New" pitchFamily="49" charset="0"/>
                <a:cs typeface="Arial" charset="0"/>
              </a:rPr>
              <a:t>dir</a:t>
            </a:r>
            <a:r>
              <a:rPr sz="1300" b="1" dirty="0" smtClean="0">
                <a:solidFill>
                  <a:schemeClr val="tx1"/>
                </a:solidFill>
                <a:latin typeface="Courier New" pitchFamily="49" charset="0"/>
                <a:cs typeface="Arial" charset="0"/>
              </a:rPr>
              <a:t>="${</a:t>
            </a:r>
            <a:r>
              <a:rPr sz="1300" b="1" dirty="0" err="1" smtClean="0">
                <a:solidFill>
                  <a:schemeClr val="tx1"/>
                </a:solidFill>
                <a:latin typeface="Courier New" pitchFamily="49" charset="0"/>
                <a:cs typeface="Arial" charset="0"/>
              </a:rPr>
              <a:t>dir.build</a:t>
            </a:r>
            <a:r>
              <a:rPr sz="1300" b="1" dirty="0" smtClean="0">
                <a:solidFill>
                  <a:schemeClr val="tx1"/>
                </a:solidFill>
                <a:latin typeface="Courier New" pitchFamily="49" charset="0"/>
                <a:cs typeface="Arial" charset="0"/>
              </a:rPr>
              <a:t>}"/&gt;</a:t>
            </a:r>
          </a:p>
          <a:p>
            <a:pPr eaLnBrk="1" hangingPunct="1">
              <a:lnSpc>
                <a:spcPct val="80000"/>
              </a:lnSpc>
              <a:buFont typeface="Arial" charset="0"/>
              <a:buNone/>
            </a:pPr>
            <a:r>
              <a:rPr sz="1300" b="1" dirty="0" smtClean="0">
                <a:solidFill>
                  <a:schemeClr val="tx1"/>
                </a:solidFill>
                <a:latin typeface="Courier New" pitchFamily="49" charset="0"/>
                <a:cs typeface="Arial" charset="0"/>
              </a:rPr>
              <a:t>&lt;delete </a:t>
            </a:r>
            <a:r>
              <a:rPr sz="1300" b="1" dirty="0" err="1" smtClean="0">
                <a:solidFill>
                  <a:schemeClr val="tx1"/>
                </a:solidFill>
                <a:latin typeface="Courier New" pitchFamily="49" charset="0"/>
                <a:cs typeface="Arial" charset="0"/>
              </a:rPr>
              <a:t>dir</a:t>
            </a:r>
            <a:r>
              <a:rPr sz="1300" b="1" dirty="0" smtClean="0">
                <a:solidFill>
                  <a:schemeClr val="tx1"/>
                </a:solidFill>
                <a:latin typeface="Courier New" pitchFamily="49" charset="0"/>
                <a:cs typeface="Arial" charset="0"/>
              </a:rPr>
              <a:t>="${</a:t>
            </a:r>
            <a:r>
              <a:rPr sz="1300" b="1" dirty="0" err="1" smtClean="0">
                <a:solidFill>
                  <a:schemeClr val="tx1"/>
                </a:solidFill>
                <a:latin typeface="Courier New" pitchFamily="49" charset="0"/>
                <a:cs typeface="Arial" charset="0"/>
              </a:rPr>
              <a:t>dir.dest</a:t>
            </a:r>
            <a:r>
              <a:rPr sz="1300" b="1" dirty="0" smtClean="0">
                <a:solidFill>
                  <a:schemeClr val="tx1"/>
                </a:solidFill>
                <a:latin typeface="Courier New" pitchFamily="49" charset="0"/>
                <a:cs typeface="Arial" charset="0"/>
              </a:rPr>
              <a:t>}"/&gt;</a:t>
            </a:r>
          </a:p>
          <a:p>
            <a:pPr eaLnBrk="1" hangingPunct="1">
              <a:lnSpc>
                <a:spcPct val="80000"/>
              </a:lnSpc>
              <a:buFont typeface="Arial" charset="0"/>
              <a:buNone/>
            </a:pPr>
            <a:r>
              <a:rPr sz="1300" b="1" dirty="0" smtClean="0">
                <a:solidFill>
                  <a:schemeClr val="tx1"/>
                </a:solidFill>
                <a:latin typeface="Courier New" pitchFamily="49" charset="0"/>
                <a:cs typeface="Arial" charset="0"/>
              </a:rPr>
              <a:t>&lt;/target&gt;</a:t>
            </a:r>
          </a:p>
          <a:p>
            <a:pPr eaLnBrk="1" hangingPunct="1">
              <a:lnSpc>
                <a:spcPct val="80000"/>
              </a:lnSpc>
              <a:buFont typeface="Arial" charset="0"/>
              <a:buNone/>
            </a:pPr>
            <a:endParaRPr sz="1300" b="1" dirty="0" smtClean="0">
              <a:solidFill>
                <a:schemeClr val="tx1"/>
              </a:solidFill>
              <a:latin typeface="Courier New" pitchFamily="49" charset="0"/>
              <a:cs typeface="Arial" charset="0"/>
            </a:endParaRPr>
          </a:p>
          <a:p>
            <a:pPr eaLnBrk="1" hangingPunct="1">
              <a:lnSpc>
                <a:spcPct val="80000"/>
              </a:lnSpc>
              <a:buFont typeface="Arial" charset="0"/>
              <a:buNone/>
            </a:pPr>
            <a:r>
              <a:rPr sz="1300" b="1" dirty="0" smtClean="0">
                <a:solidFill>
                  <a:schemeClr val="tx1"/>
                </a:solidFill>
                <a:latin typeface="Courier New" pitchFamily="49" charset="0"/>
                <a:cs typeface="Arial" charset="0"/>
              </a:rPr>
              <a:t>&lt;target name="prepare" depends="clean"&gt;</a:t>
            </a:r>
          </a:p>
          <a:p>
            <a:pPr eaLnBrk="1" hangingPunct="1">
              <a:lnSpc>
                <a:spcPct val="80000"/>
              </a:lnSpc>
              <a:buFont typeface="Arial" charset="0"/>
              <a:buNone/>
            </a:pPr>
            <a:r>
              <a:rPr sz="1300" b="1" dirty="0" smtClean="0">
                <a:solidFill>
                  <a:schemeClr val="tx1"/>
                </a:solidFill>
                <a:latin typeface="Courier New" pitchFamily="49" charset="0"/>
                <a:cs typeface="Arial" charset="0"/>
              </a:rPr>
              <a:t>&lt;</a:t>
            </a:r>
            <a:r>
              <a:rPr sz="1300" b="1" dirty="0" err="1" smtClean="0">
                <a:solidFill>
                  <a:schemeClr val="tx1"/>
                </a:solidFill>
                <a:latin typeface="Courier New" pitchFamily="49" charset="0"/>
                <a:cs typeface="Arial" charset="0"/>
              </a:rPr>
              <a:t>mkdir</a:t>
            </a:r>
            <a:r>
              <a:rPr sz="1300" b="1" dirty="0" smtClean="0">
                <a:solidFill>
                  <a:schemeClr val="tx1"/>
                </a:solidFill>
                <a:latin typeface="Courier New" pitchFamily="49" charset="0"/>
                <a:cs typeface="Arial" charset="0"/>
              </a:rPr>
              <a:t> </a:t>
            </a:r>
            <a:r>
              <a:rPr sz="1300" b="1" dirty="0" err="1" smtClean="0">
                <a:solidFill>
                  <a:schemeClr val="tx1"/>
                </a:solidFill>
                <a:latin typeface="Courier New" pitchFamily="49" charset="0"/>
                <a:cs typeface="Arial" charset="0"/>
              </a:rPr>
              <a:t>dir</a:t>
            </a:r>
            <a:r>
              <a:rPr sz="1300" b="1" dirty="0" smtClean="0">
                <a:solidFill>
                  <a:schemeClr val="tx1"/>
                </a:solidFill>
                <a:latin typeface="Courier New" pitchFamily="49" charset="0"/>
                <a:cs typeface="Arial" charset="0"/>
              </a:rPr>
              <a:t>="${</a:t>
            </a:r>
            <a:r>
              <a:rPr sz="1300" b="1" dirty="0" err="1" smtClean="0">
                <a:solidFill>
                  <a:schemeClr val="tx1"/>
                </a:solidFill>
                <a:latin typeface="Courier New" pitchFamily="49" charset="0"/>
                <a:cs typeface="Arial" charset="0"/>
              </a:rPr>
              <a:t>dir.build</a:t>
            </a:r>
            <a:r>
              <a:rPr sz="1300" b="1" dirty="0" smtClean="0">
                <a:solidFill>
                  <a:schemeClr val="tx1"/>
                </a:solidFill>
                <a:latin typeface="Courier New" pitchFamily="49" charset="0"/>
                <a:cs typeface="Arial" charset="0"/>
              </a:rPr>
              <a:t>}"/&gt;</a:t>
            </a:r>
          </a:p>
          <a:p>
            <a:pPr eaLnBrk="1" hangingPunct="1">
              <a:lnSpc>
                <a:spcPct val="80000"/>
              </a:lnSpc>
              <a:buFont typeface="Arial" charset="0"/>
              <a:buNone/>
            </a:pPr>
            <a:r>
              <a:rPr sz="1300" b="1" dirty="0" smtClean="0">
                <a:solidFill>
                  <a:schemeClr val="tx1"/>
                </a:solidFill>
                <a:latin typeface="Courier New" pitchFamily="49" charset="0"/>
                <a:cs typeface="Arial" charset="0"/>
              </a:rPr>
              <a:t>&lt;</a:t>
            </a:r>
            <a:r>
              <a:rPr sz="1300" b="1" dirty="0" err="1" smtClean="0">
                <a:solidFill>
                  <a:schemeClr val="tx1"/>
                </a:solidFill>
                <a:latin typeface="Courier New" pitchFamily="49" charset="0"/>
                <a:cs typeface="Arial" charset="0"/>
              </a:rPr>
              <a:t>mkdir</a:t>
            </a:r>
            <a:r>
              <a:rPr sz="1300" b="1" dirty="0" smtClean="0">
                <a:solidFill>
                  <a:schemeClr val="tx1"/>
                </a:solidFill>
                <a:latin typeface="Courier New" pitchFamily="49" charset="0"/>
                <a:cs typeface="Arial" charset="0"/>
              </a:rPr>
              <a:t> </a:t>
            </a:r>
            <a:r>
              <a:rPr sz="1300" b="1" dirty="0" err="1" smtClean="0">
                <a:solidFill>
                  <a:schemeClr val="tx1"/>
                </a:solidFill>
                <a:latin typeface="Courier New" pitchFamily="49" charset="0"/>
                <a:cs typeface="Arial" charset="0"/>
              </a:rPr>
              <a:t>dir</a:t>
            </a:r>
            <a:r>
              <a:rPr sz="1300" b="1" dirty="0" smtClean="0">
                <a:solidFill>
                  <a:schemeClr val="tx1"/>
                </a:solidFill>
                <a:latin typeface="Courier New" pitchFamily="49" charset="0"/>
                <a:cs typeface="Arial" charset="0"/>
              </a:rPr>
              <a:t>="${</a:t>
            </a:r>
            <a:r>
              <a:rPr sz="1300" b="1" dirty="0" err="1" smtClean="0">
                <a:solidFill>
                  <a:schemeClr val="tx1"/>
                </a:solidFill>
                <a:latin typeface="Courier New" pitchFamily="49" charset="0"/>
                <a:cs typeface="Arial" charset="0"/>
              </a:rPr>
              <a:t>dir.dest</a:t>
            </a:r>
            <a:r>
              <a:rPr sz="1300" b="1" dirty="0" smtClean="0">
                <a:solidFill>
                  <a:schemeClr val="tx1"/>
                </a:solidFill>
                <a:latin typeface="Courier New" pitchFamily="49" charset="0"/>
                <a:cs typeface="Arial" charset="0"/>
              </a:rPr>
              <a:t>}"/&gt;</a:t>
            </a:r>
          </a:p>
          <a:p>
            <a:pPr eaLnBrk="1" hangingPunct="1">
              <a:lnSpc>
                <a:spcPct val="80000"/>
              </a:lnSpc>
              <a:buFont typeface="Arial" charset="0"/>
              <a:buNone/>
            </a:pPr>
            <a:r>
              <a:rPr sz="1300" b="1" dirty="0" smtClean="0">
                <a:solidFill>
                  <a:schemeClr val="tx1"/>
                </a:solidFill>
                <a:latin typeface="Courier New" pitchFamily="49" charset="0"/>
                <a:cs typeface="Arial" charset="0"/>
              </a:rPr>
              <a:t>&lt;</a:t>
            </a:r>
            <a:r>
              <a:rPr sz="1300" b="1" dirty="0" err="1" smtClean="0">
                <a:solidFill>
                  <a:schemeClr val="tx1"/>
                </a:solidFill>
                <a:latin typeface="Courier New" pitchFamily="49" charset="0"/>
                <a:cs typeface="Arial" charset="0"/>
              </a:rPr>
              <a:t>mkdir</a:t>
            </a:r>
            <a:r>
              <a:rPr sz="1300" b="1" dirty="0" smtClean="0">
                <a:solidFill>
                  <a:schemeClr val="tx1"/>
                </a:solidFill>
                <a:latin typeface="Courier New" pitchFamily="49" charset="0"/>
                <a:cs typeface="Arial" charset="0"/>
              </a:rPr>
              <a:t> </a:t>
            </a:r>
            <a:r>
              <a:rPr sz="1300" b="1" dirty="0" err="1" smtClean="0">
                <a:solidFill>
                  <a:schemeClr val="tx1"/>
                </a:solidFill>
                <a:latin typeface="Courier New" pitchFamily="49" charset="0"/>
                <a:cs typeface="Arial" charset="0"/>
              </a:rPr>
              <a:t>dir</a:t>
            </a:r>
            <a:r>
              <a:rPr sz="1300" b="1" dirty="0" smtClean="0">
                <a:solidFill>
                  <a:schemeClr val="tx1"/>
                </a:solidFill>
                <a:latin typeface="Courier New" pitchFamily="49" charset="0"/>
                <a:cs typeface="Arial" charset="0"/>
              </a:rPr>
              <a:t>="${</a:t>
            </a:r>
            <a:r>
              <a:rPr sz="1300" b="1" dirty="0" err="1" smtClean="0">
                <a:solidFill>
                  <a:schemeClr val="tx1"/>
                </a:solidFill>
                <a:latin typeface="Courier New" pitchFamily="49" charset="0"/>
                <a:cs typeface="Arial" charset="0"/>
              </a:rPr>
              <a:t>dir.src</a:t>
            </a:r>
            <a:r>
              <a:rPr sz="1300" b="1" dirty="0" smtClean="0">
                <a:solidFill>
                  <a:schemeClr val="tx1"/>
                </a:solidFill>
                <a:latin typeface="Courier New" pitchFamily="49" charset="0"/>
                <a:cs typeface="Arial" charset="0"/>
              </a:rPr>
              <a:t>}"/&gt;</a:t>
            </a:r>
          </a:p>
          <a:p>
            <a:pPr eaLnBrk="1" hangingPunct="1">
              <a:lnSpc>
                <a:spcPct val="80000"/>
              </a:lnSpc>
              <a:buFont typeface="Arial" charset="0"/>
              <a:buNone/>
            </a:pPr>
            <a:r>
              <a:rPr sz="1300" b="1" dirty="0" smtClean="0">
                <a:solidFill>
                  <a:schemeClr val="tx1"/>
                </a:solidFill>
                <a:latin typeface="Courier New" pitchFamily="49" charset="0"/>
                <a:cs typeface="Arial" charset="0"/>
              </a:rPr>
              <a:t>&lt;/target&gt;</a:t>
            </a:r>
          </a:p>
          <a:p>
            <a:pPr eaLnBrk="1" hangingPunct="1">
              <a:lnSpc>
                <a:spcPct val="80000"/>
              </a:lnSpc>
              <a:buFont typeface="Arial" charset="0"/>
              <a:buNone/>
            </a:pPr>
            <a:endParaRPr sz="1300" b="1" dirty="0" smtClean="0">
              <a:solidFill>
                <a:schemeClr val="tx1"/>
              </a:solidFill>
              <a:latin typeface="Courier New" pitchFamily="49" charset="0"/>
              <a:cs typeface="Arial" charset="0"/>
            </a:endParaRPr>
          </a:p>
          <a:p>
            <a:pPr eaLnBrk="1" hangingPunct="1">
              <a:lnSpc>
                <a:spcPct val="80000"/>
              </a:lnSpc>
              <a:buFont typeface="Arial" charset="0"/>
              <a:buNone/>
            </a:pPr>
            <a:r>
              <a:rPr sz="1300" b="1" dirty="0" smtClean="0">
                <a:solidFill>
                  <a:schemeClr val="tx1"/>
                </a:solidFill>
                <a:latin typeface="Courier New" pitchFamily="49" charset="0"/>
                <a:cs typeface="Arial" charset="0"/>
              </a:rPr>
              <a:t>&lt;target name="compile" depends="prepare" description="Compilation of all source code."&gt;</a:t>
            </a:r>
          </a:p>
          <a:p>
            <a:pPr eaLnBrk="1" hangingPunct="1">
              <a:lnSpc>
                <a:spcPct val="80000"/>
              </a:lnSpc>
              <a:buFont typeface="Arial" charset="0"/>
              <a:buNone/>
            </a:pPr>
            <a:r>
              <a:rPr sz="1300" b="1" dirty="0" smtClean="0">
                <a:solidFill>
                  <a:schemeClr val="tx1"/>
                </a:solidFill>
                <a:latin typeface="Courier New" pitchFamily="49" charset="0"/>
                <a:cs typeface="Arial" charset="0"/>
              </a:rPr>
              <a:t>&lt;</a:t>
            </a:r>
            <a:r>
              <a:rPr sz="1300" b="1" dirty="0" err="1" smtClean="0">
                <a:solidFill>
                  <a:schemeClr val="tx1"/>
                </a:solidFill>
                <a:latin typeface="Courier New" pitchFamily="49" charset="0"/>
                <a:cs typeface="Arial" charset="0"/>
              </a:rPr>
              <a:t>javac</a:t>
            </a:r>
            <a:r>
              <a:rPr sz="1300" b="1" dirty="0" smtClean="0">
                <a:solidFill>
                  <a:schemeClr val="tx1"/>
                </a:solidFill>
                <a:latin typeface="Courier New" pitchFamily="49" charset="0"/>
                <a:cs typeface="Arial" charset="0"/>
              </a:rPr>
              <a:t> </a:t>
            </a:r>
            <a:r>
              <a:rPr sz="1300" b="1" dirty="0" err="1" smtClean="0">
                <a:solidFill>
                  <a:schemeClr val="tx1"/>
                </a:solidFill>
                <a:latin typeface="Courier New" pitchFamily="49" charset="0"/>
                <a:cs typeface="Arial" charset="0"/>
              </a:rPr>
              <a:t>srcdir</a:t>
            </a:r>
            <a:r>
              <a:rPr sz="1300" b="1" dirty="0" smtClean="0">
                <a:solidFill>
                  <a:schemeClr val="tx1"/>
                </a:solidFill>
                <a:latin typeface="Courier New" pitchFamily="49" charset="0"/>
                <a:cs typeface="Arial" charset="0"/>
              </a:rPr>
              <a:t>="${</a:t>
            </a:r>
            <a:r>
              <a:rPr sz="1300" b="1" dirty="0" err="1" smtClean="0">
                <a:solidFill>
                  <a:schemeClr val="tx1"/>
                </a:solidFill>
                <a:latin typeface="Courier New" pitchFamily="49" charset="0"/>
                <a:cs typeface="Arial" charset="0"/>
              </a:rPr>
              <a:t>dir.src</a:t>
            </a:r>
            <a:r>
              <a:rPr sz="1300" b="1" dirty="0" smtClean="0">
                <a:solidFill>
                  <a:schemeClr val="tx1"/>
                </a:solidFill>
                <a:latin typeface="Courier New" pitchFamily="49" charset="0"/>
                <a:cs typeface="Arial" charset="0"/>
              </a:rPr>
              <a:t>}" </a:t>
            </a:r>
            <a:r>
              <a:rPr sz="1300" b="1" dirty="0" err="1" smtClean="0">
                <a:solidFill>
                  <a:schemeClr val="tx1"/>
                </a:solidFill>
                <a:latin typeface="Courier New" pitchFamily="49" charset="0"/>
                <a:cs typeface="Arial" charset="0"/>
              </a:rPr>
              <a:t>destdir</a:t>
            </a:r>
            <a:r>
              <a:rPr sz="1300" b="1" dirty="0" smtClean="0">
                <a:solidFill>
                  <a:schemeClr val="tx1"/>
                </a:solidFill>
                <a:latin typeface="Courier New" pitchFamily="49" charset="0"/>
                <a:cs typeface="Arial" charset="0"/>
              </a:rPr>
              <a:t>="${</a:t>
            </a:r>
            <a:r>
              <a:rPr sz="1300" b="1" dirty="0" err="1" smtClean="0">
                <a:solidFill>
                  <a:schemeClr val="tx1"/>
                </a:solidFill>
                <a:latin typeface="Courier New" pitchFamily="49" charset="0"/>
                <a:cs typeface="Arial" charset="0"/>
              </a:rPr>
              <a:t>dir.build</a:t>
            </a:r>
            <a:r>
              <a:rPr sz="1300" b="1" dirty="0" smtClean="0">
                <a:solidFill>
                  <a:schemeClr val="tx1"/>
                </a:solidFill>
                <a:latin typeface="Courier New" pitchFamily="49" charset="0"/>
                <a:cs typeface="Arial" charset="0"/>
              </a:rPr>
              <a:t>}"/&gt;</a:t>
            </a:r>
          </a:p>
          <a:p>
            <a:pPr eaLnBrk="1" hangingPunct="1">
              <a:lnSpc>
                <a:spcPct val="80000"/>
              </a:lnSpc>
              <a:buFont typeface="Arial" charset="0"/>
              <a:buNone/>
            </a:pPr>
            <a:r>
              <a:rPr sz="1300" b="1" dirty="0" smtClean="0">
                <a:solidFill>
                  <a:schemeClr val="tx1"/>
                </a:solidFill>
                <a:latin typeface="Courier New" pitchFamily="49" charset="0"/>
                <a:cs typeface="Arial" charset="0"/>
              </a:rPr>
              <a:t>&lt;/target&gt;</a:t>
            </a:r>
          </a:p>
          <a:p>
            <a:pPr eaLnBrk="1" hangingPunct="1">
              <a:lnSpc>
                <a:spcPct val="80000"/>
              </a:lnSpc>
              <a:buFont typeface="Arial" charset="0"/>
              <a:buNone/>
            </a:pPr>
            <a:endParaRPr sz="1300" b="1" dirty="0" smtClean="0">
              <a:solidFill>
                <a:schemeClr val="tx1"/>
              </a:solidFill>
              <a:latin typeface="Courier New" pitchFamily="49" charset="0"/>
              <a:cs typeface="Arial" charset="0"/>
            </a:endParaRPr>
          </a:p>
          <a:p>
            <a:pPr eaLnBrk="1" hangingPunct="1">
              <a:lnSpc>
                <a:spcPct val="80000"/>
              </a:lnSpc>
              <a:buFont typeface="Arial" charset="0"/>
              <a:buNone/>
            </a:pPr>
            <a:r>
              <a:rPr sz="1300" b="1" dirty="0" smtClean="0">
                <a:solidFill>
                  <a:schemeClr val="tx1"/>
                </a:solidFill>
                <a:latin typeface="Courier New" pitchFamily="49" charset="0"/>
                <a:cs typeface="Arial" charset="0"/>
              </a:rPr>
              <a:t>&lt;target name="jar" depends="compile" description="Generates </a:t>
            </a:r>
            <a:r>
              <a:rPr sz="1300" b="1" dirty="0" err="1" smtClean="0">
                <a:solidFill>
                  <a:schemeClr val="tx1"/>
                </a:solidFill>
                <a:latin typeface="Courier New" pitchFamily="49" charset="0"/>
                <a:cs typeface="Arial" charset="0"/>
              </a:rPr>
              <a:t>javasession.jar</a:t>
            </a:r>
            <a:r>
              <a:rPr sz="1300" b="1" dirty="0" smtClean="0">
                <a:solidFill>
                  <a:schemeClr val="tx1"/>
                </a:solidFill>
                <a:latin typeface="Courier New" pitchFamily="49" charset="0"/>
                <a:cs typeface="Arial" charset="0"/>
              </a:rPr>
              <a:t> file in to the '</a:t>
            </a:r>
            <a:r>
              <a:rPr sz="1300" b="1" dirty="0" err="1" smtClean="0">
                <a:solidFill>
                  <a:schemeClr val="tx1"/>
                </a:solidFill>
                <a:latin typeface="Courier New" pitchFamily="49" charset="0"/>
                <a:cs typeface="Arial" charset="0"/>
              </a:rPr>
              <a:t>dest</a:t>
            </a:r>
            <a:r>
              <a:rPr sz="1300" b="1" dirty="0" smtClean="0">
                <a:solidFill>
                  <a:schemeClr val="tx1"/>
                </a:solidFill>
                <a:latin typeface="Courier New" pitchFamily="49" charset="0"/>
                <a:cs typeface="Arial" charset="0"/>
              </a:rPr>
              <a:t>' directory."&gt;</a:t>
            </a:r>
          </a:p>
          <a:p>
            <a:pPr eaLnBrk="1" hangingPunct="1">
              <a:lnSpc>
                <a:spcPct val="80000"/>
              </a:lnSpc>
              <a:buFont typeface="Arial" charset="0"/>
              <a:buNone/>
            </a:pPr>
            <a:r>
              <a:rPr sz="1300" b="1" dirty="0" smtClean="0">
                <a:solidFill>
                  <a:schemeClr val="tx1"/>
                </a:solidFill>
                <a:latin typeface="Courier New" pitchFamily="49" charset="0"/>
                <a:cs typeface="Arial" charset="0"/>
              </a:rPr>
              <a:t>&lt;jar </a:t>
            </a:r>
            <a:r>
              <a:rPr sz="1300" b="1" dirty="0" err="1" smtClean="0">
                <a:solidFill>
                  <a:schemeClr val="tx1"/>
                </a:solidFill>
                <a:latin typeface="Courier New" pitchFamily="49" charset="0"/>
                <a:cs typeface="Arial" charset="0"/>
              </a:rPr>
              <a:t>jarfile</a:t>
            </a:r>
            <a:r>
              <a:rPr sz="1300" b="1" dirty="0" smtClean="0">
                <a:solidFill>
                  <a:schemeClr val="tx1"/>
                </a:solidFill>
                <a:latin typeface="Courier New" pitchFamily="49" charset="0"/>
                <a:cs typeface="Arial" charset="0"/>
              </a:rPr>
              <a:t>="${</a:t>
            </a:r>
            <a:r>
              <a:rPr sz="1300" b="1" dirty="0" err="1" smtClean="0">
                <a:solidFill>
                  <a:schemeClr val="tx1"/>
                </a:solidFill>
                <a:latin typeface="Courier New" pitchFamily="49" charset="0"/>
                <a:cs typeface="Arial" charset="0"/>
              </a:rPr>
              <a:t>dir.dest</a:t>
            </a:r>
            <a:r>
              <a:rPr sz="1300" b="1" dirty="0" smtClean="0">
                <a:solidFill>
                  <a:schemeClr val="tx1"/>
                </a:solidFill>
                <a:latin typeface="Courier New" pitchFamily="49" charset="0"/>
                <a:cs typeface="Arial" charset="0"/>
              </a:rPr>
              <a:t>}/</a:t>
            </a:r>
            <a:r>
              <a:rPr sz="1300" b="1" dirty="0" err="1" smtClean="0">
                <a:solidFill>
                  <a:schemeClr val="tx1"/>
                </a:solidFill>
                <a:latin typeface="Courier New" pitchFamily="49" charset="0"/>
                <a:cs typeface="Arial" charset="0"/>
              </a:rPr>
              <a:t>javasession.jar</a:t>
            </a:r>
            <a:r>
              <a:rPr sz="1300" b="1" dirty="0" smtClean="0">
                <a:solidFill>
                  <a:schemeClr val="tx1"/>
                </a:solidFill>
                <a:latin typeface="Courier New" pitchFamily="49" charset="0"/>
                <a:cs typeface="Arial" charset="0"/>
              </a:rPr>
              <a:t>" </a:t>
            </a:r>
            <a:r>
              <a:rPr sz="1300" b="1" dirty="0" err="1" smtClean="0">
                <a:solidFill>
                  <a:schemeClr val="tx1"/>
                </a:solidFill>
                <a:latin typeface="Courier New" pitchFamily="49" charset="0"/>
                <a:cs typeface="Arial" charset="0"/>
              </a:rPr>
              <a:t>basedir</a:t>
            </a:r>
            <a:r>
              <a:rPr sz="1300" b="1" dirty="0" smtClean="0">
                <a:solidFill>
                  <a:schemeClr val="tx1"/>
                </a:solidFill>
                <a:latin typeface="Courier New" pitchFamily="49" charset="0"/>
                <a:cs typeface="Arial" charset="0"/>
              </a:rPr>
              <a:t>="${</a:t>
            </a:r>
            <a:r>
              <a:rPr sz="1300" b="1" dirty="0" err="1" smtClean="0">
                <a:solidFill>
                  <a:schemeClr val="tx1"/>
                </a:solidFill>
                <a:latin typeface="Courier New" pitchFamily="49" charset="0"/>
                <a:cs typeface="Arial" charset="0"/>
              </a:rPr>
              <a:t>dir.build</a:t>
            </a:r>
            <a:r>
              <a:rPr sz="1300" b="1" dirty="0" smtClean="0">
                <a:solidFill>
                  <a:schemeClr val="tx1"/>
                </a:solidFill>
                <a:latin typeface="Courier New" pitchFamily="49" charset="0"/>
                <a:cs typeface="Arial" charset="0"/>
              </a:rPr>
              <a:t>}"/&gt;</a:t>
            </a:r>
          </a:p>
          <a:p>
            <a:pPr eaLnBrk="1" hangingPunct="1">
              <a:lnSpc>
                <a:spcPct val="80000"/>
              </a:lnSpc>
              <a:buFont typeface="Arial" charset="0"/>
              <a:buNone/>
            </a:pPr>
            <a:r>
              <a:rPr sz="1300" b="1" dirty="0" smtClean="0">
                <a:solidFill>
                  <a:schemeClr val="tx1"/>
                </a:solidFill>
                <a:latin typeface="Courier New" pitchFamily="49" charset="0"/>
                <a:cs typeface="Arial" charset="0"/>
              </a:rPr>
              <a:t>&lt;/target&gt;</a:t>
            </a:r>
          </a:p>
          <a:p>
            <a:pPr eaLnBrk="1" hangingPunct="1">
              <a:lnSpc>
                <a:spcPct val="80000"/>
              </a:lnSpc>
              <a:buFont typeface="Arial" charset="0"/>
              <a:buNone/>
            </a:pPr>
            <a:endParaRPr sz="1300" b="1" dirty="0" smtClean="0">
              <a:solidFill>
                <a:schemeClr val="tx1"/>
              </a:solidFill>
              <a:latin typeface="Courier New" pitchFamily="49" charset="0"/>
              <a:cs typeface="Arial" charset="0"/>
            </a:endParaRPr>
          </a:p>
          <a:p>
            <a:pPr eaLnBrk="1" hangingPunct="1">
              <a:lnSpc>
                <a:spcPct val="80000"/>
              </a:lnSpc>
              <a:buFont typeface="Arial" charset="0"/>
              <a:buNone/>
            </a:pPr>
            <a:r>
              <a:rPr sz="1300" b="1" dirty="0" smtClean="0">
                <a:solidFill>
                  <a:schemeClr val="tx1"/>
                </a:solidFill>
                <a:latin typeface="Courier New" pitchFamily="49" charset="0"/>
                <a:cs typeface="Arial" charset="0"/>
              </a:rPr>
              <a:t>&lt;/project&gt;</a:t>
            </a:r>
          </a:p>
        </p:txBody>
      </p:sp>
    </p:spTree>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61" name="Text Placeholder 3"/>
          <p:cNvSpPr>
            <a:spLocks noGrp="1"/>
          </p:cNvSpPr>
          <p:nvPr>
            <p:ph type="body" sz="quarter" idx="4294967295"/>
          </p:nvPr>
        </p:nvSpPr>
        <p:spPr>
          <a:xfrm>
            <a:off x="263769" y="144463"/>
            <a:ext cx="8426206" cy="519112"/>
          </a:xfrm>
        </p:spPr>
        <p:txBody>
          <a:bodyPr wrap="square">
            <a:spAutoFit/>
          </a:bodyPr>
          <a:lstStyle/>
          <a:p>
            <a:pPr eaLnBrk="1" hangingPunct="1">
              <a:spcBef>
                <a:spcPct val="0"/>
              </a:spcBef>
              <a:buFont typeface="Arial" charset="0"/>
              <a:buNone/>
            </a:pPr>
            <a:r>
              <a:rPr lang="en-IN" sz="2800" b="1" dirty="0" smtClean="0">
                <a:solidFill>
                  <a:schemeClr val="tx1"/>
                </a:solidFill>
                <a:cs typeface="Arial" charset="0"/>
              </a:rPr>
              <a:t>Structure of the Build file</a:t>
            </a:r>
          </a:p>
        </p:txBody>
      </p:sp>
      <p:sp>
        <p:nvSpPr>
          <p:cNvPr id="143362" name="Text Placeholder 7"/>
          <p:cNvSpPr>
            <a:spLocks noGrp="1"/>
          </p:cNvSpPr>
          <p:nvPr>
            <p:ph type="body" sz="quarter" idx="4294967295"/>
          </p:nvPr>
        </p:nvSpPr>
        <p:spPr>
          <a:xfrm>
            <a:off x="561975" y="1049338"/>
            <a:ext cx="8135938" cy="5160962"/>
          </a:xfrm>
        </p:spPr>
        <p:txBody>
          <a:bodyPr/>
          <a:lstStyle/>
          <a:p>
            <a:pPr eaLnBrk="1" hangingPunct="1"/>
            <a:endParaRPr sz="1600" smtClean="0">
              <a:cs typeface="Arial" charset="0"/>
            </a:endParaRPr>
          </a:p>
          <a:p>
            <a:pPr eaLnBrk="1" hangingPunct="1"/>
            <a:endParaRPr sz="1600" smtClean="0">
              <a:cs typeface="Arial" charset="0"/>
            </a:endParaRPr>
          </a:p>
        </p:txBody>
      </p:sp>
      <p:sp>
        <p:nvSpPr>
          <p:cNvPr id="143363" name="Text Placeholder 7"/>
          <p:cNvSpPr>
            <a:spLocks/>
          </p:cNvSpPr>
          <p:nvPr/>
        </p:nvSpPr>
        <p:spPr bwMode="auto">
          <a:xfrm>
            <a:off x="714375" y="1201738"/>
            <a:ext cx="8135938" cy="5160962"/>
          </a:xfrm>
          <a:prstGeom prst="rect">
            <a:avLst/>
          </a:prstGeom>
          <a:noFill/>
          <a:ln w="9525">
            <a:noFill/>
            <a:miter lim="800000"/>
            <a:headEnd/>
            <a:tailEnd/>
          </a:ln>
        </p:spPr>
        <p:txBody>
          <a:bodyPr/>
          <a:lstStyle/>
          <a:p>
            <a:pPr marL="231775" indent="-231775">
              <a:lnSpc>
                <a:spcPct val="80000"/>
              </a:lnSpc>
            </a:pPr>
            <a:endParaRPr lang="en-US" sz="1200"/>
          </a:p>
        </p:txBody>
      </p:sp>
      <p:sp>
        <p:nvSpPr>
          <p:cNvPr id="143364" name="Text Placeholder 7"/>
          <p:cNvSpPr>
            <a:spLocks/>
          </p:cNvSpPr>
          <p:nvPr/>
        </p:nvSpPr>
        <p:spPr bwMode="auto">
          <a:xfrm>
            <a:off x="409575" y="1087438"/>
            <a:ext cx="8135938" cy="5160962"/>
          </a:xfrm>
          <a:prstGeom prst="rect">
            <a:avLst/>
          </a:prstGeom>
          <a:noFill/>
          <a:ln w="9525">
            <a:noFill/>
            <a:miter lim="800000"/>
            <a:headEnd/>
            <a:tailEnd/>
          </a:ln>
        </p:spPr>
        <p:txBody>
          <a:bodyPr/>
          <a:lstStyle/>
          <a:p>
            <a:pPr marL="231775" indent="-231775" algn="just">
              <a:buFont typeface="Arial" charset="0"/>
              <a:buChar char="•"/>
            </a:pPr>
            <a:r>
              <a:rPr lang="en-US" sz="2000" dirty="0"/>
              <a:t>Top level XML tag is “project”; there should be only one project tag in the build file</a:t>
            </a:r>
          </a:p>
          <a:p>
            <a:pPr marL="231775" indent="-231775"/>
            <a:endParaRPr lang="en-US" sz="2000" dirty="0"/>
          </a:p>
          <a:p>
            <a:pPr marL="231775" indent="-231775"/>
            <a:r>
              <a:rPr lang="en-US" sz="2000" b="1" dirty="0"/>
              <a:t>		</a:t>
            </a:r>
            <a:r>
              <a:rPr lang="en-US" b="1" dirty="0"/>
              <a:t>&lt;project name="My Project" default="jar" </a:t>
            </a:r>
            <a:r>
              <a:rPr lang="en-US" b="1" dirty="0" err="1"/>
              <a:t>basedir</a:t>
            </a:r>
            <a:r>
              <a:rPr lang="en-US" b="1" dirty="0"/>
              <a:t>="."&gt;</a:t>
            </a:r>
          </a:p>
          <a:p>
            <a:pPr marL="231775" indent="-231775"/>
            <a:endParaRPr lang="en-US" dirty="0"/>
          </a:p>
          <a:p>
            <a:pPr marL="231775" indent="-231775">
              <a:buFont typeface="Arial" charset="0"/>
              <a:buChar char="•"/>
            </a:pPr>
            <a:r>
              <a:rPr lang="en-US" sz="2000" dirty="0"/>
              <a:t>This specifies that</a:t>
            </a:r>
          </a:p>
          <a:p>
            <a:pPr marL="742950" lvl="1" indent="-285750">
              <a:buFont typeface="Arial" charset="0"/>
              <a:buChar char="–"/>
            </a:pPr>
            <a:r>
              <a:rPr lang="en-US" sz="2000" dirty="0"/>
              <a:t>The default target for the project named “My Project” is “jar”</a:t>
            </a:r>
          </a:p>
          <a:p>
            <a:pPr marL="742950" lvl="1" indent="-285750" algn="just">
              <a:buFont typeface="Arial" charset="0"/>
              <a:buChar char="–"/>
            </a:pPr>
            <a:r>
              <a:rPr lang="en-US" sz="2000" dirty="0"/>
              <a:t>All activity is relative to the directory in which the build file lives</a:t>
            </a:r>
          </a:p>
          <a:p>
            <a:pPr marL="1143000" lvl="2" indent="-228600">
              <a:buFont typeface="Arial" charset="0"/>
              <a:buChar char="•"/>
            </a:pPr>
            <a:r>
              <a:rPr lang="en-US" sz="2000" dirty="0" err="1"/>
              <a:t>basedir</a:t>
            </a:r>
            <a:r>
              <a:rPr lang="en-US" sz="2000" dirty="0"/>
              <a:t> can be set to different directory but most likely will be set to “.”</a:t>
            </a:r>
          </a:p>
          <a:p>
            <a:pPr marL="1143000" lvl="2" indent="-228600">
              <a:buFont typeface="Arial" charset="0"/>
              <a:buChar char="•"/>
            </a:pPr>
            <a:r>
              <a:rPr lang="en-US" sz="2000" dirty="0"/>
              <a:t>If no </a:t>
            </a:r>
            <a:r>
              <a:rPr lang="en-US" sz="2000" dirty="0" err="1"/>
              <a:t>basedir</a:t>
            </a:r>
            <a:r>
              <a:rPr lang="en-US" sz="2000" dirty="0"/>
              <a:t> is specified, it defaults to “.”</a:t>
            </a:r>
          </a:p>
          <a:p>
            <a:pPr marL="742950" lvl="1" indent="-285750"/>
            <a:endParaRPr lang="en-US" sz="2000" dirty="0"/>
          </a:p>
          <a:p>
            <a:pPr marL="231775" indent="-231775">
              <a:lnSpc>
                <a:spcPct val="80000"/>
              </a:lnSpc>
              <a:buFont typeface="Arial" charset="0"/>
              <a:buChar char="•"/>
            </a:pPr>
            <a:endParaRPr lang="en-US" sz="2000" dirty="0"/>
          </a:p>
        </p:txBody>
      </p:sp>
    </p:spTree>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409" name="Text Placeholder 3"/>
          <p:cNvSpPr>
            <a:spLocks noGrp="1"/>
          </p:cNvSpPr>
          <p:nvPr>
            <p:ph type="body" sz="quarter" idx="4294967295"/>
          </p:nvPr>
        </p:nvSpPr>
        <p:spPr>
          <a:xfrm>
            <a:off x="302113" y="144463"/>
            <a:ext cx="8229600" cy="519112"/>
          </a:xfrm>
        </p:spPr>
        <p:txBody>
          <a:bodyPr>
            <a:spAutoFit/>
          </a:bodyPr>
          <a:lstStyle/>
          <a:p>
            <a:pPr eaLnBrk="1" hangingPunct="1">
              <a:spcBef>
                <a:spcPct val="0"/>
              </a:spcBef>
              <a:buFont typeface="Arial" charset="0"/>
              <a:buNone/>
            </a:pPr>
            <a:r>
              <a:rPr lang="en-IN" sz="2800" b="1" dirty="0" smtClean="0">
                <a:solidFill>
                  <a:schemeClr val="tx1"/>
                </a:solidFill>
                <a:cs typeface="Arial" charset="0"/>
              </a:rPr>
              <a:t>&lt;target&gt;</a:t>
            </a:r>
          </a:p>
        </p:txBody>
      </p:sp>
      <p:sp>
        <p:nvSpPr>
          <p:cNvPr id="145410" name="Text Placeholder 7"/>
          <p:cNvSpPr>
            <a:spLocks noGrp="1"/>
          </p:cNvSpPr>
          <p:nvPr>
            <p:ph type="body" sz="quarter" idx="4294967295"/>
          </p:nvPr>
        </p:nvSpPr>
        <p:spPr>
          <a:xfrm>
            <a:off x="466725" y="1049338"/>
            <a:ext cx="8231188" cy="5348287"/>
          </a:xfrm>
        </p:spPr>
        <p:txBody>
          <a:bodyPr/>
          <a:lstStyle/>
          <a:p>
            <a:pPr algn="just" eaLnBrk="1" hangingPunct="1"/>
            <a:r>
              <a:rPr dirty="0" smtClean="0">
                <a:solidFill>
                  <a:schemeClr val="tx1"/>
                </a:solidFill>
                <a:cs typeface="Arial" charset="0"/>
              </a:rPr>
              <a:t>A project is made up of a number of targets that tell Ant what it should do</a:t>
            </a:r>
          </a:p>
          <a:p>
            <a:pPr algn="just" eaLnBrk="1" hangingPunct="1"/>
            <a:r>
              <a:rPr dirty="0" smtClean="0">
                <a:solidFill>
                  <a:schemeClr val="tx1"/>
                </a:solidFill>
                <a:cs typeface="Arial" charset="0"/>
              </a:rPr>
              <a:t>Targets consists of a series of tasks that are specific actions for ant to take</a:t>
            </a:r>
          </a:p>
          <a:p>
            <a:pPr algn="just" eaLnBrk="1" hangingPunct="1"/>
            <a:r>
              <a:rPr dirty="0" smtClean="0">
                <a:solidFill>
                  <a:schemeClr val="tx1"/>
                </a:solidFill>
                <a:cs typeface="Arial" charset="0"/>
              </a:rPr>
              <a:t>Have these attribute</a:t>
            </a:r>
          </a:p>
          <a:p>
            <a:pPr lvl="1" algn="just" eaLnBrk="1" hangingPunct="1"/>
            <a:r>
              <a:rPr sz="2000" dirty="0" smtClean="0">
                <a:solidFill>
                  <a:schemeClr val="tx1"/>
                </a:solidFill>
              </a:rPr>
              <a:t>name (required)</a:t>
            </a:r>
          </a:p>
          <a:p>
            <a:pPr lvl="1" algn="just" eaLnBrk="1" hangingPunct="1"/>
            <a:r>
              <a:rPr sz="2000" dirty="0" smtClean="0">
                <a:solidFill>
                  <a:schemeClr val="tx1"/>
                </a:solidFill>
              </a:rPr>
              <a:t>depends (comma separated list of other targets)</a:t>
            </a:r>
          </a:p>
          <a:p>
            <a:pPr lvl="1" algn="just" eaLnBrk="1" hangingPunct="1"/>
            <a:r>
              <a:rPr sz="2000" dirty="0" smtClean="0">
                <a:solidFill>
                  <a:schemeClr val="tx1"/>
                </a:solidFill>
              </a:rPr>
              <a:t>if</a:t>
            </a:r>
          </a:p>
          <a:p>
            <a:pPr lvl="1" algn="just" eaLnBrk="1" hangingPunct="1"/>
            <a:r>
              <a:rPr sz="2000" dirty="0" smtClean="0">
                <a:solidFill>
                  <a:schemeClr val="tx1"/>
                </a:solidFill>
              </a:rPr>
              <a:t>unless</a:t>
            </a:r>
          </a:p>
          <a:p>
            <a:pPr lvl="1" algn="just" eaLnBrk="1" hangingPunct="1"/>
            <a:r>
              <a:rPr sz="2000" dirty="0" smtClean="0">
                <a:solidFill>
                  <a:schemeClr val="tx1"/>
                </a:solidFill>
              </a:rPr>
              <a:t>description</a:t>
            </a:r>
          </a:p>
          <a:p>
            <a:pPr eaLnBrk="1" hangingPunct="1"/>
            <a:endParaRPr dirty="0" smtClean="0">
              <a:solidFill>
                <a:schemeClr val="tx1"/>
              </a:solidFill>
              <a:cs typeface="Arial" charset="0"/>
            </a:endParaRPr>
          </a:p>
        </p:txBody>
      </p:sp>
    </p:spTree>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457" name="Text Placeholder 3"/>
          <p:cNvSpPr>
            <a:spLocks noGrp="1"/>
          </p:cNvSpPr>
          <p:nvPr>
            <p:ph type="body" sz="quarter" idx="4294967295"/>
          </p:nvPr>
        </p:nvSpPr>
        <p:spPr>
          <a:xfrm>
            <a:off x="316523" y="144463"/>
            <a:ext cx="8373452" cy="519112"/>
          </a:xfrm>
        </p:spPr>
        <p:txBody>
          <a:bodyPr wrap="square">
            <a:spAutoFit/>
          </a:bodyPr>
          <a:lstStyle/>
          <a:p>
            <a:pPr eaLnBrk="1" hangingPunct="1">
              <a:spcBef>
                <a:spcPct val="0"/>
              </a:spcBef>
              <a:buFont typeface="Arial" charset="0"/>
              <a:buNone/>
            </a:pPr>
            <a:r>
              <a:rPr lang="en-IN" sz="2800" b="1" dirty="0" smtClean="0">
                <a:solidFill>
                  <a:schemeClr val="tx1"/>
                </a:solidFill>
                <a:cs typeface="Arial" charset="0"/>
              </a:rPr>
              <a:t>&lt;target&gt; (Contd.).</a:t>
            </a:r>
          </a:p>
        </p:txBody>
      </p:sp>
      <p:sp>
        <p:nvSpPr>
          <p:cNvPr id="147458" name="Text Placeholder 7"/>
          <p:cNvSpPr>
            <a:spLocks noGrp="1"/>
          </p:cNvSpPr>
          <p:nvPr>
            <p:ph type="body" sz="quarter" idx="4294967295"/>
          </p:nvPr>
        </p:nvSpPr>
        <p:spPr>
          <a:xfrm>
            <a:off x="457200" y="1001713"/>
            <a:ext cx="8240713" cy="4832350"/>
          </a:xfrm>
        </p:spPr>
        <p:txBody>
          <a:bodyPr/>
          <a:lstStyle/>
          <a:p>
            <a:pPr algn="just" eaLnBrk="1" hangingPunct="1">
              <a:lnSpc>
                <a:spcPct val="90000"/>
              </a:lnSpc>
            </a:pPr>
            <a:r>
              <a:rPr dirty="0" smtClean="0">
                <a:solidFill>
                  <a:schemeClr val="tx1"/>
                </a:solidFill>
                <a:cs typeface="Arial" charset="0"/>
              </a:rPr>
              <a:t>All targets must have a name such as “compile”,”</a:t>
            </a:r>
            <a:r>
              <a:rPr dirty="0" err="1" smtClean="0">
                <a:solidFill>
                  <a:schemeClr val="tx1"/>
                </a:solidFill>
                <a:cs typeface="Arial" charset="0"/>
              </a:rPr>
              <a:t>init</a:t>
            </a:r>
            <a:r>
              <a:rPr dirty="0" smtClean="0">
                <a:solidFill>
                  <a:schemeClr val="tx1"/>
                </a:solidFill>
                <a:cs typeface="Arial" charset="0"/>
              </a:rPr>
              <a:t>”, “clean”</a:t>
            </a:r>
          </a:p>
          <a:p>
            <a:pPr algn="just" eaLnBrk="1" hangingPunct="1">
              <a:lnSpc>
                <a:spcPct val="90000"/>
              </a:lnSpc>
            </a:pPr>
            <a:r>
              <a:rPr dirty="0" smtClean="0">
                <a:solidFill>
                  <a:schemeClr val="tx1"/>
                </a:solidFill>
                <a:cs typeface="Arial" charset="0"/>
              </a:rPr>
              <a:t>Can have a “description” to explain the target’s purpose</a:t>
            </a:r>
          </a:p>
          <a:p>
            <a:pPr algn="just" eaLnBrk="1" hangingPunct="1">
              <a:lnSpc>
                <a:spcPct val="90000"/>
              </a:lnSpc>
            </a:pPr>
            <a:r>
              <a:rPr dirty="0" smtClean="0">
                <a:solidFill>
                  <a:schemeClr val="tx1"/>
                </a:solidFill>
                <a:cs typeface="Arial" charset="0"/>
              </a:rPr>
              <a:t>Targets can depend on each other</a:t>
            </a:r>
          </a:p>
          <a:p>
            <a:pPr lvl="1" algn="just" eaLnBrk="1" hangingPunct="1">
              <a:lnSpc>
                <a:spcPct val="90000"/>
              </a:lnSpc>
            </a:pPr>
            <a:r>
              <a:rPr sz="2000" dirty="0" smtClean="0">
                <a:solidFill>
                  <a:schemeClr val="tx1"/>
                </a:solidFill>
              </a:rPr>
              <a:t>A target that depends on another target will demand that the other target gets executed first</a:t>
            </a:r>
          </a:p>
          <a:p>
            <a:pPr lvl="1" eaLnBrk="1" hangingPunct="1">
              <a:lnSpc>
                <a:spcPct val="90000"/>
              </a:lnSpc>
              <a:buFont typeface="Arial" charset="0"/>
              <a:buNone/>
            </a:pPr>
            <a:endParaRPr b="1" dirty="0" smtClean="0">
              <a:solidFill>
                <a:schemeClr val="tx1"/>
              </a:solidFill>
              <a:latin typeface="Courier New" pitchFamily="49" charset="0"/>
            </a:endParaRPr>
          </a:p>
          <a:p>
            <a:pPr lvl="1" eaLnBrk="1" hangingPunct="1">
              <a:lnSpc>
                <a:spcPct val="90000"/>
              </a:lnSpc>
              <a:buFont typeface="Arial" charset="0"/>
              <a:buNone/>
            </a:pPr>
            <a:r>
              <a:rPr sz="2000" b="1" dirty="0" smtClean="0">
                <a:solidFill>
                  <a:schemeClr val="tx1"/>
                </a:solidFill>
                <a:latin typeface="Courier New" pitchFamily="49" charset="0"/>
              </a:rPr>
              <a:t>&lt;target name=“jar” depends=“compile”&gt; ………&lt;/target&gt;</a:t>
            </a:r>
          </a:p>
          <a:p>
            <a:pPr lvl="1" eaLnBrk="1" hangingPunct="1">
              <a:lnSpc>
                <a:spcPct val="90000"/>
              </a:lnSpc>
            </a:pPr>
            <a:endParaRPr b="1" dirty="0" smtClean="0">
              <a:solidFill>
                <a:schemeClr val="tx1"/>
              </a:solidFill>
              <a:latin typeface="Courier New" pitchFamily="49" charset="0"/>
            </a:endParaRPr>
          </a:p>
          <a:p>
            <a:pPr lvl="1" algn="just" eaLnBrk="1" hangingPunct="1">
              <a:lnSpc>
                <a:spcPct val="90000"/>
              </a:lnSpc>
            </a:pPr>
            <a:r>
              <a:rPr sz="2000" dirty="0" smtClean="0">
                <a:solidFill>
                  <a:schemeClr val="tx1"/>
                </a:solidFill>
              </a:rPr>
              <a:t>Multiple targets can be specified in depends; they will be executed in the order listed</a:t>
            </a:r>
          </a:p>
          <a:p>
            <a:pPr lvl="1" eaLnBrk="1" hangingPunct="1">
              <a:lnSpc>
                <a:spcPct val="90000"/>
              </a:lnSpc>
              <a:buFont typeface="Arial" charset="0"/>
              <a:buNone/>
            </a:pPr>
            <a:endParaRPr sz="2000" b="1" dirty="0" smtClean="0">
              <a:solidFill>
                <a:schemeClr val="tx1"/>
              </a:solidFill>
              <a:latin typeface="Courier New" pitchFamily="49" charset="0"/>
            </a:endParaRPr>
          </a:p>
          <a:p>
            <a:pPr lvl="1" eaLnBrk="1" hangingPunct="1">
              <a:lnSpc>
                <a:spcPct val="90000"/>
              </a:lnSpc>
              <a:buFont typeface="Arial" charset="0"/>
              <a:buNone/>
            </a:pPr>
            <a:r>
              <a:rPr sz="2000" b="1" dirty="0" smtClean="0">
                <a:solidFill>
                  <a:schemeClr val="tx1"/>
                </a:solidFill>
                <a:latin typeface="Courier New" pitchFamily="49" charset="0"/>
              </a:rPr>
              <a:t>&lt;target name=“jar” depends=“</a:t>
            </a:r>
            <a:r>
              <a:rPr sz="2000" b="1" dirty="0" err="1" smtClean="0">
                <a:solidFill>
                  <a:schemeClr val="tx1"/>
                </a:solidFill>
                <a:latin typeface="Courier New" pitchFamily="49" charset="0"/>
              </a:rPr>
              <a:t>prepare,compile</a:t>
            </a:r>
            <a:r>
              <a:rPr sz="2000" b="1" dirty="0" smtClean="0">
                <a:solidFill>
                  <a:schemeClr val="tx1"/>
                </a:solidFill>
                <a:latin typeface="Courier New" pitchFamily="49" charset="0"/>
              </a:rPr>
              <a:t>”&gt;</a:t>
            </a:r>
          </a:p>
          <a:p>
            <a:pPr lvl="1" eaLnBrk="1" hangingPunct="1">
              <a:lnSpc>
                <a:spcPct val="90000"/>
              </a:lnSpc>
              <a:buFont typeface="Arial" charset="0"/>
              <a:buNone/>
            </a:pPr>
            <a:r>
              <a:rPr sz="2000" b="1" dirty="0" smtClean="0">
                <a:solidFill>
                  <a:schemeClr val="tx1"/>
                </a:solidFill>
                <a:latin typeface="Courier New" pitchFamily="49" charset="0"/>
              </a:rPr>
              <a:t>&lt;/target&gt;</a:t>
            </a:r>
          </a:p>
          <a:p>
            <a:pPr eaLnBrk="1" hangingPunct="1">
              <a:lnSpc>
                <a:spcPct val="90000"/>
              </a:lnSpc>
            </a:pPr>
            <a:endParaRPr sz="1800" b="1" dirty="0" smtClean="0">
              <a:latin typeface="Courier New" pitchFamily="49" charset="0"/>
              <a:cs typeface="Arial" charset="0"/>
            </a:endParaRPr>
          </a:p>
        </p:txBody>
      </p:sp>
    </p:spTree>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505" name="Rectangle 2"/>
          <p:cNvSpPr>
            <a:spLocks noGrp="1"/>
          </p:cNvSpPr>
          <p:nvPr>
            <p:ph type="title"/>
          </p:nvPr>
        </p:nvSpPr>
        <p:spPr>
          <a:xfrm>
            <a:off x="195629" y="201490"/>
            <a:ext cx="8229600" cy="549275"/>
          </a:xfrm>
        </p:spPr>
        <p:txBody>
          <a:bodyPr/>
          <a:lstStyle/>
          <a:p>
            <a:pPr eaLnBrk="1" hangingPunct="1"/>
            <a:r>
              <a:rPr dirty="0" smtClean="0">
                <a:solidFill>
                  <a:schemeClr val="tx1"/>
                </a:solidFill>
                <a:cs typeface="Arial" charset="0"/>
              </a:rPr>
              <a:t>Review Questions</a:t>
            </a:r>
          </a:p>
        </p:txBody>
      </p:sp>
      <p:sp>
        <p:nvSpPr>
          <p:cNvPr id="149506" name="Rectangle 3"/>
          <p:cNvSpPr>
            <a:spLocks noGrp="1"/>
          </p:cNvSpPr>
          <p:nvPr>
            <p:ph type="body" idx="1"/>
          </p:nvPr>
        </p:nvSpPr>
        <p:spPr>
          <a:xfrm>
            <a:off x="474784" y="1020030"/>
            <a:ext cx="8229600" cy="5126037"/>
          </a:xfrm>
        </p:spPr>
        <p:txBody>
          <a:bodyPr/>
          <a:lstStyle/>
          <a:p>
            <a:pPr eaLnBrk="1" hangingPunct="1">
              <a:buFont typeface="Arial" charset="0"/>
              <a:buNone/>
            </a:pPr>
            <a:r>
              <a:rPr dirty="0" smtClean="0">
                <a:solidFill>
                  <a:schemeClr val="tx1"/>
                </a:solidFill>
                <a:cs typeface="Arial" charset="0"/>
              </a:rPr>
              <a:t>1. ANT is --------</a:t>
            </a:r>
          </a:p>
          <a:p>
            <a:pPr eaLnBrk="1" hangingPunct="1">
              <a:buFont typeface="Arial" charset="0"/>
              <a:buNone/>
            </a:pPr>
            <a:r>
              <a:rPr dirty="0" smtClean="0">
                <a:solidFill>
                  <a:schemeClr val="tx1"/>
                </a:solidFill>
                <a:cs typeface="Arial" charset="0"/>
              </a:rPr>
              <a:t>a. Another Nice Tool</a:t>
            </a:r>
          </a:p>
          <a:p>
            <a:pPr eaLnBrk="1" hangingPunct="1">
              <a:buFont typeface="Arial" charset="0"/>
              <a:buNone/>
            </a:pPr>
            <a:r>
              <a:rPr dirty="0" smtClean="0">
                <a:solidFill>
                  <a:schemeClr val="tx1"/>
                </a:solidFill>
                <a:cs typeface="Arial" charset="0"/>
              </a:rPr>
              <a:t>b. A New Tool</a:t>
            </a:r>
          </a:p>
          <a:p>
            <a:pPr eaLnBrk="1" hangingPunct="1">
              <a:buFont typeface="Arial" charset="0"/>
              <a:buNone/>
            </a:pPr>
            <a:r>
              <a:rPr dirty="0" smtClean="0">
                <a:solidFill>
                  <a:schemeClr val="tx1"/>
                </a:solidFill>
                <a:cs typeface="Arial" charset="0"/>
              </a:rPr>
              <a:t>c. Another Neat Tool</a:t>
            </a:r>
          </a:p>
          <a:p>
            <a:pPr eaLnBrk="1" hangingPunct="1">
              <a:buFont typeface="Arial" charset="0"/>
              <a:buNone/>
            </a:pPr>
            <a:r>
              <a:rPr dirty="0" smtClean="0">
                <a:solidFill>
                  <a:schemeClr val="tx1"/>
                </a:solidFill>
                <a:cs typeface="Arial" charset="0"/>
              </a:rPr>
              <a:t>d. None of the above</a:t>
            </a:r>
          </a:p>
          <a:p>
            <a:pPr eaLnBrk="1" hangingPunct="1">
              <a:buFont typeface="Arial" charset="0"/>
              <a:buNone/>
            </a:pPr>
            <a:endParaRPr dirty="0" smtClean="0">
              <a:solidFill>
                <a:schemeClr val="tx1"/>
              </a:solidFill>
              <a:cs typeface="Arial" charset="0"/>
            </a:endParaRPr>
          </a:p>
          <a:p>
            <a:pPr eaLnBrk="1" hangingPunct="1">
              <a:buFont typeface="Arial" charset="0"/>
              <a:buNone/>
            </a:pPr>
            <a:r>
              <a:rPr dirty="0" smtClean="0">
                <a:solidFill>
                  <a:schemeClr val="tx1"/>
                </a:solidFill>
                <a:cs typeface="Arial" charset="0"/>
              </a:rPr>
              <a:t>2. The build file used by ANT command is --------</a:t>
            </a:r>
          </a:p>
          <a:p>
            <a:pPr eaLnBrk="1" hangingPunct="1">
              <a:buFont typeface="Arial" charset="0"/>
              <a:buNone/>
            </a:pPr>
            <a:r>
              <a:rPr dirty="0" smtClean="0">
                <a:solidFill>
                  <a:schemeClr val="tx1"/>
                </a:solidFill>
                <a:cs typeface="Arial" charset="0"/>
              </a:rPr>
              <a:t>a. </a:t>
            </a:r>
            <a:r>
              <a:rPr dirty="0" err="1" smtClean="0">
                <a:solidFill>
                  <a:schemeClr val="tx1"/>
                </a:solidFill>
                <a:cs typeface="Arial" charset="0"/>
              </a:rPr>
              <a:t>Makefile</a:t>
            </a:r>
            <a:endParaRPr dirty="0" smtClean="0">
              <a:solidFill>
                <a:schemeClr val="tx1"/>
              </a:solidFill>
              <a:cs typeface="Arial" charset="0"/>
            </a:endParaRPr>
          </a:p>
          <a:p>
            <a:pPr eaLnBrk="1" hangingPunct="1">
              <a:buFont typeface="Arial" charset="0"/>
              <a:buNone/>
            </a:pPr>
            <a:r>
              <a:rPr dirty="0" smtClean="0">
                <a:solidFill>
                  <a:schemeClr val="tx1"/>
                </a:solidFill>
                <a:cs typeface="Arial" charset="0"/>
              </a:rPr>
              <a:t>b. </a:t>
            </a:r>
            <a:r>
              <a:rPr dirty="0" err="1" smtClean="0">
                <a:solidFill>
                  <a:schemeClr val="tx1"/>
                </a:solidFill>
                <a:cs typeface="Arial" charset="0"/>
              </a:rPr>
              <a:t>web.xml</a:t>
            </a:r>
            <a:endParaRPr dirty="0" smtClean="0">
              <a:solidFill>
                <a:schemeClr val="tx1"/>
              </a:solidFill>
              <a:cs typeface="Arial" charset="0"/>
            </a:endParaRPr>
          </a:p>
          <a:p>
            <a:pPr eaLnBrk="1" hangingPunct="1">
              <a:buFont typeface="Arial" charset="0"/>
              <a:buNone/>
            </a:pPr>
            <a:r>
              <a:rPr dirty="0" smtClean="0">
                <a:solidFill>
                  <a:schemeClr val="tx1"/>
                </a:solidFill>
                <a:cs typeface="Arial" charset="0"/>
              </a:rPr>
              <a:t>c. </a:t>
            </a:r>
            <a:r>
              <a:rPr dirty="0" err="1" smtClean="0">
                <a:solidFill>
                  <a:schemeClr val="tx1"/>
                </a:solidFill>
                <a:cs typeface="Arial" charset="0"/>
              </a:rPr>
              <a:t>ant.xml</a:t>
            </a:r>
            <a:endParaRPr dirty="0" smtClean="0">
              <a:solidFill>
                <a:schemeClr val="tx1"/>
              </a:solidFill>
              <a:cs typeface="Arial" charset="0"/>
            </a:endParaRPr>
          </a:p>
          <a:p>
            <a:pPr eaLnBrk="1" hangingPunct="1">
              <a:buFont typeface="Arial" charset="0"/>
              <a:buNone/>
            </a:pPr>
            <a:r>
              <a:rPr dirty="0" smtClean="0">
                <a:solidFill>
                  <a:schemeClr val="tx1"/>
                </a:solidFill>
                <a:cs typeface="Arial" charset="0"/>
              </a:rPr>
              <a:t>d. </a:t>
            </a:r>
            <a:r>
              <a:rPr dirty="0" err="1" smtClean="0">
                <a:solidFill>
                  <a:schemeClr val="tx1"/>
                </a:solidFill>
                <a:cs typeface="Arial" charset="0"/>
              </a:rPr>
              <a:t>build.xml</a:t>
            </a:r>
            <a:endParaRPr dirty="0" smtClean="0">
              <a:solidFill>
                <a:schemeClr val="tx1"/>
              </a:solidFill>
              <a:cs typeface="Arial" charset="0"/>
            </a:endParaRPr>
          </a:p>
        </p:txBody>
      </p:sp>
    </p:spTree>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529" name="Text Box 4"/>
          <p:cNvSpPr txBox="1">
            <a:spLocks noChangeArrowheads="1"/>
          </p:cNvSpPr>
          <p:nvPr/>
        </p:nvSpPr>
        <p:spPr bwMode="auto">
          <a:xfrm>
            <a:off x="2004647" y="2719755"/>
            <a:ext cx="5531094" cy="523220"/>
          </a:xfrm>
          <a:prstGeom prst="rect">
            <a:avLst/>
          </a:prstGeom>
          <a:noFill/>
          <a:ln w="9525">
            <a:noFill/>
            <a:miter lim="800000"/>
            <a:headEnd/>
            <a:tailEnd/>
          </a:ln>
        </p:spPr>
        <p:txBody>
          <a:bodyPr wrap="square">
            <a:spAutoFit/>
          </a:bodyPr>
          <a:lstStyle/>
          <a:p>
            <a:pPr algn="ctr" defTabSz="914400"/>
            <a:r>
              <a:rPr lang="en-US" sz="2800" b="1" dirty="0" smtClean="0"/>
              <a:t>Building </a:t>
            </a:r>
            <a:r>
              <a:rPr lang="en-US" sz="2800" b="1" dirty="0"/>
              <a:t>simple Java Projects</a:t>
            </a:r>
          </a:p>
        </p:txBody>
      </p:sp>
    </p:spTree>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2577" name="AutoShape 4"/>
          <p:cNvSpPr>
            <a:spLocks noChangeArrowheads="1"/>
          </p:cNvSpPr>
          <p:nvPr/>
        </p:nvSpPr>
        <p:spPr bwMode="auto">
          <a:xfrm>
            <a:off x="735012" y="3688739"/>
            <a:ext cx="6022975" cy="1292225"/>
          </a:xfrm>
          <a:prstGeom prst="roundRect">
            <a:avLst>
              <a:gd name="adj" fmla="val 16667"/>
            </a:avLst>
          </a:prstGeom>
          <a:solidFill>
            <a:srgbClr val="CCFFCC"/>
          </a:solidFill>
          <a:ln w="9525">
            <a:solidFill>
              <a:schemeClr val="tx1"/>
            </a:solidFill>
            <a:round/>
            <a:headEnd/>
            <a:tailEnd/>
          </a:ln>
        </p:spPr>
        <p:txBody>
          <a:bodyPr wrap="none" anchor="ctr"/>
          <a:lstStyle/>
          <a:p>
            <a:endParaRPr lang="en-US"/>
          </a:p>
        </p:txBody>
      </p:sp>
      <p:sp>
        <p:nvSpPr>
          <p:cNvPr id="152578" name="Rectangle 2"/>
          <p:cNvSpPr>
            <a:spLocks noGrp="1"/>
          </p:cNvSpPr>
          <p:nvPr>
            <p:ph type="title"/>
          </p:nvPr>
        </p:nvSpPr>
        <p:spPr>
          <a:xfrm>
            <a:off x="342900" y="193675"/>
            <a:ext cx="8229600" cy="549275"/>
          </a:xfrm>
        </p:spPr>
        <p:txBody>
          <a:bodyPr/>
          <a:lstStyle/>
          <a:p>
            <a:pPr eaLnBrk="1" hangingPunct="1"/>
            <a:r>
              <a:rPr smtClean="0">
                <a:solidFill>
                  <a:schemeClr val="tx1"/>
                </a:solidFill>
                <a:cs typeface="Arial" charset="0"/>
              </a:rPr>
              <a:t>Target - init</a:t>
            </a:r>
          </a:p>
        </p:txBody>
      </p:sp>
      <p:sp>
        <p:nvSpPr>
          <p:cNvPr id="152579" name="Rectangle 3"/>
          <p:cNvSpPr>
            <a:spLocks noGrp="1"/>
          </p:cNvSpPr>
          <p:nvPr>
            <p:ph type="body" idx="1"/>
          </p:nvPr>
        </p:nvSpPr>
        <p:spPr>
          <a:xfrm>
            <a:off x="334106" y="1127308"/>
            <a:ext cx="8546123" cy="5122862"/>
          </a:xfrm>
        </p:spPr>
        <p:txBody>
          <a:bodyPr/>
          <a:lstStyle/>
          <a:p>
            <a:pPr eaLnBrk="1" hangingPunct="1"/>
            <a:r>
              <a:rPr sz="2400" dirty="0" smtClean="0">
                <a:solidFill>
                  <a:schemeClr val="tx1"/>
                </a:solidFill>
                <a:cs typeface="Arial" charset="0"/>
              </a:rPr>
              <a:t>The first target you will probably specify is “</a:t>
            </a:r>
            <a:r>
              <a:rPr sz="2400" dirty="0" err="1" smtClean="0">
                <a:solidFill>
                  <a:schemeClr val="tx1"/>
                </a:solidFill>
                <a:cs typeface="Arial" charset="0"/>
              </a:rPr>
              <a:t>init</a:t>
            </a:r>
            <a:r>
              <a:rPr sz="2400" dirty="0" smtClean="0">
                <a:solidFill>
                  <a:schemeClr val="tx1"/>
                </a:solidFill>
                <a:cs typeface="Arial" charset="0"/>
              </a:rPr>
              <a:t>”</a:t>
            </a:r>
          </a:p>
          <a:p>
            <a:pPr lvl="1" eaLnBrk="1" hangingPunct="1"/>
            <a:r>
              <a:rPr sz="2000" dirty="0" smtClean="0">
                <a:solidFill>
                  <a:schemeClr val="tx1"/>
                </a:solidFill>
              </a:rPr>
              <a:t>Used to set up properties that you will use throughout your build file</a:t>
            </a:r>
          </a:p>
          <a:p>
            <a:pPr lvl="1" eaLnBrk="1" hangingPunct="1"/>
            <a:r>
              <a:rPr sz="2000" dirty="0" smtClean="0">
                <a:solidFill>
                  <a:schemeClr val="tx1"/>
                </a:solidFill>
              </a:rPr>
              <a:t>Properties can be set directly or by specifying a properties file</a:t>
            </a:r>
          </a:p>
          <a:p>
            <a:pPr lvl="1" eaLnBrk="1" hangingPunct="1"/>
            <a:r>
              <a:rPr sz="2000" dirty="0" smtClean="0">
                <a:solidFill>
                  <a:schemeClr val="tx1"/>
                </a:solidFill>
              </a:rPr>
              <a:t>The advantage of setting variable here is, it gives you one place to make changes that ripple through the entire file</a:t>
            </a:r>
          </a:p>
          <a:p>
            <a:pPr lvl="1" eaLnBrk="1" hangingPunct="1"/>
            <a:r>
              <a:rPr sz="2000" dirty="0" smtClean="0">
                <a:solidFill>
                  <a:schemeClr val="tx1"/>
                </a:solidFill>
              </a:rPr>
              <a:t>Using a properties file is even better because the syntax is simpler</a:t>
            </a:r>
          </a:p>
          <a:p>
            <a:pPr lvl="1" eaLnBrk="1" hangingPunct="1">
              <a:buFont typeface="Arial" charset="0"/>
              <a:buNone/>
            </a:pPr>
            <a:endParaRPr b="1" dirty="0" smtClean="0">
              <a:latin typeface="Courier New" pitchFamily="49" charset="0"/>
            </a:endParaRPr>
          </a:p>
          <a:p>
            <a:pPr lvl="1" eaLnBrk="1" hangingPunct="1">
              <a:buFont typeface="Arial" charset="0"/>
              <a:buNone/>
            </a:pPr>
            <a:endParaRPr sz="1050" b="1" dirty="0" smtClean="0">
              <a:solidFill>
                <a:schemeClr val="tx1"/>
              </a:solidFill>
              <a:latin typeface="Courier New" pitchFamily="49" charset="0"/>
            </a:endParaRPr>
          </a:p>
          <a:p>
            <a:pPr lvl="1" eaLnBrk="1" hangingPunct="1">
              <a:buFont typeface="Arial" charset="0"/>
              <a:buNone/>
            </a:pPr>
            <a:r>
              <a:rPr b="1" dirty="0" smtClean="0">
                <a:solidFill>
                  <a:schemeClr val="tx1"/>
                </a:solidFill>
                <a:latin typeface="Courier New" pitchFamily="49" charset="0"/>
              </a:rPr>
              <a:t>&lt;target name=“</a:t>
            </a:r>
            <a:r>
              <a:rPr b="1" dirty="0" err="1" smtClean="0">
                <a:solidFill>
                  <a:schemeClr val="tx1"/>
                </a:solidFill>
                <a:latin typeface="Courier New" pitchFamily="49" charset="0"/>
              </a:rPr>
              <a:t>init</a:t>
            </a:r>
            <a:r>
              <a:rPr b="1" dirty="0" smtClean="0">
                <a:solidFill>
                  <a:schemeClr val="tx1"/>
                </a:solidFill>
                <a:latin typeface="Courier New" pitchFamily="49" charset="0"/>
              </a:rPr>
              <a:t>” &gt;</a:t>
            </a:r>
          </a:p>
          <a:p>
            <a:pPr lvl="1" eaLnBrk="1" hangingPunct="1">
              <a:buFont typeface="Arial" charset="0"/>
              <a:buNone/>
            </a:pPr>
            <a:r>
              <a:rPr b="1" dirty="0" smtClean="0">
                <a:solidFill>
                  <a:schemeClr val="tx1"/>
                </a:solidFill>
                <a:latin typeface="Courier New" pitchFamily="49" charset="0"/>
              </a:rPr>
              <a:t>	&lt;property file=“</a:t>
            </a:r>
            <a:r>
              <a:rPr b="1" dirty="0" err="1" smtClean="0">
                <a:solidFill>
                  <a:schemeClr val="tx1"/>
                </a:solidFill>
                <a:latin typeface="Courier New" pitchFamily="49" charset="0"/>
              </a:rPr>
              <a:t>build.properties</a:t>
            </a:r>
            <a:r>
              <a:rPr b="1" dirty="0" smtClean="0">
                <a:solidFill>
                  <a:schemeClr val="tx1"/>
                </a:solidFill>
                <a:latin typeface="Courier New" pitchFamily="49" charset="0"/>
              </a:rPr>
              <a:t>” /&gt;</a:t>
            </a:r>
          </a:p>
          <a:p>
            <a:pPr lvl="1" eaLnBrk="1" hangingPunct="1">
              <a:buFont typeface="Arial" charset="0"/>
              <a:buNone/>
            </a:pPr>
            <a:r>
              <a:rPr b="1" dirty="0" smtClean="0">
                <a:solidFill>
                  <a:schemeClr val="tx1"/>
                </a:solidFill>
                <a:latin typeface="Courier New" pitchFamily="49" charset="0"/>
              </a:rPr>
              <a:t>&lt;/target&gt;</a:t>
            </a:r>
          </a:p>
        </p:txBody>
      </p:sp>
    </p:spTree>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625" name="AutoShape 4"/>
          <p:cNvSpPr>
            <a:spLocks noChangeArrowheads="1"/>
          </p:cNvSpPr>
          <p:nvPr/>
        </p:nvSpPr>
        <p:spPr bwMode="auto">
          <a:xfrm>
            <a:off x="655638" y="2286000"/>
            <a:ext cx="6321425" cy="1511300"/>
          </a:xfrm>
          <a:prstGeom prst="roundRect">
            <a:avLst>
              <a:gd name="adj" fmla="val 16667"/>
            </a:avLst>
          </a:prstGeom>
          <a:solidFill>
            <a:srgbClr val="CCFFCC"/>
          </a:solidFill>
          <a:ln w="9525">
            <a:solidFill>
              <a:schemeClr val="tx1"/>
            </a:solidFill>
            <a:round/>
            <a:headEnd/>
            <a:tailEnd/>
          </a:ln>
        </p:spPr>
        <p:txBody>
          <a:bodyPr wrap="none" anchor="ctr"/>
          <a:lstStyle/>
          <a:p>
            <a:endParaRPr lang="en-US"/>
          </a:p>
        </p:txBody>
      </p:sp>
      <p:sp>
        <p:nvSpPr>
          <p:cNvPr id="154626" name="Rectangle 2"/>
          <p:cNvSpPr>
            <a:spLocks noGrp="1"/>
          </p:cNvSpPr>
          <p:nvPr>
            <p:ph type="title"/>
          </p:nvPr>
        </p:nvSpPr>
        <p:spPr>
          <a:xfrm>
            <a:off x="218831" y="133106"/>
            <a:ext cx="8229600" cy="549275"/>
          </a:xfrm>
        </p:spPr>
        <p:txBody>
          <a:bodyPr/>
          <a:lstStyle/>
          <a:p>
            <a:pPr eaLnBrk="1" hangingPunct="1"/>
            <a:r>
              <a:rPr dirty="0" smtClean="0">
                <a:solidFill>
                  <a:schemeClr val="tx1"/>
                </a:solidFill>
                <a:cs typeface="Arial" charset="0"/>
              </a:rPr>
              <a:t>Target - prepare</a:t>
            </a:r>
          </a:p>
        </p:txBody>
      </p:sp>
      <p:sp>
        <p:nvSpPr>
          <p:cNvPr id="154627" name="Rectangle 3"/>
          <p:cNvSpPr>
            <a:spLocks noGrp="1"/>
          </p:cNvSpPr>
          <p:nvPr>
            <p:ph type="body" idx="1"/>
          </p:nvPr>
        </p:nvSpPr>
        <p:spPr>
          <a:xfrm>
            <a:off x="457200" y="938213"/>
            <a:ext cx="8229600" cy="5313362"/>
          </a:xfrm>
        </p:spPr>
        <p:txBody>
          <a:bodyPr/>
          <a:lstStyle/>
          <a:p>
            <a:pPr algn="just" eaLnBrk="1" hangingPunct="1"/>
            <a:r>
              <a:rPr dirty="0" smtClean="0">
                <a:solidFill>
                  <a:schemeClr val="tx1"/>
                </a:solidFill>
                <a:cs typeface="Arial" charset="0"/>
              </a:rPr>
              <a:t>The second target should be “prepare”, and it should depend on “</a:t>
            </a:r>
            <a:r>
              <a:rPr dirty="0" err="1" smtClean="0">
                <a:solidFill>
                  <a:schemeClr val="tx1"/>
                </a:solidFill>
                <a:cs typeface="Arial" charset="0"/>
              </a:rPr>
              <a:t>init</a:t>
            </a:r>
            <a:r>
              <a:rPr dirty="0" smtClean="0">
                <a:solidFill>
                  <a:schemeClr val="tx1"/>
                </a:solidFill>
                <a:cs typeface="Arial" charset="0"/>
              </a:rPr>
              <a:t>”</a:t>
            </a:r>
          </a:p>
          <a:p>
            <a:pPr algn="just" eaLnBrk="1" hangingPunct="1"/>
            <a:r>
              <a:rPr dirty="0" smtClean="0">
                <a:solidFill>
                  <a:schemeClr val="tx1"/>
                </a:solidFill>
                <a:cs typeface="Arial" charset="0"/>
              </a:rPr>
              <a:t>Create any directory structure you need here</a:t>
            </a:r>
          </a:p>
          <a:p>
            <a:pPr algn="just" eaLnBrk="1" hangingPunct="1"/>
            <a:r>
              <a:rPr dirty="0" smtClean="0">
                <a:solidFill>
                  <a:schemeClr val="tx1"/>
                </a:solidFill>
                <a:cs typeface="Arial" charset="0"/>
              </a:rPr>
              <a:t>Perhaps copy some needed files</a:t>
            </a:r>
          </a:p>
          <a:p>
            <a:pPr eaLnBrk="1" hangingPunct="1">
              <a:buFont typeface="Arial" charset="0"/>
              <a:buNone/>
            </a:pPr>
            <a:endParaRPr dirty="0" smtClean="0">
              <a:solidFill>
                <a:schemeClr val="tx1"/>
              </a:solidFill>
              <a:cs typeface="Arial" charset="0"/>
            </a:endParaRPr>
          </a:p>
          <a:p>
            <a:pPr lvl="1" eaLnBrk="1" hangingPunct="1">
              <a:buFont typeface="Arial" charset="0"/>
              <a:buNone/>
            </a:pPr>
            <a:r>
              <a:rPr b="1" dirty="0" smtClean="0">
                <a:solidFill>
                  <a:schemeClr val="tx1"/>
                </a:solidFill>
                <a:latin typeface="Courier New" pitchFamily="49" charset="0"/>
              </a:rPr>
              <a:t>&lt;target name=“prepare” depends=“</a:t>
            </a:r>
            <a:r>
              <a:rPr b="1" dirty="0" err="1" smtClean="0">
                <a:solidFill>
                  <a:schemeClr val="tx1"/>
                </a:solidFill>
                <a:latin typeface="Courier New" pitchFamily="49" charset="0"/>
              </a:rPr>
              <a:t>init</a:t>
            </a:r>
            <a:r>
              <a:rPr b="1" dirty="0" smtClean="0">
                <a:solidFill>
                  <a:schemeClr val="tx1"/>
                </a:solidFill>
                <a:latin typeface="Courier New" pitchFamily="49" charset="0"/>
              </a:rPr>
              <a:t>”&gt;</a:t>
            </a:r>
          </a:p>
          <a:p>
            <a:pPr lvl="2" eaLnBrk="1" hangingPunct="1">
              <a:buFont typeface="Arial" charset="0"/>
              <a:buNone/>
            </a:pPr>
            <a:r>
              <a:rPr sz="1800" b="1" dirty="0" smtClean="0">
                <a:solidFill>
                  <a:schemeClr val="tx1"/>
                </a:solidFill>
                <a:latin typeface="Courier New" pitchFamily="49" charset="0"/>
              </a:rPr>
              <a:t>&lt;</a:t>
            </a:r>
            <a:r>
              <a:rPr sz="1800" b="1" dirty="0" err="1" smtClean="0">
                <a:solidFill>
                  <a:schemeClr val="tx1"/>
                </a:solidFill>
                <a:latin typeface="Courier New" pitchFamily="49" charset="0"/>
              </a:rPr>
              <a:t>mkdir</a:t>
            </a:r>
            <a:r>
              <a:rPr sz="1800" b="1" dirty="0" smtClean="0">
                <a:solidFill>
                  <a:schemeClr val="tx1"/>
                </a:solidFill>
                <a:latin typeface="Courier New" pitchFamily="49" charset="0"/>
              </a:rPr>
              <a:t> </a:t>
            </a:r>
            <a:r>
              <a:rPr sz="1800" b="1" dirty="0" err="1" smtClean="0">
                <a:solidFill>
                  <a:schemeClr val="tx1"/>
                </a:solidFill>
                <a:latin typeface="Courier New" pitchFamily="49" charset="0"/>
              </a:rPr>
              <a:t>dir</a:t>
            </a:r>
            <a:r>
              <a:rPr sz="1800" b="1" dirty="0" smtClean="0">
                <a:solidFill>
                  <a:schemeClr val="tx1"/>
                </a:solidFill>
                <a:latin typeface="Courier New" pitchFamily="49" charset="0"/>
              </a:rPr>
              <a:t>=“${</a:t>
            </a:r>
            <a:r>
              <a:rPr sz="1800" b="1" dirty="0" err="1" smtClean="0">
                <a:solidFill>
                  <a:schemeClr val="tx1"/>
                </a:solidFill>
                <a:latin typeface="Courier New" pitchFamily="49" charset="0"/>
              </a:rPr>
              <a:t>build.dir</a:t>
            </a:r>
            <a:r>
              <a:rPr sz="1800" b="1" dirty="0" smtClean="0">
                <a:solidFill>
                  <a:schemeClr val="tx1"/>
                </a:solidFill>
                <a:latin typeface="Courier New" pitchFamily="49" charset="0"/>
              </a:rPr>
              <a:t>}”/&gt;</a:t>
            </a:r>
          </a:p>
          <a:p>
            <a:pPr lvl="2" eaLnBrk="1" hangingPunct="1">
              <a:buFont typeface="Arial" charset="0"/>
              <a:buNone/>
            </a:pPr>
            <a:r>
              <a:rPr sz="1800" b="1" dirty="0" smtClean="0">
                <a:solidFill>
                  <a:schemeClr val="tx1"/>
                </a:solidFill>
                <a:latin typeface="Courier New" pitchFamily="49" charset="0"/>
              </a:rPr>
              <a:t>&lt;</a:t>
            </a:r>
            <a:r>
              <a:rPr sz="1800" b="1" dirty="0" err="1" smtClean="0">
                <a:solidFill>
                  <a:schemeClr val="tx1"/>
                </a:solidFill>
                <a:latin typeface="Courier New" pitchFamily="49" charset="0"/>
              </a:rPr>
              <a:t>mkdir</a:t>
            </a:r>
            <a:r>
              <a:rPr sz="1800" b="1" dirty="0" smtClean="0">
                <a:solidFill>
                  <a:schemeClr val="tx1"/>
                </a:solidFill>
                <a:latin typeface="Courier New" pitchFamily="49" charset="0"/>
              </a:rPr>
              <a:t> </a:t>
            </a:r>
            <a:r>
              <a:rPr sz="1800" b="1" dirty="0" err="1" smtClean="0">
                <a:solidFill>
                  <a:schemeClr val="tx1"/>
                </a:solidFill>
                <a:latin typeface="Courier New" pitchFamily="49" charset="0"/>
              </a:rPr>
              <a:t>dir</a:t>
            </a:r>
            <a:r>
              <a:rPr sz="1800" b="1" dirty="0" smtClean="0">
                <a:solidFill>
                  <a:schemeClr val="tx1"/>
                </a:solidFill>
                <a:latin typeface="Courier New" pitchFamily="49" charset="0"/>
              </a:rPr>
              <a:t>=“${</a:t>
            </a:r>
            <a:r>
              <a:rPr sz="1800" b="1" dirty="0" err="1" smtClean="0">
                <a:solidFill>
                  <a:schemeClr val="tx1"/>
                </a:solidFill>
                <a:latin typeface="Courier New" pitchFamily="49" charset="0"/>
              </a:rPr>
              <a:t>build.dir</a:t>
            </a:r>
            <a:r>
              <a:rPr sz="1800" b="1" dirty="0" smtClean="0">
                <a:solidFill>
                  <a:schemeClr val="tx1"/>
                </a:solidFill>
                <a:latin typeface="Courier New" pitchFamily="49" charset="0"/>
              </a:rPr>
              <a:t>}\META-INF”/&gt;</a:t>
            </a:r>
          </a:p>
          <a:p>
            <a:pPr lvl="1" eaLnBrk="1" hangingPunct="1">
              <a:buFont typeface="Arial" charset="0"/>
              <a:buNone/>
            </a:pPr>
            <a:r>
              <a:rPr b="1" dirty="0" smtClean="0">
                <a:solidFill>
                  <a:schemeClr val="tx1"/>
                </a:solidFill>
                <a:latin typeface="Courier New" pitchFamily="49" charset="0"/>
              </a:rPr>
              <a:t>&lt;target&gt;</a:t>
            </a:r>
          </a:p>
          <a:p>
            <a:pPr eaLnBrk="1" hangingPunct="1"/>
            <a:endParaRPr b="1" dirty="0" smtClean="0">
              <a:solidFill>
                <a:schemeClr val="tx1"/>
              </a:solidFill>
              <a:latin typeface="Courier New" pitchFamily="49" charset="0"/>
              <a:cs typeface="Arial" charset="0"/>
            </a:endParaRPr>
          </a:p>
          <a:p>
            <a:pPr algn="just" eaLnBrk="1" hangingPunct="1"/>
            <a:r>
              <a:rPr dirty="0" smtClean="0">
                <a:solidFill>
                  <a:schemeClr val="tx1"/>
                </a:solidFill>
                <a:cs typeface="Arial" charset="0"/>
              </a:rPr>
              <a:t>Notice the ${</a:t>
            </a:r>
            <a:r>
              <a:rPr dirty="0" err="1" smtClean="0">
                <a:solidFill>
                  <a:schemeClr val="tx1"/>
                </a:solidFill>
                <a:cs typeface="Arial" charset="0"/>
              </a:rPr>
              <a:t>build.jar</a:t>
            </a:r>
            <a:r>
              <a:rPr dirty="0" smtClean="0">
                <a:solidFill>
                  <a:schemeClr val="tx1"/>
                </a:solidFill>
                <a:cs typeface="Arial" charset="0"/>
              </a:rPr>
              <a:t>} syntax; this is dereferencing a property that was set in the “</a:t>
            </a:r>
            <a:r>
              <a:rPr dirty="0" err="1" smtClean="0">
                <a:solidFill>
                  <a:schemeClr val="tx1"/>
                </a:solidFill>
                <a:cs typeface="Arial" charset="0"/>
              </a:rPr>
              <a:t>init</a:t>
            </a:r>
            <a:r>
              <a:rPr dirty="0" smtClean="0">
                <a:solidFill>
                  <a:schemeClr val="tx1"/>
                </a:solidFill>
                <a:cs typeface="Arial" charset="0"/>
              </a:rPr>
              <a:t>” target</a:t>
            </a:r>
          </a:p>
        </p:txBody>
      </p:sp>
    </p:spTree>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673" name="AutoShape 4"/>
          <p:cNvSpPr>
            <a:spLocks noChangeArrowheads="1"/>
          </p:cNvSpPr>
          <p:nvPr/>
        </p:nvSpPr>
        <p:spPr bwMode="auto">
          <a:xfrm>
            <a:off x="676275" y="2405063"/>
            <a:ext cx="5903913" cy="1530350"/>
          </a:xfrm>
          <a:prstGeom prst="roundRect">
            <a:avLst>
              <a:gd name="adj" fmla="val 16667"/>
            </a:avLst>
          </a:prstGeom>
          <a:solidFill>
            <a:srgbClr val="CCFFCC"/>
          </a:solidFill>
          <a:ln w="9525">
            <a:solidFill>
              <a:schemeClr val="tx1"/>
            </a:solidFill>
            <a:round/>
            <a:headEnd/>
            <a:tailEnd/>
          </a:ln>
        </p:spPr>
        <p:txBody>
          <a:bodyPr wrap="none" anchor="ctr"/>
          <a:lstStyle/>
          <a:p>
            <a:endParaRPr lang="en-US"/>
          </a:p>
        </p:txBody>
      </p:sp>
      <p:sp>
        <p:nvSpPr>
          <p:cNvPr id="156674" name="Rectangle 2"/>
          <p:cNvSpPr>
            <a:spLocks noGrp="1"/>
          </p:cNvSpPr>
          <p:nvPr>
            <p:ph type="title"/>
          </p:nvPr>
        </p:nvSpPr>
        <p:spPr>
          <a:xfrm>
            <a:off x="228600" y="155575"/>
            <a:ext cx="8432800" cy="549275"/>
          </a:xfrm>
        </p:spPr>
        <p:txBody>
          <a:bodyPr/>
          <a:lstStyle/>
          <a:p>
            <a:pPr eaLnBrk="1" hangingPunct="1"/>
            <a:r>
              <a:rPr dirty="0" err="1" smtClean="0">
                <a:solidFill>
                  <a:schemeClr val="tx1"/>
                </a:solidFill>
                <a:cs typeface="Arial" charset="0"/>
              </a:rPr>
              <a:t>Tatget</a:t>
            </a:r>
            <a:r>
              <a:rPr dirty="0" smtClean="0">
                <a:solidFill>
                  <a:schemeClr val="tx1"/>
                </a:solidFill>
                <a:cs typeface="Arial" charset="0"/>
              </a:rPr>
              <a:t> - clean</a:t>
            </a:r>
          </a:p>
        </p:txBody>
      </p:sp>
      <p:sp>
        <p:nvSpPr>
          <p:cNvPr id="156675" name="Rectangle 3"/>
          <p:cNvSpPr>
            <a:spLocks noGrp="1"/>
          </p:cNvSpPr>
          <p:nvPr>
            <p:ph type="body" idx="1"/>
          </p:nvPr>
        </p:nvSpPr>
        <p:spPr>
          <a:xfrm>
            <a:off x="457200" y="989013"/>
            <a:ext cx="8229600" cy="5262562"/>
          </a:xfrm>
        </p:spPr>
        <p:txBody>
          <a:bodyPr/>
          <a:lstStyle/>
          <a:p>
            <a:pPr eaLnBrk="1" hangingPunct="1"/>
            <a:r>
              <a:rPr dirty="0" smtClean="0">
                <a:solidFill>
                  <a:schemeClr val="tx1"/>
                </a:solidFill>
                <a:cs typeface="Arial" charset="0"/>
              </a:rPr>
              <a:t>“clean” is useful for enabling clean builds</a:t>
            </a:r>
          </a:p>
          <a:p>
            <a:pPr algn="just" eaLnBrk="1" hangingPunct="1"/>
            <a:r>
              <a:rPr dirty="0" smtClean="0">
                <a:solidFill>
                  <a:schemeClr val="tx1"/>
                </a:solidFill>
                <a:cs typeface="Arial" charset="0"/>
              </a:rPr>
              <a:t>Generally just deletes stuff from previous runs to ensure that no artifacts persist between builds</a:t>
            </a:r>
          </a:p>
          <a:p>
            <a:pPr eaLnBrk="1" hangingPunct="1"/>
            <a:endParaRPr dirty="0" smtClean="0">
              <a:solidFill>
                <a:schemeClr val="tx1"/>
              </a:solidFill>
              <a:cs typeface="Arial" charset="0"/>
            </a:endParaRPr>
          </a:p>
          <a:p>
            <a:pPr lvl="1" eaLnBrk="1" hangingPunct="1">
              <a:buFont typeface="Arial" charset="0"/>
              <a:buNone/>
            </a:pPr>
            <a:endParaRPr b="1" dirty="0" smtClean="0">
              <a:solidFill>
                <a:schemeClr val="tx1"/>
              </a:solidFill>
              <a:latin typeface="Courier New" pitchFamily="49" charset="0"/>
            </a:endParaRPr>
          </a:p>
          <a:p>
            <a:pPr lvl="1" eaLnBrk="1" hangingPunct="1">
              <a:buFont typeface="Arial" charset="0"/>
              <a:buNone/>
            </a:pPr>
            <a:r>
              <a:rPr b="1" dirty="0" smtClean="0">
                <a:solidFill>
                  <a:schemeClr val="tx1"/>
                </a:solidFill>
                <a:latin typeface="Courier New" pitchFamily="49" charset="0"/>
              </a:rPr>
              <a:t>&lt;target name=“clean” depends=“</a:t>
            </a:r>
            <a:r>
              <a:rPr b="1" dirty="0" err="1" smtClean="0">
                <a:solidFill>
                  <a:schemeClr val="tx1"/>
                </a:solidFill>
                <a:latin typeface="Courier New" pitchFamily="49" charset="0"/>
              </a:rPr>
              <a:t>init</a:t>
            </a:r>
            <a:r>
              <a:rPr b="1" dirty="0" smtClean="0">
                <a:solidFill>
                  <a:schemeClr val="tx1"/>
                </a:solidFill>
                <a:latin typeface="Courier New" pitchFamily="49" charset="0"/>
              </a:rPr>
              <a:t>”&gt;</a:t>
            </a:r>
          </a:p>
          <a:p>
            <a:pPr lvl="2" eaLnBrk="1" hangingPunct="1">
              <a:buFont typeface="Arial" charset="0"/>
              <a:buNone/>
            </a:pPr>
            <a:r>
              <a:rPr sz="1800" b="1" dirty="0" smtClean="0">
                <a:solidFill>
                  <a:schemeClr val="tx1"/>
                </a:solidFill>
                <a:latin typeface="Courier New" pitchFamily="49" charset="0"/>
              </a:rPr>
              <a:t>&lt;delete </a:t>
            </a:r>
            <a:r>
              <a:rPr sz="1800" b="1" dirty="0" err="1" smtClean="0">
                <a:solidFill>
                  <a:schemeClr val="tx1"/>
                </a:solidFill>
                <a:latin typeface="Courier New" pitchFamily="49" charset="0"/>
              </a:rPr>
              <a:t>dir</a:t>
            </a:r>
            <a:r>
              <a:rPr sz="1800" b="1" dirty="0" smtClean="0">
                <a:solidFill>
                  <a:schemeClr val="tx1"/>
                </a:solidFill>
                <a:latin typeface="Courier New" pitchFamily="49" charset="0"/>
              </a:rPr>
              <a:t>=“${</a:t>
            </a:r>
            <a:r>
              <a:rPr sz="1800" b="1" dirty="0" err="1" smtClean="0">
                <a:solidFill>
                  <a:schemeClr val="tx1"/>
                </a:solidFill>
                <a:latin typeface="Courier New" pitchFamily="49" charset="0"/>
              </a:rPr>
              <a:t>build.dir</a:t>
            </a:r>
            <a:r>
              <a:rPr sz="1800" b="1" dirty="0" smtClean="0">
                <a:solidFill>
                  <a:schemeClr val="tx1"/>
                </a:solidFill>
                <a:latin typeface="Courier New" pitchFamily="49" charset="0"/>
              </a:rPr>
              <a:t>}”/&gt;</a:t>
            </a:r>
          </a:p>
          <a:p>
            <a:pPr lvl="1" eaLnBrk="1" hangingPunct="1">
              <a:buFont typeface="Arial" charset="0"/>
              <a:buNone/>
            </a:pPr>
            <a:r>
              <a:rPr b="1" dirty="0" smtClean="0">
                <a:solidFill>
                  <a:schemeClr val="tx1"/>
                </a:solidFill>
                <a:latin typeface="Courier New" pitchFamily="49" charset="0"/>
              </a:rPr>
              <a:t>&lt;/target&gt;</a:t>
            </a:r>
          </a:p>
          <a:p>
            <a:pPr lvl="1" eaLnBrk="1" hangingPunct="1">
              <a:buFont typeface="Arial" charset="0"/>
              <a:buNone/>
            </a:pPr>
            <a:endParaRPr b="1" dirty="0" smtClean="0">
              <a:solidFill>
                <a:schemeClr val="tx1"/>
              </a:solidFill>
              <a:latin typeface="Courier New" pitchFamily="49" charset="0"/>
            </a:endParaRPr>
          </a:p>
          <a:p>
            <a:pPr eaLnBrk="1" hangingPunct="1"/>
            <a:endParaRPr dirty="0" smtClean="0">
              <a:solidFill>
                <a:schemeClr val="tx1"/>
              </a:solidFill>
              <a:cs typeface="Arial" charset="0"/>
            </a:endParaRPr>
          </a:p>
          <a:p>
            <a:pPr algn="just" eaLnBrk="1" hangingPunct="1"/>
            <a:r>
              <a:rPr dirty="0" smtClean="0">
                <a:solidFill>
                  <a:schemeClr val="tx1"/>
                </a:solidFill>
                <a:cs typeface="Arial" charset="0"/>
              </a:rPr>
              <a:t>For clean build, you should execute the “clean” target before trying to build anything</a:t>
            </a:r>
          </a:p>
          <a:p>
            <a:pPr eaLnBrk="1" hangingPunct="1"/>
            <a:endParaRPr dirty="0" smtClean="0">
              <a:solidFill>
                <a:schemeClr val="tx1"/>
              </a:solidFill>
              <a:cs typeface="Arial" charset="0"/>
            </a:endParaRPr>
          </a:p>
        </p:txBody>
      </p:sp>
    </p:spTree>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697" name="AutoShape 4"/>
          <p:cNvSpPr>
            <a:spLocks noChangeArrowheads="1"/>
          </p:cNvSpPr>
          <p:nvPr/>
        </p:nvSpPr>
        <p:spPr bwMode="auto">
          <a:xfrm>
            <a:off x="596900" y="1828800"/>
            <a:ext cx="8248650" cy="2066925"/>
          </a:xfrm>
          <a:prstGeom prst="roundRect">
            <a:avLst>
              <a:gd name="adj" fmla="val 16667"/>
            </a:avLst>
          </a:prstGeom>
          <a:solidFill>
            <a:srgbClr val="CCFFCC"/>
          </a:solidFill>
          <a:ln w="9525">
            <a:solidFill>
              <a:schemeClr val="tx1"/>
            </a:solidFill>
            <a:round/>
            <a:headEnd/>
            <a:tailEnd/>
          </a:ln>
        </p:spPr>
        <p:txBody>
          <a:bodyPr wrap="none" anchor="ctr"/>
          <a:lstStyle/>
          <a:p>
            <a:endParaRPr lang="en-US"/>
          </a:p>
        </p:txBody>
      </p:sp>
      <p:sp>
        <p:nvSpPr>
          <p:cNvPr id="157698" name="Rectangle 2"/>
          <p:cNvSpPr>
            <a:spLocks noGrp="1"/>
          </p:cNvSpPr>
          <p:nvPr>
            <p:ph type="title"/>
          </p:nvPr>
        </p:nvSpPr>
        <p:spPr>
          <a:xfrm>
            <a:off x="263769" y="193675"/>
            <a:ext cx="8384931" cy="549275"/>
          </a:xfrm>
        </p:spPr>
        <p:txBody>
          <a:bodyPr/>
          <a:lstStyle/>
          <a:p>
            <a:pPr eaLnBrk="1" hangingPunct="1"/>
            <a:r>
              <a:rPr dirty="0" smtClean="0">
                <a:solidFill>
                  <a:schemeClr val="tx1"/>
                </a:solidFill>
                <a:cs typeface="Arial" charset="0"/>
              </a:rPr>
              <a:t>Target - compile</a:t>
            </a:r>
          </a:p>
        </p:txBody>
      </p:sp>
      <p:sp>
        <p:nvSpPr>
          <p:cNvPr id="157699" name="Rectangle 3"/>
          <p:cNvSpPr>
            <a:spLocks noGrp="1"/>
          </p:cNvSpPr>
          <p:nvPr>
            <p:ph type="body" idx="1"/>
          </p:nvPr>
        </p:nvSpPr>
        <p:spPr>
          <a:xfrm>
            <a:off x="507206" y="1035905"/>
            <a:ext cx="8428038" cy="5338762"/>
          </a:xfrm>
        </p:spPr>
        <p:txBody>
          <a:bodyPr/>
          <a:lstStyle/>
          <a:p>
            <a:pPr eaLnBrk="1" hangingPunct="1"/>
            <a:r>
              <a:rPr dirty="0" smtClean="0">
                <a:solidFill>
                  <a:schemeClr val="tx1"/>
                </a:solidFill>
                <a:cs typeface="Arial" charset="0"/>
              </a:rPr>
              <a:t>Compile some/ all of your source files in this target</a:t>
            </a:r>
          </a:p>
          <a:p>
            <a:pPr eaLnBrk="1" hangingPunct="1"/>
            <a:endParaRPr dirty="0" smtClean="0">
              <a:solidFill>
                <a:schemeClr val="tx1"/>
              </a:solidFill>
              <a:cs typeface="Arial" charset="0"/>
            </a:endParaRPr>
          </a:p>
          <a:p>
            <a:pPr eaLnBrk="1" hangingPunct="1"/>
            <a:endParaRPr dirty="0" smtClean="0">
              <a:solidFill>
                <a:schemeClr val="tx1"/>
              </a:solidFill>
              <a:cs typeface="Arial" charset="0"/>
            </a:endParaRPr>
          </a:p>
          <a:p>
            <a:pPr lvl="1" eaLnBrk="1" hangingPunct="1">
              <a:buFont typeface="Arial" charset="0"/>
              <a:buNone/>
            </a:pPr>
            <a:r>
              <a:rPr sz="2000" b="1" dirty="0" smtClean="0">
                <a:solidFill>
                  <a:schemeClr val="tx1"/>
                </a:solidFill>
                <a:latin typeface="Courier New" pitchFamily="49" charset="0"/>
              </a:rPr>
              <a:t>&lt;target name=“compile” depends=“prepare”&gt;</a:t>
            </a:r>
          </a:p>
          <a:p>
            <a:pPr lvl="2" eaLnBrk="1" hangingPunct="1">
              <a:buFont typeface="Arial" charset="0"/>
              <a:buNone/>
            </a:pPr>
            <a:r>
              <a:rPr sz="2000" b="1" dirty="0" smtClean="0">
                <a:solidFill>
                  <a:schemeClr val="tx1"/>
                </a:solidFill>
                <a:latin typeface="Courier New" pitchFamily="49" charset="0"/>
              </a:rPr>
              <a:t>&lt;echo message=“Compiling now…”/&gt;</a:t>
            </a:r>
          </a:p>
          <a:p>
            <a:pPr lvl="2" eaLnBrk="1" hangingPunct="1">
              <a:buFont typeface="Arial" charset="0"/>
              <a:buNone/>
            </a:pPr>
            <a:r>
              <a:rPr sz="2000" b="1" dirty="0" smtClean="0">
                <a:solidFill>
                  <a:schemeClr val="tx1"/>
                </a:solidFill>
                <a:latin typeface="Courier New" pitchFamily="49" charset="0"/>
              </a:rPr>
              <a:t>&lt;</a:t>
            </a:r>
            <a:r>
              <a:rPr sz="2000" b="1" dirty="0" err="1" smtClean="0">
                <a:solidFill>
                  <a:schemeClr val="tx1"/>
                </a:solidFill>
                <a:latin typeface="Courier New" pitchFamily="49" charset="0"/>
              </a:rPr>
              <a:t>javac</a:t>
            </a:r>
            <a:r>
              <a:rPr sz="2000" b="1" dirty="0" smtClean="0">
                <a:solidFill>
                  <a:schemeClr val="tx1"/>
                </a:solidFill>
                <a:latin typeface="Courier New" pitchFamily="49" charset="0"/>
              </a:rPr>
              <a:t> </a:t>
            </a:r>
            <a:r>
              <a:rPr sz="2000" b="1" dirty="0" err="1" smtClean="0">
                <a:solidFill>
                  <a:schemeClr val="tx1"/>
                </a:solidFill>
                <a:latin typeface="Courier New" pitchFamily="49" charset="0"/>
              </a:rPr>
              <a:t>srcdir</a:t>
            </a:r>
            <a:r>
              <a:rPr sz="2000" b="1" dirty="0" smtClean="0">
                <a:solidFill>
                  <a:schemeClr val="tx1"/>
                </a:solidFill>
                <a:latin typeface="Courier New" pitchFamily="49" charset="0"/>
              </a:rPr>
              <a:t>=“${</a:t>
            </a:r>
            <a:r>
              <a:rPr sz="2000" b="1" dirty="0" err="1" smtClean="0">
                <a:solidFill>
                  <a:schemeClr val="tx1"/>
                </a:solidFill>
                <a:latin typeface="Courier New" pitchFamily="49" charset="0"/>
              </a:rPr>
              <a:t>src.dir</a:t>
            </a:r>
            <a:r>
              <a:rPr sz="2000" b="1" dirty="0" smtClean="0">
                <a:solidFill>
                  <a:schemeClr val="tx1"/>
                </a:solidFill>
                <a:latin typeface="Courier New" pitchFamily="49" charset="0"/>
              </a:rPr>
              <a:t>}” </a:t>
            </a:r>
            <a:r>
              <a:rPr sz="2000" b="1" dirty="0" err="1" smtClean="0">
                <a:solidFill>
                  <a:schemeClr val="tx1"/>
                </a:solidFill>
                <a:latin typeface="Courier New" pitchFamily="49" charset="0"/>
              </a:rPr>
              <a:t>destdir</a:t>
            </a:r>
            <a:r>
              <a:rPr sz="2000" b="1" dirty="0" smtClean="0">
                <a:solidFill>
                  <a:schemeClr val="tx1"/>
                </a:solidFill>
                <a:latin typeface="Courier New" pitchFamily="49" charset="0"/>
              </a:rPr>
              <a:t>=“${</a:t>
            </a:r>
            <a:r>
              <a:rPr sz="2000" b="1" dirty="0" err="1" smtClean="0">
                <a:solidFill>
                  <a:schemeClr val="tx1"/>
                </a:solidFill>
                <a:latin typeface="Courier New" pitchFamily="49" charset="0"/>
              </a:rPr>
              <a:t>build.dir</a:t>
            </a:r>
            <a:r>
              <a:rPr sz="2000" b="1" dirty="0" smtClean="0">
                <a:solidFill>
                  <a:schemeClr val="tx1"/>
                </a:solidFill>
                <a:latin typeface="Courier New" pitchFamily="49" charset="0"/>
              </a:rPr>
              <a:t>}” includes=“**/*.java” /&gt;</a:t>
            </a:r>
          </a:p>
          <a:p>
            <a:pPr lvl="1" eaLnBrk="1" hangingPunct="1">
              <a:buFont typeface="Arial" charset="0"/>
              <a:buNone/>
            </a:pPr>
            <a:r>
              <a:rPr sz="2000" b="1" dirty="0" smtClean="0">
                <a:solidFill>
                  <a:schemeClr val="tx1"/>
                </a:solidFill>
                <a:latin typeface="Courier New" pitchFamily="49" charset="0"/>
              </a:rPr>
              <a:t>&lt;/target&gt;</a:t>
            </a:r>
          </a:p>
          <a:p>
            <a:pPr lvl="1" eaLnBrk="1" hangingPunct="1">
              <a:buFont typeface="Arial" charset="0"/>
              <a:buNone/>
            </a:pPr>
            <a:endParaRPr sz="2000" b="1" dirty="0" smtClean="0">
              <a:solidFill>
                <a:schemeClr val="tx1"/>
              </a:solidFill>
              <a:latin typeface="Courier New" pitchFamily="49" charset="0"/>
            </a:endParaRPr>
          </a:p>
          <a:p>
            <a:pPr lvl="1" eaLnBrk="1" hangingPunct="1">
              <a:buFont typeface="Arial" charset="0"/>
              <a:buNone/>
            </a:pPr>
            <a:endParaRPr sz="2000" dirty="0" smtClean="0">
              <a:solidFill>
                <a:schemeClr val="tx1"/>
              </a:solidFill>
            </a:endParaRPr>
          </a:p>
          <a:p>
            <a:pPr algn="just" eaLnBrk="1" hangingPunct="1"/>
            <a:r>
              <a:rPr dirty="0" smtClean="0">
                <a:solidFill>
                  <a:schemeClr val="tx1"/>
                </a:solidFill>
                <a:cs typeface="Arial" charset="0"/>
              </a:rPr>
              <a:t>“**/*.java” notation means “all files recursively” from ‘</a:t>
            </a:r>
            <a:r>
              <a:rPr dirty="0" err="1" smtClean="0">
                <a:solidFill>
                  <a:schemeClr val="tx1"/>
                </a:solidFill>
                <a:cs typeface="Arial" charset="0"/>
              </a:rPr>
              <a:t>srcdir</a:t>
            </a:r>
            <a:r>
              <a:rPr dirty="0" smtClean="0">
                <a:solidFill>
                  <a:schemeClr val="tx1"/>
                </a:solidFill>
                <a:cs typeface="Arial" charset="0"/>
              </a:rPr>
              <a:t>’ that ends with </a:t>
            </a:r>
            <a:r>
              <a:rPr b="1" dirty="0" smtClean="0">
                <a:solidFill>
                  <a:schemeClr val="tx1"/>
                </a:solidFill>
                <a:cs typeface="Arial" charset="0"/>
              </a:rPr>
              <a:t>.</a:t>
            </a:r>
            <a:r>
              <a:rPr dirty="0" smtClean="0">
                <a:solidFill>
                  <a:schemeClr val="tx1"/>
                </a:solidFill>
                <a:cs typeface="Arial" charset="0"/>
              </a:rPr>
              <a:t>java</a:t>
            </a:r>
          </a:p>
          <a:p>
            <a:pPr eaLnBrk="1" hangingPunct="1"/>
            <a:endParaRPr dirty="0" smtClean="0">
              <a:cs typeface="Arial" charset="0"/>
            </a:endParaRPr>
          </a:p>
        </p:txBody>
      </p:sp>
    </p:spTree>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8721" name="AutoShape 4"/>
          <p:cNvSpPr>
            <a:spLocks noChangeArrowheads="1"/>
          </p:cNvSpPr>
          <p:nvPr/>
        </p:nvSpPr>
        <p:spPr bwMode="auto">
          <a:xfrm>
            <a:off x="695325" y="1590675"/>
            <a:ext cx="6599238" cy="1549400"/>
          </a:xfrm>
          <a:prstGeom prst="roundRect">
            <a:avLst>
              <a:gd name="adj" fmla="val 16667"/>
            </a:avLst>
          </a:prstGeom>
          <a:solidFill>
            <a:srgbClr val="CCFFCC"/>
          </a:solidFill>
          <a:ln w="9525">
            <a:solidFill>
              <a:schemeClr val="tx1"/>
            </a:solidFill>
            <a:round/>
            <a:headEnd/>
            <a:tailEnd/>
          </a:ln>
        </p:spPr>
        <p:txBody>
          <a:bodyPr wrap="none" anchor="ctr"/>
          <a:lstStyle/>
          <a:p>
            <a:endParaRPr lang="en-US"/>
          </a:p>
        </p:txBody>
      </p:sp>
      <p:sp>
        <p:nvSpPr>
          <p:cNvPr id="158722" name="Rectangle 2"/>
          <p:cNvSpPr>
            <a:spLocks noGrp="1"/>
          </p:cNvSpPr>
          <p:nvPr>
            <p:ph type="title"/>
          </p:nvPr>
        </p:nvSpPr>
        <p:spPr>
          <a:xfrm>
            <a:off x="228600" y="180975"/>
            <a:ext cx="8458200" cy="549275"/>
          </a:xfrm>
        </p:spPr>
        <p:txBody>
          <a:bodyPr/>
          <a:lstStyle/>
          <a:p>
            <a:pPr eaLnBrk="1" hangingPunct="1"/>
            <a:r>
              <a:rPr dirty="0" smtClean="0">
                <a:solidFill>
                  <a:schemeClr val="tx1"/>
                </a:solidFill>
                <a:cs typeface="Arial" charset="0"/>
              </a:rPr>
              <a:t>Target - jar</a:t>
            </a:r>
          </a:p>
        </p:txBody>
      </p:sp>
      <p:sp>
        <p:nvSpPr>
          <p:cNvPr id="158723" name="Rectangle 3"/>
          <p:cNvSpPr>
            <a:spLocks noGrp="1"/>
          </p:cNvSpPr>
          <p:nvPr>
            <p:ph type="body" idx="1"/>
          </p:nvPr>
        </p:nvSpPr>
        <p:spPr>
          <a:xfrm>
            <a:off x="457200" y="989013"/>
            <a:ext cx="8229600" cy="5262562"/>
          </a:xfrm>
        </p:spPr>
        <p:txBody>
          <a:bodyPr/>
          <a:lstStyle/>
          <a:p>
            <a:pPr algn="just" eaLnBrk="1" hangingPunct="1"/>
            <a:r>
              <a:rPr dirty="0" smtClean="0">
                <a:solidFill>
                  <a:schemeClr val="tx1"/>
                </a:solidFill>
                <a:cs typeface="Arial" charset="0"/>
              </a:rPr>
              <a:t>Once you’ve compiled everything, we should create the jar file</a:t>
            </a:r>
          </a:p>
          <a:p>
            <a:pPr eaLnBrk="1" hangingPunct="1">
              <a:buFont typeface="Arial" charset="0"/>
              <a:buNone/>
            </a:pPr>
            <a:endParaRPr dirty="0" smtClean="0">
              <a:solidFill>
                <a:schemeClr val="tx1"/>
              </a:solidFill>
              <a:cs typeface="Arial" charset="0"/>
            </a:endParaRPr>
          </a:p>
          <a:p>
            <a:pPr lvl="1" eaLnBrk="1" hangingPunct="1">
              <a:buFont typeface="Arial" charset="0"/>
              <a:buNone/>
            </a:pPr>
            <a:r>
              <a:rPr b="1" dirty="0" smtClean="0">
                <a:solidFill>
                  <a:schemeClr val="tx1"/>
                </a:solidFill>
                <a:latin typeface="Courier New" pitchFamily="49" charset="0"/>
              </a:rPr>
              <a:t>&lt;target name=“jar” depends=“compile”&gt;</a:t>
            </a:r>
          </a:p>
          <a:p>
            <a:pPr lvl="2" eaLnBrk="1" hangingPunct="1">
              <a:buFont typeface="Arial" charset="0"/>
              <a:buNone/>
            </a:pPr>
            <a:r>
              <a:rPr sz="1800" b="1" dirty="0" smtClean="0">
                <a:solidFill>
                  <a:schemeClr val="tx1"/>
                </a:solidFill>
                <a:latin typeface="Courier New" pitchFamily="49" charset="0"/>
              </a:rPr>
              <a:t>&lt;jar </a:t>
            </a:r>
            <a:r>
              <a:rPr sz="1800" b="1" dirty="0" err="1" smtClean="0">
                <a:solidFill>
                  <a:schemeClr val="tx1"/>
                </a:solidFill>
                <a:latin typeface="Courier New" pitchFamily="49" charset="0"/>
              </a:rPr>
              <a:t>destfile</a:t>
            </a:r>
            <a:r>
              <a:rPr sz="1800" b="1" dirty="0" smtClean="0">
                <a:solidFill>
                  <a:schemeClr val="tx1"/>
                </a:solidFill>
                <a:latin typeface="Courier New" pitchFamily="49" charset="0"/>
              </a:rPr>
              <a:t>=“${</a:t>
            </a:r>
            <a:r>
              <a:rPr sz="1800" b="1" dirty="0" err="1" smtClean="0">
                <a:solidFill>
                  <a:schemeClr val="tx1"/>
                </a:solidFill>
                <a:latin typeface="Courier New" pitchFamily="49" charset="0"/>
              </a:rPr>
              <a:t>dist.dir</a:t>
            </a:r>
            <a:r>
              <a:rPr sz="1800" b="1" dirty="0" smtClean="0">
                <a:solidFill>
                  <a:schemeClr val="tx1"/>
                </a:solidFill>
                <a:latin typeface="Courier New" pitchFamily="49" charset="0"/>
              </a:rPr>
              <a:t>}/${name}.jar” </a:t>
            </a:r>
            <a:r>
              <a:rPr sz="1800" b="1" dirty="0" err="1" smtClean="0">
                <a:solidFill>
                  <a:schemeClr val="tx1"/>
                </a:solidFill>
                <a:latin typeface="Courier New" pitchFamily="49" charset="0"/>
              </a:rPr>
              <a:t>basedir</a:t>
            </a:r>
            <a:r>
              <a:rPr sz="1800" b="1" dirty="0" smtClean="0">
                <a:solidFill>
                  <a:schemeClr val="tx1"/>
                </a:solidFill>
                <a:latin typeface="Courier New" pitchFamily="49" charset="0"/>
              </a:rPr>
              <a:t>=“${</a:t>
            </a:r>
            <a:r>
              <a:rPr sz="1800" b="1" dirty="0" err="1" smtClean="0">
                <a:solidFill>
                  <a:schemeClr val="tx1"/>
                </a:solidFill>
                <a:latin typeface="Courier New" pitchFamily="49" charset="0"/>
              </a:rPr>
              <a:t>build.dir</a:t>
            </a:r>
            <a:r>
              <a:rPr sz="1800" b="1" dirty="0" smtClean="0">
                <a:solidFill>
                  <a:schemeClr val="tx1"/>
                </a:solidFill>
                <a:latin typeface="Courier New" pitchFamily="49" charset="0"/>
              </a:rPr>
              <a:t>}”/&gt;</a:t>
            </a:r>
          </a:p>
          <a:p>
            <a:pPr lvl="1" eaLnBrk="1" hangingPunct="1">
              <a:buFont typeface="Arial" charset="0"/>
              <a:buNone/>
            </a:pPr>
            <a:r>
              <a:rPr b="1" dirty="0" smtClean="0">
                <a:solidFill>
                  <a:schemeClr val="tx1"/>
                </a:solidFill>
                <a:latin typeface="Courier New" pitchFamily="49" charset="0"/>
              </a:rPr>
              <a:t>&lt;/target&gt;</a:t>
            </a:r>
          </a:p>
          <a:p>
            <a:pPr lvl="1" eaLnBrk="1" hangingPunct="1">
              <a:buFont typeface="Arial" charset="0"/>
              <a:buNone/>
            </a:pPr>
            <a:endParaRPr b="1" dirty="0" smtClean="0">
              <a:solidFill>
                <a:schemeClr val="tx1"/>
              </a:solidFill>
              <a:latin typeface="Courier New" pitchFamily="49" charset="0"/>
            </a:endParaRPr>
          </a:p>
          <a:p>
            <a:pPr eaLnBrk="1" hangingPunct="1"/>
            <a:r>
              <a:rPr dirty="0" smtClean="0">
                <a:solidFill>
                  <a:schemeClr val="tx1"/>
                </a:solidFill>
                <a:cs typeface="Arial" charset="0"/>
              </a:rPr>
              <a:t>This builds a jar file</a:t>
            </a:r>
          </a:p>
          <a:p>
            <a:pPr lvl="1" algn="just" eaLnBrk="1" hangingPunct="1"/>
            <a:r>
              <a:rPr dirty="0" smtClean="0">
                <a:solidFill>
                  <a:schemeClr val="tx1"/>
                </a:solidFill>
              </a:rPr>
              <a:t>The name of the jar file as pointed by property ${name}</a:t>
            </a:r>
          </a:p>
          <a:p>
            <a:pPr lvl="1" algn="just" eaLnBrk="1" hangingPunct="1"/>
            <a:r>
              <a:rPr dirty="0" smtClean="0">
                <a:solidFill>
                  <a:schemeClr val="tx1"/>
                </a:solidFill>
              </a:rPr>
              <a:t>The Jar file will be created In the directory as pointed to by ${</a:t>
            </a:r>
            <a:r>
              <a:rPr dirty="0" err="1" smtClean="0">
                <a:solidFill>
                  <a:schemeClr val="tx1"/>
                </a:solidFill>
              </a:rPr>
              <a:t>dist.dir</a:t>
            </a:r>
            <a:r>
              <a:rPr dirty="0" smtClean="0">
                <a:solidFill>
                  <a:schemeClr val="tx1"/>
                </a:solidFill>
              </a:rPr>
              <a:t>}</a:t>
            </a:r>
          </a:p>
          <a:p>
            <a:pPr lvl="1" algn="just" eaLnBrk="1" hangingPunct="1"/>
            <a:r>
              <a:rPr dirty="0" smtClean="0">
                <a:solidFill>
                  <a:schemeClr val="tx1"/>
                </a:solidFill>
              </a:rPr>
              <a:t>Including everything from the  ${</a:t>
            </a:r>
            <a:r>
              <a:rPr dirty="0" err="1" smtClean="0">
                <a:solidFill>
                  <a:schemeClr val="tx1"/>
                </a:solidFill>
              </a:rPr>
              <a:t>build.dir</a:t>
            </a:r>
            <a:r>
              <a:rPr dirty="0" smtClean="0">
                <a:solidFill>
                  <a:schemeClr val="tx1"/>
                </a:solidFill>
              </a:rPr>
              <a:t>} directory</a:t>
            </a:r>
          </a:p>
          <a:p>
            <a:pPr eaLnBrk="1" hangingPunct="1"/>
            <a:endParaRPr dirty="0" smtClean="0">
              <a:solidFill>
                <a:schemeClr val="tx1"/>
              </a:solidFill>
              <a:cs typeface="Arial" charset="0"/>
            </a:endParaRPr>
          </a:p>
        </p:txBody>
      </p:sp>
    </p:spTree>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9745" name="Rectangle 2"/>
          <p:cNvSpPr>
            <a:spLocks noGrp="1"/>
          </p:cNvSpPr>
          <p:nvPr>
            <p:ph type="title"/>
          </p:nvPr>
        </p:nvSpPr>
        <p:spPr>
          <a:xfrm>
            <a:off x="355600" y="206375"/>
            <a:ext cx="8229600" cy="549275"/>
          </a:xfrm>
        </p:spPr>
        <p:txBody>
          <a:bodyPr/>
          <a:lstStyle/>
          <a:p>
            <a:pPr eaLnBrk="1" hangingPunct="1"/>
            <a:r>
              <a:rPr smtClean="0">
                <a:solidFill>
                  <a:schemeClr val="tx1"/>
                </a:solidFill>
                <a:cs typeface="Arial" charset="0"/>
              </a:rPr>
              <a:t>Built-In Tasks</a:t>
            </a:r>
          </a:p>
        </p:txBody>
      </p:sp>
      <p:sp>
        <p:nvSpPr>
          <p:cNvPr id="159746" name="Rectangle 3"/>
          <p:cNvSpPr>
            <a:spLocks noGrp="1"/>
          </p:cNvSpPr>
          <p:nvPr>
            <p:ph type="body" idx="1"/>
          </p:nvPr>
        </p:nvSpPr>
        <p:spPr>
          <a:xfrm>
            <a:off x="457200" y="1014413"/>
            <a:ext cx="8229600" cy="5237162"/>
          </a:xfrm>
        </p:spPr>
        <p:txBody>
          <a:bodyPr/>
          <a:lstStyle/>
          <a:p>
            <a:pPr algn="just" eaLnBrk="1" hangingPunct="1"/>
            <a:r>
              <a:rPr sz="2400" dirty="0" smtClean="0">
                <a:solidFill>
                  <a:schemeClr val="tx1"/>
                </a:solidFill>
                <a:cs typeface="Arial" charset="0"/>
              </a:rPr>
              <a:t>We will now look at some of the many built-in tasks that ship with Ant</a:t>
            </a:r>
          </a:p>
          <a:p>
            <a:pPr algn="just" eaLnBrk="1" hangingPunct="1"/>
            <a:r>
              <a:rPr sz="2400" dirty="0" smtClean="0">
                <a:solidFill>
                  <a:schemeClr val="tx1"/>
                </a:solidFill>
                <a:cs typeface="Arial" charset="0"/>
              </a:rPr>
              <a:t>We will show some of the most common options; the others are left as exercise…</a:t>
            </a:r>
          </a:p>
          <a:p>
            <a:pPr algn="just" eaLnBrk="1" hangingPunct="1"/>
            <a:r>
              <a:rPr sz="2400" dirty="0" smtClean="0">
                <a:solidFill>
                  <a:schemeClr val="tx1"/>
                </a:solidFill>
                <a:cs typeface="Arial" charset="0"/>
              </a:rPr>
              <a:t>Ant comes with extensive documentation on these tasks showing all possible options</a:t>
            </a:r>
          </a:p>
          <a:p>
            <a:pPr algn="just" eaLnBrk="1" hangingPunct="1"/>
            <a:r>
              <a:rPr sz="2400" dirty="0" smtClean="0">
                <a:solidFill>
                  <a:schemeClr val="tx1"/>
                </a:solidFill>
                <a:cs typeface="Arial" charset="0"/>
              </a:rPr>
              <a:t>We will begin with “property”, “</a:t>
            </a:r>
            <a:r>
              <a:rPr sz="2400" dirty="0" err="1" smtClean="0">
                <a:solidFill>
                  <a:schemeClr val="tx1"/>
                </a:solidFill>
                <a:cs typeface="Arial" charset="0"/>
              </a:rPr>
              <a:t>javac</a:t>
            </a:r>
            <a:r>
              <a:rPr sz="2400" dirty="0" smtClean="0">
                <a:solidFill>
                  <a:schemeClr val="tx1"/>
                </a:solidFill>
                <a:cs typeface="Arial" charset="0"/>
              </a:rPr>
              <a:t>” and “jar” and go into the others in alphabetical order</a:t>
            </a:r>
          </a:p>
          <a:p>
            <a:pPr eaLnBrk="1" hangingPunct="1"/>
            <a:endParaRPr sz="2400" dirty="0" smtClean="0">
              <a:solidFill>
                <a:schemeClr val="tx1"/>
              </a:solidFill>
              <a:cs typeface="Arial" charset="0"/>
            </a:endParaRPr>
          </a:p>
        </p:txBody>
      </p:sp>
    </p:spTree>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1793" name="AutoShape 2"/>
          <p:cNvSpPr>
            <a:spLocks noChangeArrowheads="1"/>
          </p:cNvSpPr>
          <p:nvPr/>
        </p:nvSpPr>
        <p:spPr bwMode="auto">
          <a:xfrm>
            <a:off x="381000" y="2406650"/>
            <a:ext cx="4713288" cy="3825875"/>
          </a:xfrm>
          <a:prstGeom prst="roundRect">
            <a:avLst>
              <a:gd name="adj" fmla="val 16667"/>
            </a:avLst>
          </a:prstGeom>
          <a:solidFill>
            <a:srgbClr val="CCFFCC"/>
          </a:solidFill>
          <a:ln w="9525">
            <a:solidFill>
              <a:schemeClr val="tx1"/>
            </a:solidFill>
            <a:round/>
            <a:headEnd/>
            <a:tailEnd/>
          </a:ln>
        </p:spPr>
        <p:txBody>
          <a:bodyPr wrap="none" anchor="ctr"/>
          <a:lstStyle/>
          <a:p>
            <a:endParaRPr lang="en-US"/>
          </a:p>
        </p:txBody>
      </p:sp>
      <p:sp>
        <p:nvSpPr>
          <p:cNvPr id="161794" name="Rectangle 3"/>
          <p:cNvSpPr>
            <a:spLocks noGrp="1"/>
          </p:cNvSpPr>
          <p:nvPr>
            <p:ph type="title"/>
          </p:nvPr>
        </p:nvSpPr>
        <p:spPr>
          <a:xfrm>
            <a:off x="457200" y="233363"/>
            <a:ext cx="8229600" cy="549275"/>
          </a:xfrm>
        </p:spPr>
        <p:txBody>
          <a:bodyPr/>
          <a:lstStyle/>
          <a:p>
            <a:pPr eaLnBrk="1" hangingPunct="1"/>
            <a:r>
              <a:rPr smtClean="0">
                <a:solidFill>
                  <a:schemeClr val="tx1"/>
                </a:solidFill>
                <a:cs typeface="Arial" charset="0"/>
              </a:rPr>
              <a:t>Working with Properties</a:t>
            </a:r>
          </a:p>
        </p:txBody>
      </p:sp>
      <p:sp>
        <p:nvSpPr>
          <p:cNvPr id="161795" name="Rectangle 4"/>
          <p:cNvSpPr>
            <a:spLocks noGrp="1"/>
          </p:cNvSpPr>
          <p:nvPr>
            <p:ph type="body" idx="1"/>
          </p:nvPr>
        </p:nvSpPr>
        <p:spPr>
          <a:xfrm>
            <a:off x="381000" y="952988"/>
            <a:ext cx="8308975" cy="5140325"/>
          </a:xfrm>
        </p:spPr>
        <p:txBody>
          <a:bodyPr/>
          <a:lstStyle/>
          <a:p>
            <a:pPr eaLnBrk="1" hangingPunct="1"/>
            <a:r>
              <a:rPr sz="1800" dirty="0" smtClean="0">
                <a:solidFill>
                  <a:schemeClr val="tx1"/>
                </a:solidFill>
                <a:cs typeface="Arial" charset="0"/>
              </a:rPr>
              <a:t>Hard-coding directory paths and filenames is not a good idea in any area of programming</a:t>
            </a:r>
          </a:p>
          <a:p>
            <a:pPr eaLnBrk="1" hangingPunct="1"/>
            <a:r>
              <a:rPr sz="1800" dirty="0" smtClean="0">
                <a:solidFill>
                  <a:schemeClr val="tx1"/>
                </a:solidFill>
                <a:cs typeface="Arial" charset="0"/>
              </a:rPr>
              <a:t>Properties comes handy in this case</a:t>
            </a:r>
          </a:p>
          <a:p>
            <a:pPr eaLnBrk="1" hangingPunct="1"/>
            <a:r>
              <a:rPr sz="1800" dirty="0" smtClean="0">
                <a:solidFill>
                  <a:schemeClr val="tx1"/>
                </a:solidFill>
                <a:cs typeface="Arial" charset="0"/>
              </a:rPr>
              <a:t>The ${} notation is used by Ant to retrieve the value of the Property</a:t>
            </a:r>
          </a:p>
        </p:txBody>
      </p:sp>
      <p:sp>
        <p:nvSpPr>
          <p:cNvPr id="161796" name="Text Box 5"/>
          <p:cNvSpPr txBox="1">
            <a:spLocks noChangeArrowheads="1"/>
          </p:cNvSpPr>
          <p:nvPr/>
        </p:nvSpPr>
        <p:spPr bwMode="auto">
          <a:xfrm>
            <a:off x="468313" y="2554288"/>
            <a:ext cx="4711700" cy="3759200"/>
          </a:xfrm>
          <a:prstGeom prst="rect">
            <a:avLst/>
          </a:prstGeom>
          <a:noFill/>
          <a:ln w="9525">
            <a:noFill/>
            <a:miter lim="800000"/>
            <a:headEnd/>
            <a:tailEnd/>
          </a:ln>
        </p:spPr>
        <p:txBody>
          <a:bodyPr>
            <a:spAutoFit/>
          </a:bodyPr>
          <a:lstStyle/>
          <a:p>
            <a:r>
              <a:rPr lang="en-US" sz="1600" b="1"/>
              <a:t>Displaying default properties of Ant</a:t>
            </a:r>
          </a:p>
          <a:p>
            <a:r>
              <a:rPr lang="en-US" sz="1600"/>
              <a:t>&lt;project name="Ant Properties Project" basedir="." default="builtin"&gt;</a:t>
            </a:r>
          </a:p>
          <a:p>
            <a:r>
              <a:rPr lang="en-US" sz="1600"/>
              <a:t>  &lt;target name="builtin"&gt;</a:t>
            </a:r>
          </a:p>
          <a:p>
            <a:r>
              <a:rPr lang="en-US" sz="1600"/>
              <a:t>    &lt;echo message="The base directory: ${basedir}"/&gt;</a:t>
            </a:r>
          </a:p>
          <a:p>
            <a:r>
              <a:rPr lang="en-US" sz="1600"/>
              <a:t>    &lt;echo message="This file: ${ant.file}"/&gt;</a:t>
            </a:r>
          </a:p>
          <a:p>
            <a:r>
              <a:rPr lang="en-US" sz="1600"/>
              <a:t>    &lt;echo message="Ant version: ${ant.version}"/&gt;</a:t>
            </a:r>
          </a:p>
          <a:p>
            <a:r>
              <a:rPr lang="en-US" sz="1600"/>
              <a:t>    &lt;echo message="Project name: ${ant.project.name}"/&gt;</a:t>
            </a:r>
          </a:p>
          <a:p>
            <a:r>
              <a:rPr lang="en-US" sz="1600"/>
              <a:t>    &lt;echo message="Java version: ${ant.java.version}"/&gt;</a:t>
            </a:r>
          </a:p>
          <a:p>
            <a:r>
              <a:rPr lang="en-US" sz="1600"/>
              <a:t>  &lt;/target&gt;</a:t>
            </a:r>
          </a:p>
          <a:p>
            <a:r>
              <a:rPr lang="en-US" sz="1600"/>
              <a:t>&lt;/project&gt;</a:t>
            </a:r>
          </a:p>
          <a:p>
            <a:endParaRPr lang="en-US" sz="1600"/>
          </a:p>
        </p:txBody>
      </p:sp>
      <p:pic>
        <p:nvPicPr>
          <p:cNvPr id="161797" name="Picture 6"/>
          <p:cNvPicPr>
            <a:picLocks noChangeAspect="1" noChangeArrowheads="1"/>
          </p:cNvPicPr>
          <p:nvPr/>
        </p:nvPicPr>
        <p:blipFill>
          <a:blip r:embed="rId3"/>
          <a:srcRect/>
          <a:stretch>
            <a:fillRect/>
          </a:stretch>
        </p:blipFill>
        <p:spPr bwMode="auto">
          <a:xfrm>
            <a:off x="5227638" y="2562225"/>
            <a:ext cx="3538537" cy="2705100"/>
          </a:xfrm>
          <a:prstGeom prst="rect">
            <a:avLst/>
          </a:prstGeom>
          <a:noFill/>
          <a:ln w="9525">
            <a:noFill/>
            <a:miter lim="800000"/>
            <a:headEnd/>
            <a:tailEnd/>
          </a:ln>
        </p:spPr>
      </p:pic>
      <p:sp>
        <p:nvSpPr>
          <p:cNvPr id="161798" name="AutoShape 7"/>
          <p:cNvSpPr>
            <a:spLocks noChangeArrowheads="1"/>
          </p:cNvSpPr>
          <p:nvPr/>
        </p:nvSpPr>
        <p:spPr bwMode="auto">
          <a:xfrm>
            <a:off x="6791325" y="2486025"/>
            <a:ext cx="2219325" cy="428625"/>
          </a:xfrm>
          <a:prstGeom prst="wedgeEllipseCallout">
            <a:avLst>
              <a:gd name="adj1" fmla="val -37556"/>
              <a:gd name="adj2" fmla="val 138519"/>
            </a:avLst>
          </a:prstGeom>
          <a:solidFill>
            <a:srgbClr val="CCFFCC"/>
          </a:solidFill>
          <a:ln w="9525" algn="ctr">
            <a:solidFill>
              <a:srgbClr val="000000"/>
            </a:solidFill>
            <a:miter lim="800000"/>
            <a:headEnd/>
            <a:tailEnd/>
          </a:ln>
        </p:spPr>
        <p:txBody>
          <a:bodyPr/>
          <a:lstStyle/>
          <a:p>
            <a:pPr marL="742950" indent="-285750" algn="ctr"/>
            <a:r>
              <a:rPr lang="en-US" dirty="0"/>
              <a:t>Output</a:t>
            </a:r>
          </a:p>
        </p:txBody>
      </p:sp>
    </p:spTree>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41" name="AutoShape 2"/>
          <p:cNvSpPr>
            <a:spLocks noChangeArrowheads="1"/>
          </p:cNvSpPr>
          <p:nvPr/>
        </p:nvSpPr>
        <p:spPr bwMode="auto">
          <a:xfrm>
            <a:off x="765175" y="3770313"/>
            <a:ext cx="7308850" cy="1697037"/>
          </a:xfrm>
          <a:prstGeom prst="roundRect">
            <a:avLst>
              <a:gd name="adj" fmla="val 16667"/>
            </a:avLst>
          </a:prstGeom>
          <a:solidFill>
            <a:srgbClr val="CCFFCC"/>
          </a:solidFill>
          <a:ln w="9525">
            <a:solidFill>
              <a:schemeClr val="tx1"/>
            </a:solidFill>
            <a:round/>
            <a:headEnd/>
            <a:tailEnd/>
          </a:ln>
        </p:spPr>
        <p:txBody>
          <a:bodyPr wrap="none" anchor="ctr"/>
          <a:lstStyle/>
          <a:p>
            <a:endParaRPr lang="en-US"/>
          </a:p>
        </p:txBody>
      </p:sp>
      <p:sp>
        <p:nvSpPr>
          <p:cNvPr id="163842" name="Rectangle 3"/>
          <p:cNvSpPr>
            <a:spLocks noGrp="1"/>
          </p:cNvSpPr>
          <p:nvPr>
            <p:ph type="title"/>
          </p:nvPr>
        </p:nvSpPr>
        <p:spPr>
          <a:xfrm>
            <a:off x="250825" y="228600"/>
            <a:ext cx="8229600" cy="549275"/>
          </a:xfrm>
        </p:spPr>
        <p:txBody>
          <a:bodyPr/>
          <a:lstStyle/>
          <a:p>
            <a:pPr eaLnBrk="1" hangingPunct="1"/>
            <a:r>
              <a:rPr smtClean="0">
                <a:solidFill>
                  <a:schemeClr val="tx1"/>
                </a:solidFill>
                <a:cs typeface="Arial" charset="0"/>
              </a:rPr>
              <a:t>Setting properties in a build.xml</a:t>
            </a:r>
          </a:p>
        </p:txBody>
      </p:sp>
      <p:sp>
        <p:nvSpPr>
          <p:cNvPr id="163843" name="Rectangle 4"/>
          <p:cNvSpPr>
            <a:spLocks noGrp="1"/>
          </p:cNvSpPr>
          <p:nvPr>
            <p:ph type="body" idx="1"/>
          </p:nvPr>
        </p:nvSpPr>
        <p:spPr>
          <a:xfrm>
            <a:off x="457200" y="1111250"/>
            <a:ext cx="8229600" cy="5140325"/>
          </a:xfrm>
        </p:spPr>
        <p:txBody>
          <a:bodyPr/>
          <a:lstStyle/>
          <a:p>
            <a:pPr eaLnBrk="1" hangingPunct="1"/>
            <a:r>
              <a:rPr dirty="0" smtClean="0">
                <a:solidFill>
                  <a:schemeClr val="tx1"/>
                </a:solidFill>
                <a:cs typeface="Arial" charset="0"/>
              </a:rPr>
              <a:t>The &lt;property&gt; element is defined as a </a:t>
            </a:r>
            <a:r>
              <a:rPr b="1" dirty="0" smtClean="0">
                <a:solidFill>
                  <a:schemeClr val="tx1"/>
                </a:solidFill>
                <a:cs typeface="Arial" charset="0"/>
              </a:rPr>
              <a:t>task</a:t>
            </a:r>
            <a:r>
              <a:rPr dirty="0" smtClean="0">
                <a:solidFill>
                  <a:schemeClr val="tx1"/>
                </a:solidFill>
                <a:cs typeface="Arial" charset="0"/>
              </a:rPr>
              <a:t>, unlike the &lt;project&gt; and &lt;target&gt; elements</a:t>
            </a:r>
          </a:p>
          <a:p>
            <a:pPr eaLnBrk="1" hangingPunct="1"/>
            <a:r>
              <a:rPr dirty="0" smtClean="0">
                <a:solidFill>
                  <a:schemeClr val="tx1"/>
                </a:solidFill>
                <a:cs typeface="Arial" charset="0"/>
              </a:rPr>
              <a:t>The&lt;property&gt; elements can be included inside a target depending on which target has been selected</a:t>
            </a:r>
          </a:p>
          <a:p>
            <a:pPr eaLnBrk="1" hangingPunct="1"/>
            <a:r>
              <a:rPr dirty="0" smtClean="0">
                <a:solidFill>
                  <a:schemeClr val="tx1"/>
                </a:solidFill>
                <a:cs typeface="Arial" charset="0"/>
              </a:rPr>
              <a:t>Properties can also be set at the beginning of a build file so that they apply to the entire build</a:t>
            </a:r>
          </a:p>
          <a:p>
            <a:pPr eaLnBrk="1" hangingPunct="1"/>
            <a:r>
              <a:rPr dirty="0" smtClean="0">
                <a:solidFill>
                  <a:schemeClr val="tx1"/>
                </a:solidFill>
                <a:cs typeface="Arial" charset="0"/>
              </a:rPr>
              <a:t>Properties inside a target overrides any properties set at the project </a:t>
            </a:r>
          </a:p>
          <a:p>
            <a:pPr eaLnBrk="1" hangingPunct="1"/>
            <a:endParaRPr dirty="0" smtClean="0">
              <a:solidFill>
                <a:schemeClr val="tx1"/>
              </a:solidFill>
              <a:cs typeface="Arial" charset="0"/>
            </a:endParaRPr>
          </a:p>
          <a:p>
            <a:pPr lvl="1" eaLnBrk="1" hangingPunct="1">
              <a:buFont typeface="Arial" charset="0"/>
              <a:buNone/>
            </a:pPr>
            <a:r>
              <a:rPr sz="2000" b="1" dirty="0" smtClean="0">
                <a:solidFill>
                  <a:schemeClr val="tx1"/>
                </a:solidFill>
                <a:latin typeface="Courier New" pitchFamily="49" charset="0"/>
              </a:rPr>
              <a:t>&lt;target name="</a:t>
            </a:r>
            <a:r>
              <a:rPr sz="2000" b="1" dirty="0" err="1" smtClean="0">
                <a:solidFill>
                  <a:schemeClr val="tx1"/>
                </a:solidFill>
                <a:latin typeface="Courier New" pitchFamily="49" charset="0"/>
              </a:rPr>
              <a:t>properties.custom</a:t>
            </a:r>
            <a:r>
              <a:rPr sz="2000" b="1" dirty="0" smtClean="0">
                <a:solidFill>
                  <a:schemeClr val="tx1"/>
                </a:solidFill>
                <a:latin typeface="Courier New" pitchFamily="49" charset="0"/>
              </a:rPr>
              <a:t>"&gt;</a:t>
            </a:r>
          </a:p>
          <a:p>
            <a:pPr lvl="1" eaLnBrk="1" hangingPunct="1">
              <a:buFont typeface="Arial" charset="0"/>
              <a:buNone/>
            </a:pPr>
            <a:r>
              <a:rPr sz="2000" b="1" dirty="0" smtClean="0">
                <a:solidFill>
                  <a:schemeClr val="tx1"/>
                </a:solidFill>
                <a:latin typeface="Courier New" pitchFamily="49" charset="0"/>
              </a:rPr>
              <a:t>  &lt;property name="version" value="1.1"/&gt;</a:t>
            </a:r>
          </a:p>
          <a:p>
            <a:pPr lvl="1" eaLnBrk="1" hangingPunct="1">
              <a:buFont typeface="Arial" charset="0"/>
              <a:buNone/>
            </a:pPr>
            <a:r>
              <a:rPr sz="2000" b="1" dirty="0" smtClean="0">
                <a:solidFill>
                  <a:schemeClr val="tx1"/>
                </a:solidFill>
                <a:latin typeface="Courier New" pitchFamily="49" charset="0"/>
              </a:rPr>
              <a:t>  &lt;echo message="Version. = ${version}"/&gt;</a:t>
            </a:r>
          </a:p>
          <a:p>
            <a:pPr lvl="1" eaLnBrk="1" hangingPunct="1">
              <a:buFont typeface="Arial" charset="0"/>
              <a:buNone/>
            </a:pPr>
            <a:r>
              <a:rPr sz="2000" b="1" dirty="0" smtClean="0">
                <a:solidFill>
                  <a:schemeClr val="tx1"/>
                </a:solidFill>
                <a:latin typeface="Courier New" pitchFamily="49" charset="0"/>
              </a:rPr>
              <a:t>&lt;/target&gt;</a:t>
            </a:r>
          </a:p>
        </p:txBody>
      </p:sp>
    </p:spTree>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5889" name="AutoShape 8"/>
          <p:cNvSpPr>
            <a:spLocks noChangeArrowheads="1"/>
          </p:cNvSpPr>
          <p:nvPr/>
        </p:nvSpPr>
        <p:spPr bwMode="auto">
          <a:xfrm>
            <a:off x="436563" y="4711700"/>
            <a:ext cx="6342062" cy="1112838"/>
          </a:xfrm>
          <a:prstGeom prst="roundRect">
            <a:avLst>
              <a:gd name="adj" fmla="val 16667"/>
            </a:avLst>
          </a:prstGeom>
          <a:solidFill>
            <a:srgbClr val="CCFFCC"/>
          </a:solidFill>
          <a:ln w="9525">
            <a:solidFill>
              <a:schemeClr val="tx1"/>
            </a:solidFill>
            <a:round/>
            <a:headEnd/>
            <a:tailEnd/>
          </a:ln>
        </p:spPr>
        <p:txBody>
          <a:bodyPr wrap="none" anchor="ctr"/>
          <a:lstStyle/>
          <a:p>
            <a:pPr algn="ctr" defTabSz="914400"/>
            <a:endParaRPr lang="en-US" sz="2000"/>
          </a:p>
          <a:p>
            <a:pPr algn="ctr" defTabSz="914400"/>
            <a:endParaRPr lang="en-US" sz="2000"/>
          </a:p>
          <a:p>
            <a:pPr algn="ctr" defTabSz="914400"/>
            <a:endParaRPr lang="en-US" sz="2000"/>
          </a:p>
        </p:txBody>
      </p:sp>
      <p:sp>
        <p:nvSpPr>
          <p:cNvPr id="165890" name="AutoShape 7"/>
          <p:cNvSpPr>
            <a:spLocks noChangeArrowheads="1"/>
          </p:cNvSpPr>
          <p:nvPr/>
        </p:nvSpPr>
        <p:spPr bwMode="auto">
          <a:xfrm>
            <a:off x="436563" y="3021013"/>
            <a:ext cx="6223000" cy="1331912"/>
          </a:xfrm>
          <a:prstGeom prst="roundRect">
            <a:avLst>
              <a:gd name="adj" fmla="val 16667"/>
            </a:avLst>
          </a:prstGeom>
          <a:solidFill>
            <a:srgbClr val="CCFFCC"/>
          </a:solidFill>
          <a:ln w="9525">
            <a:solidFill>
              <a:schemeClr val="tx1"/>
            </a:solidFill>
            <a:round/>
            <a:headEnd/>
            <a:tailEnd/>
          </a:ln>
        </p:spPr>
        <p:txBody>
          <a:bodyPr wrap="none" anchor="ctr"/>
          <a:lstStyle/>
          <a:p>
            <a:endParaRPr lang="en-US"/>
          </a:p>
        </p:txBody>
      </p:sp>
      <p:sp>
        <p:nvSpPr>
          <p:cNvPr id="165891" name="Rectangle 4"/>
          <p:cNvSpPr>
            <a:spLocks noGrp="1"/>
          </p:cNvSpPr>
          <p:nvPr>
            <p:ph type="title"/>
          </p:nvPr>
        </p:nvSpPr>
        <p:spPr>
          <a:xfrm>
            <a:off x="431800" y="168275"/>
            <a:ext cx="8229600" cy="549275"/>
          </a:xfrm>
        </p:spPr>
        <p:txBody>
          <a:bodyPr/>
          <a:lstStyle/>
          <a:p>
            <a:pPr eaLnBrk="1" hangingPunct="1"/>
            <a:r>
              <a:rPr smtClean="0">
                <a:solidFill>
                  <a:schemeClr val="tx1"/>
                </a:solidFill>
                <a:cs typeface="Arial" charset="0"/>
              </a:rPr>
              <a:t>Properties file</a:t>
            </a:r>
          </a:p>
        </p:txBody>
      </p:sp>
      <p:sp>
        <p:nvSpPr>
          <p:cNvPr id="165892" name="Rectangle 5"/>
          <p:cNvSpPr>
            <a:spLocks noGrp="1"/>
          </p:cNvSpPr>
          <p:nvPr>
            <p:ph type="body" idx="1"/>
          </p:nvPr>
        </p:nvSpPr>
        <p:spPr>
          <a:xfrm>
            <a:off x="417513" y="1039813"/>
            <a:ext cx="8269287" cy="5211762"/>
          </a:xfrm>
        </p:spPr>
        <p:txBody>
          <a:bodyPr/>
          <a:lstStyle/>
          <a:p>
            <a:pPr algn="just" eaLnBrk="1" hangingPunct="1"/>
            <a:r>
              <a:rPr dirty="0" smtClean="0">
                <a:solidFill>
                  <a:schemeClr val="tx1"/>
                </a:solidFill>
                <a:cs typeface="Arial" charset="0"/>
              </a:rPr>
              <a:t>All the property values used in a </a:t>
            </a:r>
            <a:r>
              <a:rPr dirty="0" err="1" smtClean="0">
                <a:solidFill>
                  <a:schemeClr val="tx1"/>
                </a:solidFill>
                <a:cs typeface="Arial" charset="0"/>
              </a:rPr>
              <a:t>build.xml</a:t>
            </a:r>
            <a:r>
              <a:rPr dirty="0" smtClean="0">
                <a:solidFill>
                  <a:schemeClr val="tx1"/>
                </a:solidFill>
                <a:cs typeface="Arial" charset="0"/>
              </a:rPr>
              <a:t> can be grouped in a separate ‘properties’ file </a:t>
            </a:r>
          </a:p>
          <a:p>
            <a:pPr algn="just" eaLnBrk="1" hangingPunct="1"/>
            <a:r>
              <a:rPr dirty="0" smtClean="0">
                <a:solidFill>
                  <a:schemeClr val="tx1"/>
                </a:solidFill>
                <a:cs typeface="Arial" charset="0"/>
              </a:rPr>
              <a:t>The property values are immutable</a:t>
            </a:r>
          </a:p>
          <a:p>
            <a:pPr algn="just" eaLnBrk="1" hangingPunct="1"/>
            <a:r>
              <a:rPr dirty="0" smtClean="0">
                <a:solidFill>
                  <a:schemeClr val="tx1"/>
                </a:solidFill>
                <a:cs typeface="Arial" charset="0"/>
              </a:rPr>
              <a:t>If you set a property value in the properties file you cannot change it in the build file</a:t>
            </a:r>
          </a:p>
          <a:p>
            <a:pPr eaLnBrk="1" hangingPunct="1">
              <a:buFont typeface="Arial" charset="0"/>
              <a:buNone/>
            </a:pPr>
            <a:r>
              <a:rPr b="1" dirty="0" smtClean="0">
                <a:solidFill>
                  <a:schemeClr val="tx1"/>
                </a:solidFill>
                <a:cs typeface="Arial" charset="0"/>
              </a:rPr>
              <a:t>	</a:t>
            </a:r>
          </a:p>
          <a:p>
            <a:pPr eaLnBrk="1" hangingPunct="1">
              <a:buFont typeface="Arial" charset="0"/>
              <a:buNone/>
            </a:pPr>
            <a:r>
              <a:rPr b="1" dirty="0" err="1" smtClean="0">
                <a:solidFill>
                  <a:schemeClr val="tx1"/>
                </a:solidFill>
                <a:cs typeface="Arial" charset="0"/>
              </a:rPr>
              <a:t>Sample.properties</a:t>
            </a:r>
            <a:endParaRPr b="1" dirty="0" smtClean="0">
              <a:solidFill>
                <a:schemeClr val="tx1"/>
              </a:solidFill>
              <a:cs typeface="Arial" charset="0"/>
            </a:endParaRPr>
          </a:p>
          <a:p>
            <a:pPr eaLnBrk="1" hangingPunct="1">
              <a:buFont typeface="Arial" charset="0"/>
              <a:buNone/>
            </a:pPr>
            <a:r>
              <a:rPr dirty="0" smtClean="0">
                <a:solidFill>
                  <a:schemeClr val="tx1"/>
                </a:solidFill>
                <a:latin typeface="Courier New" pitchFamily="49" charset="0"/>
                <a:cs typeface="Arial" charset="0"/>
              </a:rPr>
              <a:t>	</a:t>
            </a:r>
            <a:r>
              <a:rPr dirty="0" err="1" smtClean="0">
                <a:solidFill>
                  <a:schemeClr val="tx1"/>
                </a:solidFill>
                <a:latin typeface="Courier New" pitchFamily="49" charset="0"/>
                <a:cs typeface="Arial" charset="0"/>
              </a:rPr>
              <a:t>web.lib.dir</a:t>
            </a:r>
            <a:r>
              <a:rPr dirty="0" smtClean="0">
                <a:solidFill>
                  <a:schemeClr val="tx1"/>
                </a:solidFill>
                <a:latin typeface="Courier New" pitchFamily="49" charset="0"/>
                <a:cs typeface="Arial" charset="0"/>
              </a:rPr>
              <a:t>=${</a:t>
            </a:r>
            <a:r>
              <a:rPr dirty="0" err="1" smtClean="0">
                <a:solidFill>
                  <a:schemeClr val="tx1"/>
                </a:solidFill>
                <a:latin typeface="Courier New" pitchFamily="49" charset="0"/>
                <a:cs typeface="Arial" charset="0"/>
              </a:rPr>
              <a:t>web.dir</a:t>
            </a:r>
            <a:r>
              <a:rPr dirty="0" smtClean="0">
                <a:solidFill>
                  <a:schemeClr val="tx1"/>
                </a:solidFill>
                <a:latin typeface="Courier New" pitchFamily="49" charset="0"/>
                <a:cs typeface="Arial" charset="0"/>
              </a:rPr>
              <a:t>}/WEB-INF/lib </a:t>
            </a:r>
          </a:p>
          <a:p>
            <a:pPr eaLnBrk="1" hangingPunct="1">
              <a:buFont typeface="Arial" charset="0"/>
              <a:buNone/>
            </a:pPr>
            <a:r>
              <a:rPr dirty="0" smtClean="0">
                <a:solidFill>
                  <a:schemeClr val="tx1"/>
                </a:solidFill>
                <a:latin typeface="Courier New" pitchFamily="49" charset="0"/>
                <a:cs typeface="Arial" charset="0"/>
              </a:rPr>
              <a:t>	</a:t>
            </a:r>
            <a:r>
              <a:rPr dirty="0" err="1" smtClean="0">
                <a:solidFill>
                  <a:schemeClr val="tx1"/>
                </a:solidFill>
                <a:latin typeface="Courier New" pitchFamily="49" charset="0"/>
                <a:cs typeface="Arial" charset="0"/>
              </a:rPr>
              <a:t>build.classes.dir</a:t>
            </a:r>
            <a:r>
              <a:rPr dirty="0" smtClean="0">
                <a:solidFill>
                  <a:schemeClr val="tx1"/>
                </a:solidFill>
                <a:latin typeface="Courier New" pitchFamily="49" charset="0"/>
                <a:cs typeface="Arial" charset="0"/>
              </a:rPr>
              <a:t>=build/classes</a:t>
            </a:r>
          </a:p>
          <a:p>
            <a:pPr eaLnBrk="1" hangingPunct="1">
              <a:buFont typeface="Arial" charset="0"/>
              <a:buNone/>
            </a:pPr>
            <a:endParaRPr dirty="0" smtClean="0">
              <a:solidFill>
                <a:schemeClr val="tx1"/>
              </a:solidFill>
              <a:latin typeface="Courier New" pitchFamily="49" charset="0"/>
              <a:cs typeface="Arial" charset="0"/>
            </a:endParaRPr>
          </a:p>
          <a:p>
            <a:pPr eaLnBrk="1" hangingPunct="1">
              <a:buFont typeface="Arial" charset="0"/>
              <a:buNone/>
            </a:pPr>
            <a:endParaRPr b="1" dirty="0" smtClean="0">
              <a:solidFill>
                <a:schemeClr val="tx1"/>
              </a:solidFill>
              <a:cs typeface="Arial" charset="0"/>
            </a:endParaRPr>
          </a:p>
          <a:p>
            <a:pPr eaLnBrk="1" hangingPunct="1">
              <a:buFont typeface="Arial" charset="0"/>
              <a:buNone/>
            </a:pPr>
            <a:r>
              <a:rPr b="1" dirty="0" smtClean="0">
                <a:solidFill>
                  <a:schemeClr val="tx1"/>
                </a:solidFill>
                <a:cs typeface="Arial" charset="0"/>
              </a:rPr>
              <a:t>Using that in </a:t>
            </a:r>
            <a:r>
              <a:rPr b="1" dirty="0" err="1" smtClean="0">
                <a:solidFill>
                  <a:schemeClr val="tx1"/>
                </a:solidFill>
                <a:cs typeface="Arial" charset="0"/>
              </a:rPr>
              <a:t>build.xml</a:t>
            </a:r>
            <a:endParaRPr b="1" dirty="0" smtClean="0">
              <a:solidFill>
                <a:schemeClr val="tx1"/>
              </a:solidFill>
              <a:cs typeface="Arial" charset="0"/>
            </a:endParaRPr>
          </a:p>
          <a:p>
            <a:pPr eaLnBrk="1" hangingPunct="1">
              <a:buFont typeface="Arial" charset="0"/>
              <a:buNone/>
            </a:pPr>
            <a:r>
              <a:rPr dirty="0" smtClean="0">
                <a:solidFill>
                  <a:schemeClr val="tx1"/>
                </a:solidFill>
                <a:latin typeface="Courier New" pitchFamily="49" charset="0"/>
                <a:cs typeface="Arial" charset="0"/>
              </a:rPr>
              <a:t>	&lt;</a:t>
            </a:r>
            <a:r>
              <a:rPr b="1" dirty="0" smtClean="0">
                <a:solidFill>
                  <a:schemeClr val="tx1"/>
                </a:solidFill>
                <a:latin typeface="Courier New" pitchFamily="49" charset="0"/>
                <a:cs typeface="Arial" charset="0"/>
              </a:rPr>
              <a:t>property</a:t>
            </a:r>
            <a:r>
              <a:rPr dirty="0" smtClean="0">
                <a:solidFill>
                  <a:schemeClr val="tx1"/>
                </a:solidFill>
                <a:latin typeface="Courier New" pitchFamily="49" charset="0"/>
                <a:cs typeface="Arial" charset="0"/>
              </a:rPr>
              <a:t> file=“</a:t>
            </a:r>
            <a:r>
              <a:rPr dirty="0" err="1" smtClean="0">
                <a:solidFill>
                  <a:schemeClr val="tx1"/>
                </a:solidFill>
                <a:latin typeface="Courier New" pitchFamily="49" charset="0"/>
                <a:cs typeface="Arial" charset="0"/>
              </a:rPr>
              <a:t>Sample.properties</a:t>
            </a:r>
            <a:r>
              <a:rPr dirty="0" smtClean="0">
                <a:solidFill>
                  <a:schemeClr val="tx1"/>
                </a:solidFill>
                <a:latin typeface="Courier New" pitchFamily="49" charset="0"/>
                <a:cs typeface="Arial" charset="0"/>
              </a:rPr>
              <a:t>" /&gt;</a:t>
            </a:r>
            <a:r>
              <a:rPr dirty="0" smtClean="0">
                <a:solidFill>
                  <a:schemeClr val="tx1"/>
                </a:solidFill>
                <a:cs typeface="Arial" charset="0"/>
              </a:rPr>
              <a:t> </a:t>
            </a:r>
          </a:p>
        </p:txBody>
      </p:sp>
    </p:spTree>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7937" name="Rectangle 2"/>
          <p:cNvSpPr>
            <a:spLocks noGrp="1"/>
          </p:cNvSpPr>
          <p:nvPr>
            <p:ph type="title"/>
          </p:nvPr>
        </p:nvSpPr>
        <p:spPr>
          <a:xfrm>
            <a:off x="355600" y="206375"/>
            <a:ext cx="8229600" cy="549275"/>
          </a:xfrm>
        </p:spPr>
        <p:txBody>
          <a:bodyPr/>
          <a:lstStyle/>
          <a:p>
            <a:pPr eaLnBrk="1" hangingPunct="1"/>
            <a:r>
              <a:rPr smtClean="0">
                <a:solidFill>
                  <a:schemeClr val="tx1"/>
                </a:solidFill>
                <a:cs typeface="Arial" charset="0"/>
              </a:rPr>
              <a:t>&lt;javac&gt;</a:t>
            </a:r>
          </a:p>
        </p:txBody>
      </p:sp>
      <p:sp>
        <p:nvSpPr>
          <p:cNvPr id="167938" name="Rectangle 3"/>
          <p:cNvSpPr>
            <a:spLocks noGrp="1"/>
          </p:cNvSpPr>
          <p:nvPr>
            <p:ph type="body" idx="1"/>
          </p:nvPr>
        </p:nvSpPr>
        <p:spPr>
          <a:xfrm>
            <a:off x="457200" y="1014413"/>
            <a:ext cx="8229600" cy="5237162"/>
          </a:xfrm>
        </p:spPr>
        <p:txBody>
          <a:bodyPr/>
          <a:lstStyle/>
          <a:p>
            <a:pPr algn="just" eaLnBrk="1" hangingPunct="1"/>
            <a:r>
              <a:rPr dirty="0" smtClean="0">
                <a:solidFill>
                  <a:schemeClr val="tx1"/>
                </a:solidFill>
                <a:cs typeface="Arial" charset="0"/>
              </a:rPr>
              <a:t>The </a:t>
            </a:r>
            <a:r>
              <a:rPr dirty="0" err="1" smtClean="0">
                <a:solidFill>
                  <a:schemeClr val="tx1"/>
                </a:solidFill>
                <a:cs typeface="Arial" charset="0"/>
              </a:rPr>
              <a:t>javac</a:t>
            </a:r>
            <a:r>
              <a:rPr dirty="0" smtClean="0">
                <a:solidFill>
                  <a:schemeClr val="tx1"/>
                </a:solidFill>
                <a:cs typeface="Arial" charset="0"/>
              </a:rPr>
              <a:t> task compiles java source into class files, just as the </a:t>
            </a:r>
            <a:r>
              <a:rPr dirty="0" err="1" smtClean="0">
                <a:solidFill>
                  <a:schemeClr val="tx1"/>
                </a:solidFill>
                <a:cs typeface="Arial" charset="0"/>
              </a:rPr>
              <a:t>javac</a:t>
            </a:r>
            <a:r>
              <a:rPr dirty="0" smtClean="0">
                <a:solidFill>
                  <a:schemeClr val="tx1"/>
                </a:solidFill>
                <a:cs typeface="Arial" charset="0"/>
              </a:rPr>
              <a:t> command-line tool does</a:t>
            </a:r>
          </a:p>
          <a:p>
            <a:pPr algn="just" eaLnBrk="1" hangingPunct="1"/>
            <a:r>
              <a:rPr dirty="0" smtClean="0">
                <a:solidFill>
                  <a:schemeClr val="tx1"/>
                </a:solidFill>
                <a:cs typeface="Arial" charset="0"/>
              </a:rPr>
              <a:t>If you store your source code in directory structures that match the package structure of your application, then Ant will recompile only those files that have changed (very useful)</a:t>
            </a:r>
          </a:p>
          <a:p>
            <a:pPr algn="just" eaLnBrk="1" hangingPunct="1"/>
            <a:r>
              <a:rPr dirty="0" smtClean="0">
                <a:solidFill>
                  <a:schemeClr val="tx1"/>
                </a:solidFill>
                <a:cs typeface="Arial" charset="0"/>
              </a:rPr>
              <a:t>It’s possible to use different compilers</a:t>
            </a:r>
          </a:p>
          <a:p>
            <a:pPr algn="just" eaLnBrk="1" hangingPunct="1"/>
            <a:r>
              <a:rPr dirty="0" smtClean="0">
                <a:solidFill>
                  <a:schemeClr val="tx1"/>
                </a:solidFill>
                <a:cs typeface="Arial" charset="0"/>
              </a:rPr>
              <a:t>For </a:t>
            </a:r>
            <a:r>
              <a:rPr dirty="0" err="1" smtClean="0">
                <a:solidFill>
                  <a:schemeClr val="tx1"/>
                </a:solidFill>
                <a:cs typeface="Arial" charset="0"/>
              </a:rPr>
              <a:t>eg</a:t>
            </a:r>
            <a:r>
              <a:rPr dirty="0" smtClean="0">
                <a:solidFill>
                  <a:schemeClr val="tx1"/>
                </a:solidFill>
                <a:cs typeface="Arial" charset="0"/>
              </a:rPr>
              <a:t>:</a:t>
            </a:r>
          </a:p>
          <a:p>
            <a:pPr lvl="1" algn="just" eaLnBrk="1" hangingPunct="1"/>
            <a:r>
              <a:rPr dirty="0" smtClean="0">
                <a:solidFill>
                  <a:schemeClr val="tx1"/>
                </a:solidFill>
              </a:rPr>
              <a:t>classic - the standard compiler of </a:t>
            </a:r>
            <a:r>
              <a:rPr dirty="0" err="1" smtClean="0">
                <a:solidFill>
                  <a:schemeClr val="tx1"/>
                </a:solidFill>
              </a:rPr>
              <a:t>JDK</a:t>
            </a:r>
            <a:r>
              <a:rPr dirty="0" smtClean="0">
                <a:solidFill>
                  <a:schemeClr val="tx1"/>
                </a:solidFill>
              </a:rPr>
              <a:t> 1.1/1.2</a:t>
            </a:r>
          </a:p>
          <a:p>
            <a:pPr lvl="1" algn="just" eaLnBrk="1" hangingPunct="1"/>
            <a:r>
              <a:rPr dirty="0" smtClean="0">
                <a:solidFill>
                  <a:schemeClr val="tx1"/>
                </a:solidFill>
              </a:rPr>
              <a:t>modern - the standard compiler of </a:t>
            </a:r>
            <a:r>
              <a:rPr dirty="0" err="1" smtClean="0">
                <a:solidFill>
                  <a:schemeClr val="tx1"/>
                </a:solidFill>
              </a:rPr>
              <a:t>JDK</a:t>
            </a:r>
            <a:r>
              <a:rPr dirty="0" smtClean="0">
                <a:solidFill>
                  <a:schemeClr val="tx1"/>
                </a:solidFill>
              </a:rPr>
              <a:t> 1.3/1.4/1.5/1.6/1.7/1.8)</a:t>
            </a:r>
          </a:p>
          <a:p>
            <a:pPr lvl="1" algn="just" eaLnBrk="1" hangingPunct="1"/>
            <a:r>
              <a:rPr dirty="0" err="1" smtClean="0">
                <a:solidFill>
                  <a:schemeClr val="tx1"/>
                </a:solidFill>
              </a:rPr>
              <a:t>gcj</a:t>
            </a:r>
            <a:r>
              <a:rPr dirty="0" smtClean="0">
                <a:solidFill>
                  <a:schemeClr val="tx1"/>
                </a:solidFill>
              </a:rPr>
              <a:t> - the </a:t>
            </a:r>
            <a:r>
              <a:rPr dirty="0" err="1" smtClean="0">
                <a:solidFill>
                  <a:schemeClr val="tx1"/>
                </a:solidFill>
              </a:rPr>
              <a:t>gcj</a:t>
            </a:r>
            <a:r>
              <a:rPr dirty="0" smtClean="0">
                <a:solidFill>
                  <a:schemeClr val="tx1"/>
                </a:solidFill>
              </a:rPr>
              <a:t> compiler from </a:t>
            </a:r>
            <a:r>
              <a:rPr dirty="0" err="1" smtClean="0">
                <a:solidFill>
                  <a:schemeClr val="tx1"/>
                </a:solidFill>
              </a:rPr>
              <a:t>gcc</a:t>
            </a:r>
            <a:endParaRPr dirty="0" smtClean="0">
              <a:solidFill>
                <a:schemeClr val="tx1"/>
              </a:solidFill>
            </a:endParaRPr>
          </a:p>
          <a:p>
            <a:pPr algn="just" eaLnBrk="1" hangingPunct="1"/>
            <a:r>
              <a:rPr dirty="0" smtClean="0">
                <a:solidFill>
                  <a:schemeClr val="tx1"/>
                </a:solidFill>
                <a:cs typeface="Arial" charset="0"/>
              </a:rPr>
              <a:t>This can be specified by either setting the global </a:t>
            </a:r>
            <a:r>
              <a:rPr b="1" dirty="0" err="1" smtClean="0">
                <a:solidFill>
                  <a:schemeClr val="tx1"/>
                </a:solidFill>
                <a:cs typeface="Arial" charset="0"/>
              </a:rPr>
              <a:t>build.compiler</a:t>
            </a:r>
            <a:r>
              <a:rPr b="1" dirty="0" smtClean="0">
                <a:solidFill>
                  <a:schemeClr val="tx1"/>
                </a:solidFill>
                <a:cs typeface="Arial" charset="0"/>
              </a:rPr>
              <a:t> </a:t>
            </a:r>
            <a:r>
              <a:rPr dirty="0" smtClean="0">
                <a:solidFill>
                  <a:schemeClr val="tx1"/>
                </a:solidFill>
                <a:cs typeface="Arial" charset="0"/>
              </a:rPr>
              <a:t>property or the </a:t>
            </a:r>
            <a:r>
              <a:rPr b="1" dirty="0" smtClean="0">
                <a:solidFill>
                  <a:schemeClr val="tx1"/>
                </a:solidFill>
                <a:cs typeface="Arial" charset="0"/>
              </a:rPr>
              <a:t>compiler</a:t>
            </a:r>
            <a:r>
              <a:rPr dirty="0" smtClean="0">
                <a:solidFill>
                  <a:schemeClr val="tx1"/>
                </a:solidFill>
                <a:cs typeface="Arial" charset="0"/>
              </a:rPr>
              <a:t> attribute of the </a:t>
            </a:r>
            <a:r>
              <a:rPr dirty="0" err="1" smtClean="0">
                <a:solidFill>
                  <a:schemeClr val="tx1"/>
                </a:solidFill>
                <a:cs typeface="Arial" charset="0"/>
              </a:rPr>
              <a:t>javac</a:t>
            </a:r>
            <a:r>
              <a:rPr dirty="0" smtClean="0">
                <a:solidFill>
                  <a:schemeClr val="tx1"/>
                </a:solidFill>
                <a:cs typeface="Arial" charset="0"/>
              </a:rPr>
              <a:t> task</a:t>
            </a:r>
          </a:p>
          <a:p>
            <a:pPr lvl="1" eaLnBrk="1" hangingPunct="1">
              <a:buFont typeface="Arial" charset="0"/>
              <a:buNone/>
            </a:pPr>
            <a:endParaRPr dirty="0" smtClean="0">
              <a:solidFill>
                <a:schemeClr val="tx1"/>
              </a:solidFill>
            </a:endParaRPr>
          </a:p>
          <a:p>
            <a:pPr eaLnBrk="1" hangingPunct="1"/>
            <a:endParaRPr dirty="0" smtClean="0">
              <a:solidFill>
                <a:schemeClr val="tx1"/>
              </a:solidFill>
              <a:cs typeface="Arial" charset="0"/>
            </a:endParaRPr>
          </a:p>
        </p:txBody>
      </p:sp>
    </p:spTree>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9985" name="AutoShape 4"/>
          <p:cNvSpPr>
            <a:spLocks noChangeArrowheads="1"/>
          </p:cNvSpPr>
          <p:nvPr/>
        </p:nvSpPr>
        <p:spPr bwMode="auto">
          <a:xfrm>
            <a:off x="893763" y="1154113"/>
            <a:ext cx="7912100" cy="1371600"/>
          </a:xfrm>
          <a:prstGeom prst="roundRect">
            <a:avLst>
              <a:gd name="adj" fmla="val 16667"/>
            </a:avLst>
          </a:prstGeom>
          <a:solidFill>
            <a:srgbClr val="CCFFCC"/>
          </a:solidFill>
          <a:ln w="9525">
            <a:solidFill>
              <a:schemeClr val="tx1"/>
            </a:solidFill>
            <a:round/>
            <a:headEnd/>
            <a:tailEnd/>
          </a:ln>
        </p:spPr>
        <p:txBody>
          <a:bodyPr wrap="none" anchor="ctr"/>
          <a:lstStyle/>
          <a:p>
            <a:endParaRPr lang="en-US"/>
          </a:p>
        </p:txBody>
      </p:sp>
      <p:sp>
        <p:nvSpPr>
          <p:cNvPr id="169986" name="Rectangle 2"/>
          <p:cNvSpPr>
            <a:spLocks noGrp="1"/>
          </p:cNvSpPr>
          <p:nvPr>
            <p:ph type="title"/>
          </p:nvPr>
        </p:nvSpPr>
        <p:spPr>
          <a:xfrm>
            <a:off x="192454" y="123336"/>
            <a:ext cx="8229600" cy="549275"/>
          </a:xfrm>
        </p:spPr>
        <p:txBody>
          <a:bodyPr/>
          <a:lstStyle/>
          <a:p>
            <a:pPr eaLnBrk="1" hangingPunct="1"/>
            <a:r>
              <a:rPr dirty="0" smtClean="0">
                <a:solidFill>
                  <a:schemeClr val="tx1"/>
                </a:solidFill>
                <a:cs typeface="Arial" charset="0"/>
              </a:rPr>
              <a:t>&lt;</a:t>
            </a:r>
            <a:r>
              <a:rPr dirty="0" err="1" smtClean="0">
                <a:solidFill>
                  <a:schemeClr val="tx1"/>
                </a:solidFill>
                <a:cs typeface="Arial" charset="0"/>
              </a:rPr>
              <a:t>javac</a:t>
            </a:r>
            <a:r>
              <a:rPr dirty="0" smtClean="0">
                <a:solidFill>
                  <a:schemeClr val="tx1"/>
                </a:solidFill>
                <a:cs typeface="Arial" charset="0"/>
              </a:rPr>
              <a:t>&gt; (Contd.).</a:t>
            </a:r>
          </a:p>
        </p:txBody>
      </p:sp>
      <p:sp>
        <p:nvSpPr>
          <p:cNvPr id="169987" name="Rectangle 3"/>
          <p:cNvSpPr>
            <a:spLocks noGrp="1"/>
          </p:cNvSpPr>
          <p:nvPr>
            <p:ph type="body" idx="1"/>
          </p:nvPr>
        </p:nvSpPr>
        <p:spPr>
          <a:xfrm>
            <a:off x="457200" y="900113"/>
            <a:ext cx="8229600" cy="5351462"/>
          </a:xfrm>
        </p:spPr>
        <p:txBody>
          <a:bodyPr/>
          <a:lstStyle/>
          <a:p>
            <a:pPr lvl="1" eaLnBrk="1" hangingPunct="1">
              <a:buFont typeface="Arial" charset="0"/>
              <a:buNone/>
            </a:pPr>
            <a:r>
              <a:rPr dirty="0" smtClean="0"/>
              <a:t>      </a:t>
            </a:r>
          </a:p>
          <a:p>
            <a:pPr lvl="1" eaLnBrk="1" hangingPunct="1">
              <a:buFont typeface="Arial" charset="0"/>
              <a:buNone/>
            </a:pPr>
            <a:r>
              <a:rPr dirty="0" smtClean="0">
                <a:latin typeface="Courier New" pitchFamily="49" charset="0"/>
              </a:rPr>
              <a:t>   </a:t>
            </a:r>
            <a:r>
              <a:rPr dirty="0" smtClean="0">
                <a:solidFill>
                  <a:schemeClr val="tx1"/>
                </a:solidFill>
                <a:latin typeface="Courier New" pitchFamily="49" charset="0"/>
              </a:rPr>
              <a:t>&lt;</a:t>
            </a:r>
            <a:r>
              <a:rPr dirty="0" err="1" smtClean="0">
                <a:solidFill>
                  <a:schemeClr val="tx1"/>
                </a:solidFill>
                <a:latin typeface="Courier New" pitchFamily="49" charset="0"/>
              </a:rPr>
              <a:t>javac</a:t>
            </a:r>
            <a:r>
              <a:rPr dirty="0" smtClean="0">
                <a:solidFill>
                  <a:schemeClr val="tx1"/>
                </a:solidFill>
                <a:latin typeface="Courier New" pitchFamily="49" charset="0"/>
              </a:rPr>
              <a:t> </a:t>
            </a:r>
            <a:r>
              <a:rPr dirty="0" err="1" smtClean="0">
                <a:solidFill>
                  <a:schemeClr val="tx1"/>
                </a:solidFill>
                <a:latin typeface="Courier New" pitchFamily="49" charset="0"/>
              </a:rPr>
              <a:t>srcdir</a:t>
            </a:r>
            <a:r>
              <a:rPr dirty="0" smtClean="0">
                <a:solidFill>
                  <a:schemeClr val="tx1"/>
                </a:solidFill>
                <a:latin typeface="Courier New" pitchFamily="49" charset="0"/>
              </a:rPr>
              <a:t>=“${</a:t>
            </a:r>
            <a:r>
              <a:rPr dirty="0" err="1" smtClean="0">
                <a:solidFill>
                  <a:schemeClr val="tx1"/>
                </a:solidFill>
                <a:latin typeface="Courier New" pitchFamily="49" charset="0"/>
              </a:rPr>
              <a:t>src.dir</a:t>
            </a:r>
            <a:r>
              <a:rPr dirty="0" smtClean="0">
                <a:solidFill>
                  <a:schemeClr val="tx1"/>
                </a:solidFill>
                <a:latin typeface="Courier New" pitchFamily="49" charset="0"/>
              </a:rPr>
              <a:t>}” </a:t>
            </a:r>
            <a:r>
              <a:rPr dirty="0" err="1" smtClean="0">
                <a:solidFill>
                  <a:schemeClr val="tx1"/>
                </a:solidFill>
                <a:latin typeface="Courier New" pitchFamily="49" charset="0"/>
              </a:rPr>
              <a:t>destdir</a:t>
            </a:r>
            <a:r>
              <a:rPr dirty="0" smtClean="0">
                <a:solidFill>
                  <a:schemeClr val="tx1"/>
                </a:solidFill>
                <a:latin typeface="Courier New" pitchFamily="49" charset="0"/>
              </a:rPr>
              <a:t>=“${</a:t>
            </a:r>
            <a:r>
              <a:rPr dirty="0" err="1" smtClean="0">
                <a:solidFill>
                  <a:schemeClr val="tx1"/>
                </a:solidFill>
                <a:latin typeface="Courier New" pitchFamily="49" charset="0"/>
              </a:rPr>
              <a:t>build.dir</a:t>
            </a:r>
            <a:r>
              <a:rPr dirty="0" smtClean="0">
                <a:solidFill>
                  <a:schemeClr val="tx1"/>
                </a:solidFill>
                <a:latin typeface="Courier New" pitchFamily="49" charset="0"/>
              </a:rPr>
              <a:t>}” </a:t>
            </a:r>
          </a:p>
          <a:p>
            <a:pPr lvl="2" eaLnBrk="1" hangingPunct="1">
              <a:buFont typeface="Arial" charset="0"/>
              <a:buNone/>
            </a:pPr>
            <a:r>
              <a:rPr sz="1800" dirty="0" smtClean="0">
                <a:solidFill>
                  <a:schemeClr val="tx1"/>
                </a:solidFill>
                <a:latin typeface="Courier New" pitchFamily="49" charset="0"/>
              </a:rPr>
              <a:t>Optimize=“off” debug=“on” deprecation=“on” </a:t>
            </a:r>
          </a:p>
          <a:p>
            <a:pPr lvl="2" eaLnBrk="1" hangingPunct="1">
              <a:buFont typeface="Arial" charset="0"/>
              <a:buNone/>
            </a:pPr>
            <a:r>
              <a:rPr sz="1800" dirty="0" err="1" smtClean="0">
                <a:solidFill>
                  <a:schemeClr val="tx1"/>
                </a:solidFill>
                <a:latin typeface="Courier New" pitchFamily="49" charset="0"/>
              </a:rPr>
              <a:t>Classpath</a:t>
            </a:r>
            <a:r>
              <a:rPr sz="1800" dirty="0" smtClean="0">
                <a:solidFill>
                  <a:schemeClr val="tx1"/>
                </a:solidFill>
                <a:latin typeface="Courier New" pitchFamily="49" charset="0"/>
              </a:rPr>
              <a:t>=“${</a:t>
            </a:r>
            <a:r>
              <a:rPr sz="1800" dirty="0" err="1" smtClean="0">
                <a:solidFill>
                  <a:schemeClr val="tx1"/>
                </a:solidFill>
                <a:latin typeface="Courier New" pitchFamily="49" charset="0"/>
              </a:rPr>
              <a:t>classpath</a:t>
            </a:r>
            <a:r>
              <a:rPr sz="1800" dirty="0" smtClean="0">
                <a:solidFill>
                  <a:schemeClr val="tx1"/>
                </a:solidFill>
                <a:latin typeface="Courier New" pitchFamily="49" charset="0"/>
              </a:rPr>
              <a:t>}” includes=“**/*.java” excludes=“**/*Test*” /&gt;</a:t>
            </a:r>
          </a:p>
          <a:p>
            <a:pPr lvl="2" eaLnBrk="1" hangingPunct="1">
              <a:buFont typeface="Arial" charset="0"/>
              <a:buNone/>
            </a:pPr>
            <a:endParaRPr sz="1800" dirty="0" smtClean="0">
              <a:solidFill>
                <a:schemeClr val="tx1"/>
              </a:solidFill>
              <a:latin typeface="Courier New" pitchFamily="49" charset="0"/>
            </a:endParaRPr>
          </a:p>
          <a:p>
            <a:pPr lvl="2" eaLnBrk="1" hangingPunct="1">
              <a:buFont typeface="Arial" charset="0"/>
              <a:buNone/>
            </a:pPr>
            <a:endParaRPr sz="1800" dirty="0" smtClean="0">
              <a:solidFill>
                <a:schemeClr val="tx1"/>
              </a:solidFill>
              <a:latin typeface="Courier New" pitchFamily="49" charset="0"/>
            </a:endParaRPr>
          </a:p>
          <a:p>
            <a:pPr eaLnBrk="1" hangingPunct="1"/>
            <a:r>
              <a:rPr dirty="0" smtClean="0">
                <a:solidFill>
                  <a:schemeClr val="tx1"/>
                </a:solidFill>
                <a:cs typeface="Arial" charset="0"/>
              </a:rPr>
              <a:t>This task will</a:t>
            </a:r>
          </a:p>
          <a:p>
            <a:pPr lvl="1" algn="just" eaLnBrk="1" hangingPunct="1"/>
            <a:r>
              <a:rPr dirty="0" smtClean="0">
                <a:solidFill>
                  <a:schemeClr val="tx1"/>
                </a:solidFill>
              </a:rPr>
              <a:t>Compile all java source </a:t>
            </a:r>
            <a:r>
              <a:rPr dirty="0" err="1" smtClean="0">
                <a:solidFill>
                  <a:schemeClr val="tx1"/>
                </a:solidFill>
              </a:rPr>
              <a:t>files,except</a:t>
            </a:r>
            <a:r>
              <a:rPr dirty="0" smtClean="0">
                <a:solidFill>
                  <a:schemeClr val="tx1"/>
                </a:solidFill>
              </a:rPr>
              <a:t> those with “Test” in their name names in the ${</a:t>
            </a:r>
            <a:r>
              <a:rPr dirty="0" err="1" smtClean="0">
                <a:solidFill>
                  <a:schemeClr val="tx1"/>
                </a:solidFill>
              </a:rPr>
              <a:t>src.dir</a:t>
            </a:r>
            <a:r>
              <a:rPr dirty="0" smtClean="0">
                <a:solidFill>
                  <a:schemeClr val="tx1"/>
                </a:solidFill>
              </a:rPr>
              <a:t>} directory and below</a:t>
            </a:r>
          </a:p>
          <a:p>
            <a:pPr lvl="1" algn="just" eaLnBrk="1" hangingPunct="1"/>
            <a:r>
              <a:rPr dirty="0" smtClean="0">
                <a:solidFill>
                  <a:schemeClr val="tx1"/>
                </a:solidFill>
              </a:rPr>
              <a:t>Place the compiled classes in the ${</a:t>
            </a:r>
            <a:r>
              <a:rPr dirty="0" err="1" smtClean="0">
                <a:solidFill>
                  <a:schemeClr val="tx1"/>
                </a:solidFill>
              </a:rPr>
              <a:t>build.dir</a:t>
            </a:r>
            <a:r>
              <a:rPr dirty="0" smtClean="0">
                <a:solidFill>
                  <a:schemeClr val="tx1"/>
                </a:solidFill>
              </a:rPr>
              <a:t>}</a:t>
            </a:r>
          </a:p>
          <a:p>
            <a:pPr lvl="1" algn="just" eaLnBrk="1" hangingPunct="1"/>
            <a:r>
              <a:rPr dirty="0" smtClean="0">
                <a:solidFill>
                  <a:schemeClr val="tx1"/>
                </a:solidFill>
              </a:rPr>
              <a:t>Include debug information in classes</a:t>
            </a:r>
          </a:p>
          <a:p>
            <a:pPr lvl="1" eaLnBrk="1" hangingPunct="1"/>
            <a:r>
              <a:rPr dirty="0" smtClean="0">
                <a:solidFill>
                  <a:schemeClr val="tx1"/>
                </a:solidFill>
              </a:rPr>
              <a:t>Not do any static optimization</a:t>
            </a:r>
          </a:p>
          <a:p>
            <a:pPr lvl="1" eaLnBrk="1" hangingPunct="1"/>
            <a:r>
              <a:rPr dirty="0" smtClean="0">
                <a:solidFill>
                  <a:schemeClr val="tx1"/>
                </a:solidFill>
              </a:rPr>
              <a:t>Shows deprecation warnings</a:t>
            </a:r>
          </a:p>
        </p:txBody>
      </p:sp>
    </p:spTree>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1009" name="AutoShape 4"/>
          <p:cNvSpPr>
            <a:spLocks noChangeArrowheads="1"/>
          </p:cNvSpPr>
          <p:nvPr/>
        </p:nvSpPr>
        <p:spPr bwMode="auto">
          <a:xfrm>
            <a:off x="655638" y="1550988"/>
            <a:ext cx="5983287" cy="1789112"/>
          </a:xfrm>
          <a:prstGeom prst="roundRect">
            <a:avLst>
              <a:gd name="adj" fmla="val 16667"/>
            </a:avLst>
          </a:prstGeom>
          <a:solidFill>
            <a:srgbClr val="CCFFCC"/>
          </a:solidFill>
          <a:ln w="9525">
            <a:solidFill>
              <a:schemeClr val="tx1"/>
            </a:solidFill>
            <a:round/>
            <a:headEnd/>
            <a:tailEnd/>
          </a:ln>
        </p:spPr>
        <p:txBody>
          <a:bodyPr wrap="none" anchor="ctr"/>
          <a:lstStyle/>
          <a:p>
            <a:endParaRPr lang="en-US"/>
          </a:p>
        </p:txBody>
      </p:sp>
      <p:sp>
        <p:nvSpPr>
          <p:cNvPr id="171010" name="Rectangle 2"/>
          <p:cNvSpPr>
            <a:spLocks noGrp="1"/>
          </p:cNvSpPr>
          <p:nvPr>
            <p:ph type="title"/>
          </p:nvPr>
        </p:nvSpPr>
        <p:spPr>
          <a:xfrm>
            <a:off x="136769" y="0"/>
            <a:ext cx="8229600" cy="549275"/>
          </a:xfrm>
        </p:spPr>
        <p:txBody>
          <a:bodyPr/>
          <a:lstStyle/>
          <a:p>
            <a:pPr eaLnBrk="1" hangingPunct="1"/>
            <a:r>
              <a:rPr dirty="0" smtClean="0">
                <a:solidFill>
                  <a:schemeClr val="tx1"/>
                </a:solidFill>
                <a:cs typeface="Arial" charset="0"/>
              </a:rPr>
              <a:t>&lt;</a:t>
            </a:r>
            <a:r>
              <a:rPr dirty="0" err="1" smtClean="0">
                <a:solidFill>
                  <a:schemeClr val="tx1"/>
                </a:solidFill>
                <a:cs typeface="Arial" charset="0"/>
              </a:rPr>
              <a:t>javac</a:t>
            </a:r>
            <a:r>
              <a:rPr dirty="0" smtClean="0">
                <a:solidFill>
                  <a:schemeClr val="tx1"/>
                </a:solidFill>
                <a:cs typeface="Arial" charset="0"/>
              </a:rPr>
              <a:t>&gt; (Contd.).	</a:t>
            </a:r>
          </a:p>
        </p:txBody>
      </p:sp>
      <p:sp>
        <p:nvSpPr>
          <p:cNvPr id="171011" name="Rectangle 3"/>
          <p:cNvSpPr>
            <a:spLocks noGrp="1"/>
          </p:cNvSpPr>
          <p:nvPr>
            <p:ph type="body" idx="1"/>
          </p:nvPr>
        </p:nvSpPr>
        <p:spPr>
          <a:xfrm>
            <a:off x="457200" y="938213"/>
            <a:ext cx="8229600" cy="5313362"/>
          </a:xfrm>
        </p:spPr>
        <p:txBody>
          <a:bodyPr/>
          <a:lstStyle/>
          <a:p>
            <a:pPr eaLnBrk="1" hangingPunct="1"/>
            <a:r>
              <a:rPr dirty="0" smtClean="0">
                <a:solidFill>
                  <a:schemeClr val="tx1"/>
                </a:solidFill>
                <a:cs typeface="Arial" charset="0"/>
              </a:rPr>
              <a:t>The “</a:t>
            </a:r>
            <a:r>
              <a:rPr dirty="0" err="1" smtClean="0">
                <a:solidFill>
                  <a:schemeClr val="tx1"/>
                </a:solidFill>
                <a:cs typeface="Arial" charset="0"/>
              </a:rPr>
              <a:t>srcdir</a:t>
            </a:r>
            <a:r>
              <a:rPr dirty="0" smtClean="0">
                <a:solidFill>
                  <a:schemeClr val="tx1"/>
                </a:solidFill>
                <a:cs typeface="Arial" charset="0"/>
              </a:rPr>
              <a:t>” attribute is optional if there are nested “</a:t>
            </a:r>
            <a:r>
              <a:rPr dirty="0" err="1" smtClean="0">
                <a:solidFill>
                  <a:schemeClr val="tx1"/>
                </a:solidFill>
                <a:cs typeface="Arial" charset="0"/>
              </a:rPr>
              <a:t>src</a:t>
            </a:r>
            <a:r>
              <a:rPr dirty="0" smtClean="0">
                <a:solidFill>
                  <a:schemeClr val="tx1"/>
                </a:solidFill>
                <a:cs typeface="Arial" charset="0"/>
              </a:rPr>
              <a:t>” tags</a:t>
            </a:r>
          </a:p>
          <a:p>
            <a:pPr lvl="1" eaLnBrk="1" hangingPunct="1"/>
            <a:endParaRPr dirty="0" smtClean="0">
              <a:solidFill>
                <a:schemeClr val="tx1"/>
              </a:solidFill>
            </a:endParaRPr>
          </a:p>
          <a:p>
            <a:pPr lvl="1" eaLnBrk="1" hangingPunct="1">
              <a:buFont typeface="Arial" charset="0"/>
              <a:buNone/>
            </a:pPr>
            <a:r>
              <a:rPr dirty="0" smtClean="0">
                <a:solidFill>
                  <a:schemeClr val="tx1"/>
                </a:solidFill>
                <a:latin typeface="Courier New" pitchFamily="49" charset="0"/>
              </a:rPr>
              <a:t>&lt;</a:t>
            </a:r>
            <a:r>
              <a:rPr dirty="0" err="1" smtClean="0">
                <a:solidFill>
                  <a:schemeClr val="tx1"/>
                </a:solidFill>
                <a:latin typeface="Courier New" pitchFamily="49" charset="0"/>
              </a:rPr>
              <a:t>javac</a:t>
            </a:r>
            <a:r>
              <a:rPr dirty="0" smtClean="0">
                <a:solidFill>
                  <a:schemeClr val="tx1"/>
                </a:solidFill>
                <a:latin typeface="Courier New" pitchFamily="49" charset="0"/>
              </a:rPr>
              <a:t> ..&gt;</a:t>
            </a:r>
          </a:p>
          <a:p>
            <a:pPr lvl="2" eaLnBrk="1" hangingPunct="1">
              <a:buFont typeface="Arial" charset="0"/>
              <a:buNone/>
            </a:pPr>
            <a:r>
              <a:rPr dirty="0" smtClean="0">
                <a:solidFill>
                  <a:schemeClr val="tx1"/>
                </a:solidFill>
                <a:latin typeface="Courier New" pitchFamily="49" charset="0"/>
              </a:rPr>
              <a:t>&lt;</a:t>
            </a:r>
            <a:r>
              <a:rPr dirty="0" err="1" smtClean="0">
                <a:solidFill>
                  <a:schemeClr val="tx1"/>
                </a:solidFill>
                <a:latin typeface="Courier New" pitchFamily="49" charset="0"/>
              </a:rPr>
              <a:t>src</a:t>
            </a:r>
            <a:r>
              <a:rPr dirty="0" smtClean="0">
                <a:solidFill>
                  <a:schemeClr val="tx1"/>
                </a:solidFill>
                <a:latin typeface="Courier New" pitchFamily="49" charset="0"/>
              </a:rPr>
              <a:t> path=“${</a:t>
            </a:r>
            <a:r>
              <a:rPr dirty="0" err="1" smtClean="0">
                <a:solidFill>
                  <a:schemeClr val="tx1"/>
                </a:solidFill>
                <a:latin typeface="Courier New" pitchFamily="49" charset="0"/>
              </a:rPr>
              <a:t>src.dir</a:t>
            </a:r>
            <a:r>
              <a:rPr dirty="0" smtClean="0">
                <a:solidFill>
                  <a:schemeClr val="tx1"/>
                </a:solidFill>
                <a:latin typeface="Courier New" pitchFamily="49" charset="0"/>
              </a:rPr>
              <a:t>}”/&gt;</a:t>
            </a:r>
          </a:p>
          <a:p>
            <a:pPr lvl="2" eaLnBrk="1" hangingPunct="1">
              <a:buFont typeface="Arial" charset="0"/>
              <a:buNone/>
            </a:pPr>
            <a:r>
              <a:rPr dirty="0" smtClean="0">
                <a:solidFill>
                  <a:schemeClr val="tx1"/>
                </a:solidFill>
                <a:latin typeface="Courier New" pitchFamily="49" charset="0"/>
              </a:rPr>
              <a:t>&lt;</a:t>
            </a:r>
            <a:r>
              <a:rPr dirty="0" err="1" smtClean="0">
                <a:solidFill>
                  <a:schemeClr val="tx1"/>
                </a:solidFill>
                <a:latin typeface="Courier New" pitchFamily="49" charset="0"/>
              </a:rPr>
              <a:t>src</a:t>
            </a:r>
            <a:r>
              <a:rPr dirty="0" smtClean="0">
                <a:solidFill>
                  <a:schemeClr val="tx1"/>
                </a:solidFill>
                <a:latin typeface="Courier New" pitchFamily="49" charset="0"/>
              </a:rPr>
              <a:t> path=“${</a:t>
            </a:r>
            <a:r>
              <a:rPr dirty="0" err="1" smtClean="0">
                <a:solidFill>
                  <a:schemeClr val="tx1"/>
                </a:solidFill>
                <a:latin typeface="Courier New" pitchFamily="49" charset="0"/>
              </a:rPr>
              <a:t>other.src.dir</a:t>
            </a:r>
            <a:r>
              <a:rPr dirty="0" smtClean="0">
                <a:solidFill>
                  <a:schemeClr val="tx1"/>
                </a:solidFill>
                <a:latin typeface="Courier New" pitchFamily="49" charset="0"/>
              </a:rPr>
              <a:t>}”/&gt;</a:t>
            </a:r>
          </a:p>
          <a:p>
            <a:pPr lvl="2" eaLnBrk="1" hangingPunct="1">
              <a:buFont typeface="Arial" charset="0"/>
              <a:buNone/>
            </a:pPr>
            <a:r>
              <a:rPr dirty="0" smtClean="0">
                <a:solidFill>
                  <a:schemeClr val="tx1"/>
                </a:solidFill>
                <a:latin typeface="Courier New" pitchFamily="49" charset="0"/>
              </a:rPr>
              <a:t>&lt;exclude name=“foo/bar/</a:t>
            </a:r>
            <a:r>
              <a:rPr dirty="0" err="1" smtClean="0">
                <a:solidFill>
                  <a:schemeClr val="tx1"/>
                </a:solidFill>
                <a:latin typeface="Courier New" pitchFamily="49" charset="0"/>
              </a:rPr>
              <a:t>baz</a:t>
            </a:r>
            <a:r>
              <a:rPr dirty="0" smtClean="0">
                <a:solidFill>
                  <a:schemeClr val="tx1"/>
                </a:solidFill>
                <a:latin typeface="Courier New" pitchFamily="49" charset="0"/>
              </a:rPr>
              <a:t>/**/*.java” /&gt;</a:t>
            </a:r>
          </a:p>
          <a:p>
            <a:pPr lvl="1" eaLnBrk="1" hangingPunct="1">
              <a:buFont typeface="Arial" charset="0"/>
              <a:buNone/>
            </a:pPr>
            <a:r>
              <a:rPr dirty="0" smtClean="0">
                <a:solidFill>
                  <a:schemeClr val="tx1"/>
                </a:solidFill>
                <a:latin typeface="Courier New" pitchFamily="49" charset="0"/>
              </a:rPr>
              <a:t>&lt;/</a:t>
            </a:r>
            <a:r>
              <a:rPr dirty="0" err="1" smtClean="0">
                <a:solidFill>
                  <a:schemeClr val="tx1"/>
                </a:solidFill>
                <a:latin typeface="Courier New" pitchFamily="49" charset="0"/>
              </a:rPr>
              <a:t>javac</a:t>
            </a:r>
            <a:r>
              <a:rPr dirty="0" smtClean="0">
                <a:solidFill>
                  <a:schemeClr val="tx1"/>
                </a:solidFill>
                <a:latin typeface="Courier New" pitchFamily="49" charset="0"/>
              </a:rPr>
              <a:t>&gt;</a:t>
            </a:r>
          </a:p>
          <a:p>
            <a:pPr lvl="1" eaLnBrk="1" hangingPunct="1">
              <a:buFont typeface="Arial" charset="0"/>
              <a:buNone/>
            </a:pPr>
            <a:endParaRPr dirty="0" smtClean="0">
              <a:solidFill>
                <a:schemeClr val="tx1"/>
              </a:solidFill>
              <a:latin typeface="Courier New" pitchFamily="49" charset="0"/>
            </a:endParaRPr>
          </a:p>
          <a:p>
            <a:pPr eaLnBrk="1" hangingPunct="1"/>
            <a:r>
              <a:rPr dirty="0" smtClean="0">
                <a:solidFill>
                  <a:schemeClr val="tx1"/>
                </a:solidFill>
                <a:cs typeface="Arial" charset="0"/>
              </a:rPr>
              <a:t>The task above will</a:t>
            </a:r>
          </a:p>
          <a:p>
            <a:pPr lvl="1" eaLnBrk="1" hangingPunct="1"/>
            <a:r>
              <a:rPr dirty="0" smtClean="0">
                <a:solidFill>
                  <a:schemeClr val="tx1"/>
                </a:solidFill>
              </a:rPr>
              <a:t>Compile source files in the directory specified by both the ${</a:t>
            </a:r>
            <a:r>
              <a:rPr dirty="0" err="1" smtClean="0">
                <a:solidFill>
                  <a:schemeClr val="tx1"/>
                </a:solidFill>
              </a:rPr>
              <a:t>src.dir</a:t>
            </a:r>
            <a:r>
              <a:rPr dirty="0" smtClean="0">
                <a:solidFill>
                  <a:schemeClr val="tx1"/>
                </a:solidFill>
              </a:rPr>
              <a:t>} and ${</a:t>
            </a:r>
            <a:r>
              <a:rPr dirty="0" err="1" smtClean="0">
                <a:solidFill>
                  <a:schemeClr val="tx1"/>
                </a:solidFill>
              </a:rPr>
              <a:t>other.src.dir</a:t>
            </a:r>
            <a:r>
              <a:rPr dirty="0" smtClean="0">
                <a:solidFill>
                  <a:schemeClr val="tx1"/>
                </a:solidFill>
              </a:rPr>
              <a:t>} properties and their children</a:t>
            </a:r>
          </a:p>
          <a:p>
            <a:pPr lvl="1" eaLnBrk="1" hangingPunct="1"/>
            <a:r>
              <a:rPr dirty="0" smtClean="0">
                <a:solidFill>
                  <a:schemeClr val="tx1"/>
                </a:solidFill>
              </a:rPr>
              <a:t>Exclude files in the </a:t>
            </a:r>
            <a:r>
              <a:rPr dirty="0" err="1" smtClean="0">
                <a:solidFill>
                  <a:schemeClr val="tx1"/>
                </a:solidFill>
              </a:rPr>
              <a:t>foo.bar.baz</a:t>
            </a:r>
            <a:r>
              <a:rPr dirty="0" smtClean="0">
                <a:solidFill>
                  <a:schemeClr val="tx1"/>
                </a:solidFill>
              </a:rPr>
              <a:t> package and any sub package</a:t>
            </a:r>
          </a:p>
          <a:p>
            <a:pPr eaLnBrk="1" hangingPunct="1"/>
            <a:endParaRPr dirty="0" smtClean="0">
              <a:solidFill>
                <a:schemeClr val="tx1"/>
              </a:solidFill>
              <a:cs typeface="Arial" charset="0"/>
            </a:endParaRPr>
          </a:p>
        </p:txBody>
      </p:sp>
    </p:spTree>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2033" name="AutoShape 4"/>
          <p:cNvSpPr>
            <a:spLocks noChangeArrowheads="1"/>
          </p:cNvSpPr>
          <p:nvPr/>
        </p:nvSpPr>
        <p:spPr bwMode="auto">
          <a:xfrm>
            <a:off x="774700" y="3319463"/>
            <a:ext cx="4333875" cy="676275"/>
          </a:xfrm>
          <a:prstGeom prst="roundRect">
            <a:avLst>
              <a:gd name="adj" fmla="val 16667"/>
            </a:avLst>
          </a:prstGeom>
          <a:solidFill>
            <a:srgbClr val="CCFFCC"/>
          </a:solidFill>
          <a:ln w="9525">
            <a:solidFill>
              <a:schemeClr val="tx1"/>
            </a:solidFill>
            <a:round/>
            <a:headEnd/>
            <a:tailEnd/>
          </a:ln>
        </p:spPr>
        <p:txBody>
          <a:bodyPr wrap="none" anchor="ctr"/>
          <a:lstStyle/>
          <a:p>
            <a:endParaRPr lang="en-US"/>
          </a:p>
        </p:txBody>
      </p:sp>
      <p:sp>
        <p:nvSpPr>
          <p:cNvPr id="172034" name="Rectangle 2"/>
          <p:cNvSpPr>
            <a:spLocks noGrp="1"/>
          </p:cNvSpPr>
          <p:nvPr>
            <p:ph type="title"/>
          </p:nvPr>
        </p:nvSpPr>
        <p:spPr>
          <a:xfrm>
            <a:off x="202223" y="140921"/>
            <a:ext cx="8229600" cy="549275"/>
          </a:xfrm>
        </p:spPr>
        <p:txBody>
          <a:bodyPr/>
          <a:lstStyle/>
          <a:p>
            <a:pPr eaLnBrk="1" hangingPunct="1"/>
            <a:r>
              <a:rPr smtClean="0">
                <a:solidFill>
                  <a:schemeClr val="tx1"/>
                </a:solidFill>
                <a:cs typeface="Arial" charset="0"/>
              </a:rPr>
              <a:t>&lt;javac&gt; (Contd.).</a:t>
            </a:r>
          </a:p>
        </p:txBody>
      </p:sp>
      <p:sp>
        <p:nvSpPr>
          <p:cNvPr id="172035" name="Rectangle 3"/>
          <p:cNvSpPr>
            <a:spLocks noGrp="1"/>
          </p:cNvSpPr>
          <p:nvPr>
            <p:ph type="body" idx="1"/>
          </p:nvPr>
        </p:nvSpPr>
        <p:spPr>
          <a:xfrm>
            <a:off x="457200" y="976313"/>
            <a:ext cx="8229600" cy="5275262"/>
          </a:xfrm>
        </p:spPr>
        <p:txBody>
          <a:bodyPr/>
          <a:lstStyle/>
          <a:p>
            <a:pPr eaLnBrk="1" hangingPunct="1"/>
            <a:r>
              <a:rPr dirty="0" smtClean="0">
                <a:solidFill>
                  <a:schemeClr val="tx1"/>
                </a:solidFill>
                <a:cs typeface="Arial" charset="0"/>
              </a:rPr>
              <a:t>“</a:t>
            </a:r>
            <a:r>
              <a:rPr dirty="0" err="1" smtClean="0">
                <a:solidFill>
                  <a:schemeClr val="tx1"/>
                </a:solidFill>
                <a:cs typeface="Arial" charset="0"/>
              </a:rPr>
              <a:t>classpath</a:t>
            </a:r>
            <a:r>
              <a:rPr dirty="0" smtClean="0">
                <a:solidFill>
                  <a:schemeClr val="tx1"/>
                </a:solidFill>
                <a:cs typeface="Arial" charset="0"/>
              </a:rPr>
              <a:t>” is an optional parameter, but you probably won’t get far without it</a:t>
            </a:r>
          </a:p>
          <a:p>
            <a:pPr eaLnBrk="1" hangingPunct="1"/>
            <a:r>
              <a:rPr dirty="0" smtClean="0">
                <a:solidFill>
                  <a:schemeClr val="tx1"/>
                </a:solidFill>
                <a:cs typeface="Arial" charset="0"/>
              </a:rPr>
              <a:t>If “</a:t>
            </a:r>
            <a:r>
              <a:rPr dirty="0" err="1" smtClean="0">
                <a:solidFill>
                  <a:schemeClr val="tx1"/>
                </a:solidFill>
                <a:cs typeface="Arial" charset="0"/>
              </a:rPr>
              <a:t>destdir</a:t>
            </a:r>
            <a:r>
              <a:rPr dirty="0" smtClean="0">
                <a:solidFill>
                  <a:schemeClr val="tx1"/>
                </a:solidFill>
                <a:cs typeface="Arial" charset="0"/>
              </a:rPr>
              <a:t>” is omitted, the files are compiled into the same directory as the source</a:t>
            </a:r>
          </a:p>
          <a:p>
            <a:pPr eaLnBrk="1" hangingPunct="1"/>
            <a:r>
              <a:rPr dirty="0" smtClean="0">
                <a:solidFill>
                  <a:schemeClr val="tx1"/>
                </a:solidFill>
                <a:cs typeface="Arial" charset="0"/>
              </a:rPr>
              <a:t>“</a:t>
            </a:r>
            <a:r>
              <a:rPr dirty="0" err="1" smtClean="0">
                <a:solidFill>
                  <a:schemeClr val="tx1"/>
                </a:solidFill>
                <a:cs typeface="Arial" charset="0"/>
              </a:rPr>
              <a:t>debug”,”optimize</a:t>
            </a:r>
            <a:r>
              <a:rPr dirty="0" smtClean="0">
                <a:solidFill>
                  <a:schemeClr val="tx1"/>
                </a:solidFill>
                <a:cs typeface="Arial" charset="0"/>
              </a:rPr>
              <a:t>” and “deprecation” are all “off” by default</a:t>
            </a:r>
          </a:p>
          <a:p>
            <a:pPr eaLnBrk="1" hangingPunct="1"/>
            <a:r>
              <a:rPr dirty="0" smtClean="0">
                <a:solidFill>
                  <a:schemeClr val="tx1"/>
                </a:solidFill>
                <a:cs typeface="Arial" charset="0"/>
              </a:rPr>
              <a:t>About the least you can get away with is this”</a:t>
            </a:r>
          </a:p>
          <a:p>
            <a:pPr eaLnBrk="1" hangingPunct="1"/>
            <a:endParaRPr dirty="0" smtClean="0">
              <a:solidFill>
                <a:schemeClr val="tx1"/>
              </a:solidFill>
              <a:cs typeface="Arial" charset="0"/>
            </a:endParaRPr>
          </a:p>
          <a:p>
            <a:pPr lvl="1" eaLnBrk="1" hangingPunct="1">
              <a:buFont typeface="Arial" charset="0"/>
              <a:buNone/>
            </a:pPr>
            <a:r>
              <a:rPr dirty="0" smtClean="0">
                <a:solidFill>
                  <a:schemeClr val="tx1"/>
                </a:solidFill>
                <a:latin typeface="Courier New" pitchFamily="49" charset="0"/>
              </a:rPr>
              <a:t>&lt;</a:t>
            </a:r>
            <a:r>
              <a:rPr dirty="0" err="1" smtClean="0">
                <a:solidFill>
                  <a:schemeClr val="tx1"/>
                </a:solidFill>
                <a:latin typeface="Courier New" pitchFamily="49" charset="0"/>
              </a:rPr>
              <a:t>javac</a:t>
            </a:r>
            <a:r>
              <a:rPr dirty="0" smtClean="0">
                <a:solidFill>
                  <a:schemeClr val="tx1"/>
                </a:solidFill>
                <a:latin typeface="Courier New" pitchFamily="49" charset="0"/>
              </a:rPr>
              <a:t> </a:t>
            </a:r>
            <a:r>
              <a:rPr dirty="0" err="1" smtClean="0">
                <a:solidFill>
                  <a:schemeClr val="tx1"/>
                </a:solidFill>
                <a:latin typeface="Courier New" pitchFamily="49" charset="0"/>
              </a:rPr>
              <a:t>srcdir</a:t>
            </a:r>
            <a:r>
              <a:rPr dirty="0" smtClean="0">
                <a:solidFill>
                  <a:schemeClr val="tx1"/>
                </a:solidFill>
                <a:latin typeface="Courier New" pitchFamily="49" charset="0"/>
              </a:rPr>
              <a:t>=“${</a:t>
            </a:r>
            <a:r>
              <a:rPr dirty="0" err="1" smtClean="0">
                <a:solidFill>
                  <a:schemeClr val="tx1"/>
                </a:solidFill>
                <a:latin typeface="Courier New" pitchFamily="49" charset="0"/>
              </a:rPr>
              <a:t>src.dir</a:t>
            </a:r>
            <a:r>
              <a:rPr dirty="0" smtClean="0">
                <a:solidFill>
                  <a:schemeClr val="tx1"/>
                </a:solidFill>
                <a:latin typeface="Courier New" pitchFamily="49" charset="0"/>
              </a:rPr>
              <a:t>}”/&gt;</a:t>
            </a:r>
          </a:p>
        </p:txBody>
      </p:sp>
    </p:spTree>
  </p:cSld>
  <p:clrMapOvr>
    <a:masterClrMapping/>
  </p:clrMapOvr>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3057" name="Rectangle 2"/>
          <p:cNvSpPr>
            <a:spLocks noGrp="1"/>
          </p:cNvSpPr>
          <p:nvPr>
            <p:ph type="title"/>
          </p:nvPr>
        </p:nvSpPr>
        <p:spPr>
          <a:xfrm>
            <a:off x="317500" y="152400"/>
            <a:ext cx="8229600" cy="549275"/>
          </a:xfrm>
        </p:spPr>
        <p:txBody>
          <a:bodyPr/>
          <a:lstStyle/>
          <a:p>
            <a:pPr eaLnBrk="1" hangingPunct="1"/>
            <a:r>
              <a:rPr smtClean="0">
                <a:solidFill>
                  <a:schemeClr val="tx1"/>
                </a:solidFill>
                <a:cs typeface="Arial" charset="0"/>
              </a:rPr>
              <a:t>&lt;jar&gt;</a:t>
            </a:r>
          </a:p>
        </p:txBody>
      </p:sp>
      <p:sp>
        <p:nvSpPr>
          <p:cNvPr id="173058" name="Rectangle 3"/>
          <p:cNvSpPr>
            <a:spLocks noGrp="1"/>
          </p:cNvSpPr>
          <p:nvPr>
            <p:ph type="body" idx="1"/>
          </p:nvPr>
        </p:nvSpPr>
        <p:spPr>
          <a:xfrm>
            <a:off x="633413" y="1295400"/>
            <a:ext cx="7877175" cy="4648200"/>
          </a:xfrm>
        </p:spPr>
        <p:txBody>
          <a:bodyPr/>
          <a:lstStyle/>
          <a:p>
            <a:pPr eaLnBrk="1" hangingPunct="1"/>
            <a:r>
              <a:rPr dirty="0" smtClean="0">
                <a:solidFill>
                  <a:schemeClr val="tx1"/>
                </a:solidFill>
                <a:cs typeface="Arial" charset="0"/>
              </a:rPr>
              <a:t>Creates a jar file</a:t>
            </a:r>
          </a:p>
          <a:p>
            <a:pPr eaLnBrk="1" hangingPunct="1"/>
            <a:r>
              <a:rPr dirty="0" smtClean="0">
                <a:solidFill>
                  <a:schemeClr val="tx1"/>
                </a:solidFill>
                <a:cs typeface="Arial" charset="0"/>
              </a:rPr>
              <a:t>&lt;jar </a:t>
            </a:r>
            <a:r>
              <a:rPr dirty="0" err="1" smtClean="0">
                <a:solidFill>
                  <a:schemeClr val="tx1"/>
                </a:solidFill>
                <a:cs typeface="Arial" charset="0"/>
              </a:rPr>
              <a:t>destfile</a:t>
            </a:r>
            <a:r>
              <a:rPr dirty="0" smtClean="0">
                <a:solidFill>
                  <a:schemeClr val="tx1"/>
                </a:solidFill>
                <a:cs typeface="Arial" charset="0"/>
              </a:rPr>
              <a:t>=“${</a:t>
            </a:r>
            <a:r>
              <a:rPr dirty="0" err="1" smtClean="0">
                <a:solidFill>
                  <a:schemeClr val="tx1"/>
                </a:solidFill>
                <a:cs typeface="Arial" charset="0"/>
              </a:rPr>
              <a:t>dist.dir</a:t>
            </a:r>
            <a:r>
              <a:rPr dirty="0" smtClean="0">
                <a:solidFill>
                  <a:schemeClr val="tx1"/>
                </a:solidFill>
                <a:cs typeface="Arial" charset="0"/>
              </a:rPr>
              <a:t>}/${name}.jar”  </a:t>
            </a:r>
            <a:r>
              <a:rPr dirty="0" err="1" smtClean="0">
                <a:solidFill>
                  <a:schemeClr val="tx1"/>
                </a:solidFill>
                <a:cs typeface="Arial" charset="0"/>
              </a:rPr>
              <a:t>basedir</a:t>
            </a:r>
            <a:r>
              <a:rPr dirty="0" smtClean="0">
                <a:solidFill>
                  <a:schemeClr val="tx1"/>
                </a:solidFill>
                <a:cs typeface="Arial" charset="0"/>
              </a:rPr>
              <a:t>=“${</a:t>
            </a:r>
            <a:r>
              <a:rPr dirty="0" err="1" smtClean="0">
                <a:solidFill>
                  <a:schemeClr val="tx1"/>
                </a:solidFill>
                <a:cs typeface="Arial" charset="0"/>
              </a:rPr>
              <a:t>build.dir</a:t>
            </a:r>
            <a:r>
              <a:rPr dirty="0" smtClean="0">
                <a:solidFill>
                  <a:schemeClr val="tx1"/>
                </a:solidFill>
                <a:cs typeface="Arial" charset="0"/>
              </a:rPr>
              <a:t>}” /&gt;</a:t>
            </a:r>
          </a:p>
          <a:p>
            <a:pPr eaLnBrk="1" hangingPunct="1"/>
            <a:r>
              <a:rPr dirty="0" smtClean="0">
                <a:solidFill>
                  <a:schemeClr val="tx1"/>
                </a:solidFill>
                <a:cs typeface="Arial" charset="0"/>
              </a:rPr>
              <a:t>The </a:t>
            </a:r>
            <a:r>
              <a:rPr i="1" dirty="0" err="1" smtClean="0">
                <a:solidFill>
                  <a:schemeClr val="tx1"/>
                </a:solidFill>
                <a:cs typeface="Arial" charset="0"/>
              </a:rPr>
              <a:t>basedir</a:t>
            </a:r>
            <a:r>
              <a:rPr dirty="0" smtClean="0">
                <a:solidFill>
                  <a:schemeClr val="tx1"/>
                </a:solidFill>
                <a:cs typeface="Arial" charset="0"/>
              </a:rPr>
              <a:t> attribute is the reference directory from where to jar </a:t>
            </a:r>
          </a:p>
          <a:p>
            <a:pPr algn="just" eaLnBrk="1" hangingPunct="1"/>
            <a:r>
              <a:rPr dirty="0" smtClean="0">
                <a:solidFill>
                  <a:schemeClr val="tx1"/>
                </a:solidFill>
                <a:cs typeface="Arial" charset="0"/>
              </a:rPr>
              <a:t>This includes everything under ${</a:t>
            </a:r>
            <a:r>
              <a:rPr dirty="0" err="1" smtClean="0">
                <a:solidFill>
                  <a:schemeClr val="tx1"/>
                </a:solidFill>
                <a:cs typeface="Arial" charset="0"/>
              </a:rPr>
              <a:t>build.dir</a:t>
            </a:r>
            <a:r>
              <a:rPr dirty="0" smtClean="0">
                <a:solidFill>
                  <a:schemeClr val="tx1"/>
                </a:solidFill>
                <a:cs typeface="Arial" charset="0"/>
              </a:rPr>
              <a:t>} in the jar file based on the “name” property, located in the directory specified by the “</a:t>
            </a:r>
            <a:r>
              <a:rPr dirty="0" err="1" smtClean="0">
                <a:solidFill>
                  <a:schemeClr val="tx1"/>
                </a:solidFill>
                <a:cs typeface="Arial" charset="0"/>
              </a:rPr>
              <a:t>dist.dir</a:t>
            </a:r>
            <a:r>
              <a:rPr dirty="0" smtClean="0">
                <a:solidFill>
                  <a:schemeClr val="tx1"/>
                </a:solidFill>
                <a:cs typeface="Arial" charset="0"/>
              </a:rPr>
              <a:t>” property</a:t>
            </a:r>
          </a:p>
          <a:p>
            <a:pPr eaLnBrk="1" hangingPunct="1"/>
            <a:r>
              <a:rPr dirty="0" smtClean="0">
                <a:solidFill>
                  <a:schemeClr val="tx1"/>
                </a:solidFill>
                <a:cs typeface="Arial" charset="0"/>
              </a:rPr>
              <a:t>Includes a </a:t>
            </a:r>
            <a:r>
              <a:rPr dirty="0" err="1" smtClean="0">
                <a:solidFill>
                  <a:schemeClr val="tx1"/>
                </a:solidFill>
                <a:cs typeface="Arial" charset="0"/>
              </a:rPr>
              <a:t>MANIFEST.MF</a:t>
            </a:r>
            <a:r>
              <a:rPr dirty="0" smtClean="0">
                <a:solidFill>
                  <a:schemeClr val="tx1"/>
                </a:solidFill>
                <a:cs typeface="Arial" charset="0"/>
              </a:rPr>
              <a:t> directory</a:t>
            </a:r>
          </a:p>
          <a:p>
            <a:pPr eaLnBrk="1" hangingPunct="1"/>
            <a:endParaRPr dirty="0" smtClean="0">
              <a:cs typeface="Arial" charset="0"/>
            </a:endParaRPr>
          </a:p>
        </p:txBody>
      </p:sp>
    </p:spTree>
  </p:cSld>
  <p:clrMapOvr>
    <a:masterClrMapping/>
  </p:clrMapOvr>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81" name="AutoShape 5"/>
          <p:cNvSpPr>
            <a:spLocks noChangeArrowheads="1"/>
          </p:cNvSpPr>
          <p:nvPr/>
        </p:nvSpPr>
        <p:spPr bwMode="auto">
          <a:xfrm>
            <a:off x="854075" y="4572000"/>
            <a:ext cx="7210425" cy="1112838"/>
          </a:xfrm>
          <a:prstGeom prst="roundRect">
            <a:avLst>
              <a:gd name="adj" fmla="val 16667"/>
            </a:avLst>
          </a:prstGeom>
          <a:solidFill>
            <a:srgbClr val="CCFFCC"/>
          </a:solidFill>
          <a:ln w="9525">
            <a:solidFill>
              <a:schemeClr val="tx1"/>
            </a:solidFill>
            <a:round/>
            <a:headEnd/>
            <a:tailEnd/>
          </a:ln>
        </p:spPr>
        <p:txBody>
          <a:bodyPr wrap="none" anchor="ctr"/>
          <a:lstStyle/>
          <a:p>
            <a:endParaRPr lang="en-US"/>
          </a:p>
        </p:txBody>
      </p:sp>
      <p:sp>
        <p:nvSpPr>
          <p:cNvPr id="174082" name="AutoShape 4"/>
          <p:cNvSpPr>
            <a:spLocks noChangeArrowheads="1"/>
          </p:cNvSpPr>
          <p:nvPr/>
        </p:nvSpPr>
        <p:spPr bwMode="auto">
          <a:xfrm>
            <a:off x="874713" y="1868488"/>
            <a:ext cx="7473950" cy="1054100"/>
          </a:xfrm>
          <a:prstGeom prst="roundRect">
            <a:avLst>
              <a:gd name="adj" fmla="val 16667"/>
            </a:avLst>
          </a:prstGeom>
          <a:solidFill>
            <a:srgbClr val="CCFFCC"/>
          </a:solidFill>
          <a:ln w="9525">
            <a:solidFill>
              <a:schemeClr val="tx1"/>
            </a:solidFill>
            <a:round/>
            <a:headEnd/>
            <a:tailEnd/>
          </a:ln>
        </p:spPr>
        <p:txBody>
          <a:bodyPr wrap="none" anchor="ctr"/>
          <a:lstStyle/>
          <a:p>
            <a:endParaRPr lang="en-US"/>
          </a:p>
        </p:txBody>
      </p:sp>
      <p:sp>
        <p:nvSpPr>
          <p:cNvPr id="174083" name="Rectangle 2"/>
          <p:cNvSpPr>
            <a:spLocks noGrp="1"/>
          </p:cNvSpPr>
          <p:nvPr>
            <p:ph type="title"/>
          </p:nvPr>
        </p:nvSpPr>
        <p:spPr>
          <a:xfrm>
            <a:off x="393700" y="155575"/>
            <a:ext cx="8229600" cy="549275"/>
          </a:xfrm>
        </p:spPr>
        <p:txBody>
          <a:bodyPr/>
          <a:lstStyle/>
          <a:p>
            <a:pPr eaLnBrk="1" hangingPunct="1"/>
            <a:r>
              <a:rPr smtClean="0">
                <a:solidFill>
                  <a:schemeClr val="tx1"/>
                </a:solidFill>
                <a:cs typeface="Arial" charset="0"/>
              </a:rPr>
              <a:t>&lt;jar&gt; (Contd.).</a:t>
            </a:r>
          </a:p>
        </p:txBody>
      </p:sp>
      <p:sp>
        <p:nvSpPr>
          <p:cNvPr id="174084" name="Rectangle 3"/>
          <p:cNvSpPr>
            <a:spLocks noGrp="1"/>
          </p:cNvSpPr>
          <p:nvPr>
            <p:ph type="body" idx="1"/>
          </p:nvPr>
        </p:nvSpPr>
        <p:spPr>
          <a:xfrm>
            <a:off x="633413" y="1295400"/>
            <a:ext cx="7877175" cy="4648200"/>
          </a:xfrm>
        </p:spPr>
        <p:txBody>
          <a:bodyPr/>
          <a:lstStyle/>
          <a:p>
            <a:pPr eaLnBrk="1" hangingPunct="1"/>
            <a:r>
              <a:rPr sz="1800" dirty="0" smtClean="0">
                <a:solidFill>
                  <a:schemeClr val="tx1"/>
                </a:solidFill>
                <a:cs typeface="Arial" charset="0"/>
              </a:rPr>
              <a:t>Also supports includes and excludes</a:t>
            </a:r>
          </a:p>
          <a:p>
            <a:pPr eaLnBrk="1" hangingPunct="1"/>
            <a:endParaRPr sz="1800" dirty="0" smtClean="0">
              <a:solidFill>
                <a:schemeClr val="tx1"/>
              </a:solidFill>
              <a:cs typeface="Arial" charset="0"/>
            </a:endParaRPr>
          </a:p>
          <a:p>
            <a:pPr lvl="1" eaLnBrk="1" hangingPunct="1">
              <a:buFont typeface="Arial" charset="0"/>
              <a:buNone/>
            </a:pPr>
            <a:r>
              <a:rPr sz="1600" dirty="0" smtClean="0">
                <a:solidFill>
                  <a:schemeClr val="tx1"/>
                </a:solidFill>
                <a:latin typeface="Courier New" pitchFamily="49" charset="0"/>
              </a:rPr>
              <a:t>&lt;jar </a:t>
            </a:r>
            <a:r>
              <a:rPr sz="1600" dirty="0" err="1" smtClean="0">
                <a:solidFill>
                  <a:schemeClr val="tx1"/>
                </a:solidFill>
                <a:latin typeface="Courier New" pitchFamily="49" charset="0"/>
              </a:rPr>
              <a:t>basedir</a:t>
            </a:r>
            <a:r>
              <a:rPr sz="1600" dirty="0" smtClean="0">
                <a:solidFill>
                  <a:schemeClr val="tx1"/>
                </a:solidFill>
                <a:latin typeface="Courier New" pitchFamily="49" charset="0"/>
              </a:rPr>
              <a:t>=“${</a:t>
            </a:r>
            <a:r>
              <a:rPr sz="1600" dirty="0" err="1" smtClean="0">
                <a:solidFill>
                  <a:schemeClr val="tx1"/>
                </a:solidFill>
                <a:latin typeface="Courier New" pitchFamily="49" charset="0"/>
              </a:rPr>
              <a:t>build.dir</a:t>
            </a:r>
            <a:r>
              <a:rPr sz="1600" dirty="0" smtClean="0">
                <a:solidFill>
                  <a:schemeClr val="tx1"/>
                </a:solidFill>
                <a:latin typeface="Courier New" pitchFamily="49" charset="0"/>
              </a:rPr>
              <a:t>}” </a:t>
            </a:r>
            <a:r>
              <a:rPr sz="1600" dirty="0" err="1" smtClean="0">
                <a:solidFill>
                  <a:schemeClr val="tx1"/>
                </a:solidFill>
                <a:latin typeface="Courier New" pitchFamily="49" charset="0"/>
              </a:rPr>
              <a:t>destfile</a:t>
            </a:r>
            <a:r>
              <a:rPr sz="1600" dirty="0" smtClean="0">
                <a:solidFill>
                  <a:schemeClr val="tx1"/>
                </a:solidFill>
                <a:latin typeface="Courier New" pitchFamily="49" charset="0"/>
              </a:rPr>
              <a:t>=“${</a:t>
            </a:r>
            <a:r>
              <a:rPr sz="1600" dirty="0" err="1" smtClean="0">
                <a:solidFill>
                  <a:schemeClr val="tx1"/>
                </a:solidFill>
                <a:latin typeface="Courier New" pitchFamily="49" charset="0"/>
              </a:rPr>
              <a:t>dist.dir</a:t>
            </a:r>
            <a:r>
              <a:rPr sz="1600" dirty="0" smtClean="0">
                <a:solidFill>
                  <a:schemeClr val="tx1"/>
                </a:solidFill>
                <a:latin typeface="Courier New" pitchFamily="49" charset="0"/>
              </a:rPr>
              <a:t>}/${name}.jar”</a:t>
            </a:r>
          </a:p>
          <a:p>
            <a:pPr lvl="1" eaLnBrk="1" hangingPunct="1">
              <a:buFont typeface="Arial" charset="0"/>
              <a:buNone/>
            </a:pPr>
            <a:r>
              <a:rPr sz="1600" dirty="0" smtClean="0">
                <a:solidFill>
                  <a:schemeClr val="tx1"/>
                </a:solidFill>
                <a:latin typeface="Courier New" pitchFamily="49" charset="0"/>
              </a:rPr>
              <a:t>       includes=“**/*.class” excludes=“**/*Test*.class” /&gt;</a:t>
            </a:r>
            <a:r>
              <a:rPr sz="1600" dirty="0" smtClean="0">
                <a:solidFill>
                  <a:schemeClr val="tx1"/>
                </a:solidFill>
              </a:rPr>
              <a:t>         </a:t>
            </a:r>
          </a:p>
          <a:p>
            <a:pPr lvl="1" eaLnBrk="1" hangingPunct="1">
              <a:buFont typeface="Arial" charset="0"/>
              <a:buNone/>
            </a:pPr>
            <a:endParaRPr sz="1600" dirty="0" smtClean="0">
              <a:solidFill>
                <a:schemeClr val="tx1"/>
              </a:solidFill>
            </a:endParaRPr>
          </a:p>
          <a:p>
            <a:pPr eaLnBrk="1" hangingPunct="1"/>
            <a:r>
              <a:rPr sz="1800" dirty="0" smtClean="0">
                <a:solidFill>
                  <a:schemeClr val="tx1"/>
                </a:solidFill>
                <a:cs typeface="Arial" charset="0"/>
              </a:rPr>
              <a:t>You can also nest &lt;</a:t>
            </a:r>
            <a:r>
              <a:rPr sz="1800" dirty="0" err="1" smtClean="0">
                <a:solidFill>
                  <a:schemeClr val="tx1"/>
                </a:solidFill>
                <a:cs typeface="Arial" charset="0"/>
              </a:rPr>
              <a:t>fileset</a:t>
            </a:r>
            <a:r>
              <a:rPr sz="1800" dirty="0" smtClean="0">
                <a:solidFill>
                  <a:schemeClr val="tx1"/>
                </a:solidFill>
                <a:cs typeface="Arial" charset="0"/>
              </a:rPr>
              <a:t>&gt; tags inside it to specify includes and excludes</a:t>
            </a:r>
          </a:p>
          <a:p>
            <a:pPr algn="just" eaLnBrk="1" hangingPunct="1"/>
            <a:r>
              <a:rPr sz="1800" dirty="0" smtClean="0">
                <a:solidFill>
                  <a:schemeClr val="tx1"/>
                </a:solidFill>
                <a:cs typeface="Arial" charset="0"/>
              </a:rPr>
              <a:t>Supports a nested &lt;</a:t>
            </a:r>
            <a:r>
              <a:rPr sz="1800" dirty="0" err="1" smtClean="0">
                <a:solidFill>
                  <a:schemeClr val="tx1"/>
                </a:solidFill>
                <a:cs typeface="Arial" charset="0"/>
              </a:rPr>
              <a:t>metainf</a:t>
            </a:r>
            <a:r>
              <a:rPr sz="1800" dirty="0" smtClean="0">
                <a:solidFill>
                  <a:schemeClr val="tx1"/>
                </a:solidFill>
                <a:cs typeface="Arial" charset="0"/>
              </a:rPr>
              <a:t>&gt; tag to specify what should be included in the META-INF directory (you can specify multiple &lt;</a:t>
            </a:r>
            <a:r>
              <a:rPr sz="1800" dirty="0" err="1" smtClean="0">
                <a:solidFill>
                  <a:schemeClr val="tx1"/>
                </a:solidFill>
                <a:cs typeface="Arial" charset="0"/>
              </a:rPr>
              <a:t>metainf</a:t>
            </a:r>
            <a:r>
              <a:rPr sz="1800" dirty="0" smtClean="0">
                <a:solidFill>
                  <a:schemeClr val="tx1"/>
                </a:solidFill>
                <a:cs typeface="Arial" charset="0"/>
              </a:rPr>
              <a:t>&gt; tags to pull files from different directories)</a:t>
            </a:r>
          </a:p>
          <a:p>
            <a:pPr eaLnBrk="1" hangingPunct="1"/>
            <a:endParaRPr sz="1800" dirty="0" smtClean="0">
              <a:solidFill>
                <a:schemeClr val="tx1"/>
              </a:solidFill>
              <a:cs typeface="Arial" charset="0"/>
            </a:endParaRPr>
          </a:p>
          <a:p>
            <a:pPr lvl="1" eaLnBrk="1" hangingPunct="1">
              <a:buFont typeface="Arial" charset="0"/>
              <a:buNone/>
            </a:pPr>
            <a:r>
              <a:rPr sz="1600" dirty="0" smtClean="0">
                <a:solidFill>
                  <a:schemeClr val="tx1"/>
                </a:solidFill>
                <a:latin typeface="Courier New" pitchFamily="49" charset="0"/>
              </a:rPr>
              <a:t>&lt;jar …&gt;</a:t>
            </a:r>
          </a:p>
          <a:p>
            <a:pPr lvl="2" eaLnBrk="1" hangingPunct="1">
              <a:buFont typeface="Arial" charset="0"/>
              <a:buNone/>
            </a:pPr>
            <a:r>
              <a:rPr sz="1400" dirty="0" smtClean="0">
                <a:solidFill>
                  <a:schemeClr val="tx1"/>
                </a:solidFill>
                <a:latin typeface="Courier New" pitchFamily="49" charset="0"/>
              </a:rPr>
              <a:t>   &lt;</a:t>
            </a:r>
            <a:r>
              <a:rPr sz="1400" dirty="0" err="1" smtClean="0">
                <a:solidFill>
                  <a:schemeClr val="tx1"/>
                </a:solidFill>
                <a:latin typeface="Courier New" pitchFamily="49" charset="0"/>
              </a:rPr>
              <a:t>meatainf</a:t>
            </a:r>
            <a:r>
              <a:rPr sz="1400" dirty="0" smtClean="0">
                <a:solidFill>
                  <a:schemeClr val="tx1"/>
                </a:solidFill>
                <a:latin typeface="Courier New" pitchFamily="49" charset="0"/>
              </a:rPr>
              <a:t> </a:t>
            </a:r>
            <a:r>
              <a:rPr sz="1400" dirty="0" err="1" smtClean="0">
                <a:solidFill>
                  <a:schemeClr val="tx1"/>
                </a:solidFill>
                <a:latin typeface="Courier New" pitchFamily="49" charset="0"/>
              </a:rPr>
              <a:t>dir</a:t>
            </a:r>
            <a:r>
              <a:rPr sz="1400" dirty="0" smtClean="0">
                <a:solidFill>
                  <a:schemeClr val="tx1"/>
                </a:solidFill>
                <a:latin typeface="Courier New" pitchFamily="49" charset="0"/>
              </a:rPr>
              <a:t>=“${</a:t>
            </a:r>
            <a:r>
              <a:rPr sz="1400" dirty="0" err="1" smtClean="0">
                <a:solidFill>
                  <a:schemeClr val="tx1"/>
                </a:solidFill>
                <a:latin typeface="Courier New" pitchFamily="49" charset="0"/>
              </a:rPr>
              <a:t>etc.dir</a:t>
            </a:r>
            <a:r>
              <a:rPr sz="1400" dirty="0" smtClean="0">
                <a:solidFill>
                  <a:schemeClr val="tx1"/>
                </a:solidFill>
                <a:latin typeface="Courier New" pitchFamily="49" charset="0"/>
              </a:rPr>
              <a:t>}” includes=“**/*.xml” /&gt;</a:t>
            </a:r>
          </a:p>
          <a:p>
            <a:pPr lvl="1" eaLnBrk="1" hangingPunct="1">
              <a:buFont typeface="Arial" charset="0"/>
              <a:buNone/>
            </a:pPr>
            <a:r>
              <a:rPr sz="1600" dirty="0" smtClean="0">
                <a:solidFill>
                  <a:schemeClr val="tx1"/>
                </a:solidFill>
                <a:latin typeface="Courier New" pitchFamily="49" charset="0"/>
              </a:rPr>
              <a:t>&lt;/jar&gt;</a:t>
            </a:r>
          </a:p>
        </p:txBody>
      </p:sp>
    </p:spTree>
  </p:cSld>
  <p:clrMapOvr>
    <a:masterClrMapping/>
  </p:clrMapOvr>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5105" name="AutoShape 5"/>
          <p:cNvSpPr>
            <a:spLocks noChangeArrowheads="1"/>
          </p:cNvSpPr>
          <p:nvPr/>
        </p:nvSpPr>
        <p:spPr bwMode="auto">
          <a:xfrm>
            <a:off x="715963" y="2166938"/>
            <a:ext cx="7354887" cy="1350962"/>
          </a:xfrm>
          <a:prstGeom prst="roundRect">
            <a:avLst>
              <a:gd name="adj" fmla="val 16667"/>
            </a:avLst>
          </a:prstGeom>
          <a:solidFill>
            <a:srgbClr val="CCFFCC"/>
          </a:solidFill>
          <a:ln w="9525">
            <a:solidFill>
              <a:schemeClr val="tx1"/>
            </a:solidFill>
            <a:round/>
            <a:headEnd/>
            <a:tailEnd/>
          </a:ln>
        </p:spPr>
        <p:txBody>
          <a:bodyPr wrap="none" anchor="ctr"/>
          <a:lstStyle/>
          <a:p>
            <a:endParaRPr lang="en-US"/>
          </a:p>
        </p:txBody>
      </p:sp>
      <p:sp>
        <p:nvSpPr>
          <p:cNvPr id="175106" name="Rectangle 2"/>
          <p:cNvSpPr>
            <a:spLocks noGrp="1"/>
          </p:cNvSpPr>
          <p:nvPr>
            <p:ph type="title"/>
          </p:nvPr>
        </p:nvSpPr>
        <p:spPr>
          <a:xfrm>
            <a:off x="431800" y="180975"/>
            <a:ext cx="8229600" cy="549275"/>
          </a:xfrm>
        </p:spPr>
        <p:txBody>
          <a:bodyPr/>
          <a:lstStyle/>
          <a:p>
            <a:pPr eaLnBrk="1" hangingPunct="1"/>
            <a:r>
              <a:rPr smtClean="0">
                <a:solidFill>
                  <a:schemeClr val="tx1"/>
                </a:solidFill>
                <a:cs typeface="Arial" charset="0"/>
              </a:rPr>
              <a:t>&lt;ant&gt;</a:t>
            </a:r>
          </a:p>
        </p:txBody>
      </p:sp>
      <p:sp>
        <p:nvSpPr>
          <p:cNvPr id="175107" name="Rectangle 3"/>
          <p:cNvSpPr>
            <a:spLocks noGrp="1"/>
          </p:cNvSpPr>
          <p:nvPr>
            <p:ph type="body" idx="1"/>
          </p:nvPr>
        </p:nvSpPr>
        <p:spPr>
          <a:xfrm>
            <a:off x="476250" y="1179513"/>
            <a:ext cx="8229600" cy="4416425"/>
          </a:xfrm>
        </p:spPr>
        <p:txBody>
          <a:bodyPr/>
          <a:lstStyle/>
          <a:p>
            <a:pPr eaLnBrk="1" hangingPunct="1"/>
            <a:r>
              <a:rPr dirty="0" smtClean="0">
                <a:solidFill>
                  <a:schemeClr val="tx1"/>
                </a:solidFill>
                <a:cs typeface="Arial" charset="0"/>
              </a:rPr>
              <a:t>Calls ant from within ant on a different </a:t>
            </a:r>
            <a:r>
              <a:rPr dirty="0" err="1" smtClean="0">
                <a:solidFill>
                  <a:schemeClr val="tx1"/>
                </a:solidFill>
                <a:cs typeface="Arial" charset="0"/>
              </a:rPr>
              <a:t>buildfile</a:t>
            </a:r>
            <a:endParaRPr dirty="0" smtClean="0">
              <a:solidFill>
                <a:schemeClr val="tx1"/>
              </a:solidFill>
              <a:cs typeface="Arial" charset="0"/>
            </a:endParaRPr>
          </a:p>
          <a:p>
            <a:pPr eaLnBrk="1" hangingPunct="1"/>
            <a:r>
              <a:rPr dirty="0" smtClean="0">
                <a:solidFill>
                  <a:schemeClr val="tx1"/>
                </a:solidFill>
                <a:cs typeface="Arial" charset="0"/>
              </a:rPr>
              <a:t>Useful for building subprojects (e.g. partitioning large projects)</a:t>
            </a:r>
          </a:p>
          <a:p>
            <a:pPr eaLnBrk="1" hangingPunct="1">
              <a:buFont typeface="Arial" charset="0"/>
              <a:buNone/>
            </a:pPr>
            <a:endParaRPr dirty="0" smtClean="0">
              <a:solidFill>
                <a:schemeClr val="tx1"/>
              </a:solidFill>
              <a:cs typeface="Arial" charset="0"/>
            </a:endParaRPr>
          </a:p>
          <a:p>
            <a:pPr lvl="1" eaLnBrk="1" hangingPunct="1">
              <a:buFont typeface="Arial" charset="0"/>
              <a:buNone/>
            </a:pPr>
            <a:r>
              <a:rPr sz="1600" dirty="0" smtClean="0">
                <a:solidFill>
                  <a:schemeClr val="tx1"/>
                </a:solidFill>
                <a:latin typeface="Courier New" pitchFamily="49" charset="0"/>
              </a:rPr>
              <a:t>&lt;ant </a:t>
            </a:r>
            <a:r>
              <a:rPr sz="1600" dirty="0" err="1" smtClean="0">
                <a:solidFill>
                  <a:schemeClr val="tx1"/>
                </a:solidFill>
                <a:latin typeface="Courier New" pitchFamily="49" charset="0"/>
              </a:rPr>
              <a:t>dir</a:t>
            </a:r>
            <a:r>
              <a:rPr sz="1600" dirty="0" smtClean="0">
                <a:solidFill>
                  <a:schemeClr val="tx1"/>
                </a:solidFill>
                <a:latin typeface="Courier New" pitchFamily="49" charset="0"/>
              </a:rPr>
              <a:t>=“./test” </a:t>
            </a:r>
            <a:r>
              <a:rPr sz="1600" dirty="0" err="1" smtClean="0">
                <a:solidFill>
                  <a:schemeClr val="tx1"/>
                </a:solidFill>
                <a:latin typeface="Courier New" pitchFamily="49" charset="0"/>
              </a:rPr>
              <a:t>antfile</a:t>
            </a:r>
            <a:r>
              <a:rPr sz="1600" dirty="0" smtClean="0">
                <a:solidFill>
                  <a:schemeClr val="tx1"/>
                </a:solidFill>
                <a:latin typeface="Courier New" pitchFamily="49" charset="0"/>
              </a:rPr>
              <a:t>=“</a:t>
            </a:r>
            <a:r>
              <a:rPr sz="1600" dirty="0" err="1" smtClean="0">
                <a:solidFill>
                  <a:schemeClr val="tx1"/>
                </a:solidFill>
                <a:latin typeface="Courier New" pitchFamily="49" charset="0"/>
              </a:rPr>
              <a:t>build.xml</a:t>
            </a:r>
            <a:r>
              <a:rPr sz="1600" dirty="0" smtClean="0">
                <a:solidFill>
                  <a:schemeClr val="tx1"/>
                </a:solidFill>
                <a:latin typeface="Courier New" pitchFamily="49" charset="0"/>
              </a:rPr>
              <a:t>” target=“compile” </a:t>
            </a:r>
          </a:p>
          <a:p>
            <a:pPr lvl="1" eaLnBrk="1" hangingPunct="1">
              <a:buFont typeface="Arial" charset="0"/>
              <a:buNone/>
            </a:pPr>
            <a:r>
              <a:rPr sz="1600" dirty="0" smtClean="0">
                <a:solidFill>
                  <a:schemeClr val="tx1"/>
                </a:solidFill>
                <a:latin typeface="Courier New" pitchFamily="49" charset="0"/>
              </a:rPr>
              <a:t>        </a:t>
            </a:r>
            <a:r>
              <a:rPr sz="1600" dirty="0" err="1" smtClean="0">
                <a:solidFill>
                  <a:schemeClr val="tx1"/>
                </a:solidFill>
                <a:latin typeface="Courier New" pitchFamily="49" charset="0"/>
              </a:rPr>
              <a:t>ouput</a:t>
            </a:r>
            <a:r>
              <a:rPr sz="1600" dirty="0" smtClean="0">
                <a:solidFill>
                  <a:schemeClr val="tx1"/>
                </a:solidFill>
                <a:latin typeface="Courier New" pitchFamily="49" charset="0"/>
              </a:rPr>
              <a:t>=“</a:t>
            </a:r>
            <a:r>
              <a:rPr sz="1600" dirty="0" err="1" smtClean="0">
                <a:solidFill>
                  <a:schemeClr val="tx1"/>
                </a:solidFill>
                <a:latin typeface="Courier New" pitchFamily="49" charset="0"/>
              </a:rPr>
              <a:t>test.log</a:t>
            </a:r>
            <a:r>
              <a:rPr sz="1600" dirty="0" smtClean="0">
                <a:solidFill>
                  <a:schemeClr val="tx1"/>
                </a:solidFill>
                <a:latin typeface="Courier New" pitchFamily="49" charset="0"/>
              </a:rPr>
              <a:t>” &gt;</a:t>
            </a:r>
          </a:p>
          <a:p>
            <a:pPr lvl="1" eaLnBrk="1" hangingPunct="1">
              <a:buFont typeface="Arial" charset="0"/>
              <a:buNone/>
            </a:pPr>
            <a:r>
              <a:rPr sz="1600" dirty="0" smtClean="0">
                <a:solidFill>
                  <a:schemeClr val="tx1"/>
                </a:solidFill>
                <a:latin typeface="Courier New" pitchFamily="49" charset="0"/>
              </a:rPr>
              <a:t>               &lt;property name=“</a:t>
            </a:r>
            <a:r>
              <a:rPr sz="1600" dirty="0" err="1" smtClean="0">
                <a:solidFill>
                  <a:schemeClr val="tx1"/>
                </a:solidFill>
                <a:latin typeface="Courier New" pitchFamily="49" charset="0"/>
              </a:rPr>
              <a:t>param1</a:t>
            </a:r>
            <a:r>
              <a:rPr sz="1600" dirty="0" smtClean="0">
                <a:solidFill>
                  <a:schemeClr val="tx1"/>
                </a:solidFill>
                <a:latin typeface="Courier New" pitchFamily="49" charset="0"/>
              </a:rPr>
              <a:t>” value=“1.0” /&gt;</a:t>
            </a:r>
          </a:p>
          <a:p>
            <a:pPr lvl="1" eaLnBrk="1" hangingPunct="1">
              <a:buFont typeface="Arial" charset="0"/>
              <a:buNone/>
            </a:pPr>
            <a:r>
              <a:rPr sz="1600" dirty="0" smtClean="0">
                <a:solidFill>
                  <a:schemeClr val="tx1"/>
                </a:solidFill>
                <a:latin typeface="Courier New" pitchFamily="49" charset="0"/>
              </a:rPr>
              <a:t>&lt;/ant&gt;</a:t>
            </a:r>
          </a:p>
          <a:p>
            <a:pPr lvl="1" eaLnBrk="1" hangingPunct="1">
              <a:buFont typeface="Arial" charset="0"/>
              <a:buNone/>
            </a:pPr>
            <a:endParaRPr sz="1600" dirty="0" smtClean="0">
              <a:solidFill>
                <a:schemeClr val="tx1"/>
              </a:solidFill>
              <a:latin typeface="Courier New" pitchFamily="49" charset="0"/>
            </a:endParaRPr>
          </a:p>
          <a:p>
            <a:pPr eaLnBrk="1" hangingPunct="1"/>
            <a:r>
              <a:rPr dirty="0" smtClean="0">
                <a:solidFill>
                  <a:schemeClr val="tx1"/>
                </a:solidFill>
                <a:cs typeface="Arial" charset="0"/>
              </a:rPr>
              <a:t>If “</a:t>
            </a:r>
            <a:r>
              <a:rPr dirty="0" err="1" smtClean="0">
                <a:solidFill>
                  <a:schemeClr val="tx1"/>
                </a:solidFill>
                <a:cs typeface="Arial" charset="0"/>
              </a:rPr>
              <a:t>antfile</a:t>
            </a:r>
            <a:r>
              <a:rPr dirty="0" smtClean="0">
                <a:solidFill>
                  <a:schemeClr val="tx1"/>
                </a:solidFill>
                <a:cs typeface="Arial" charset="0"/>
              </a:rPr>
              <a:t>” is omitted, “</a:t>
            </a:r>
            <a:r>
              <a:rPr dirty="0" err="1" smtClean="0">
                <a:solidFill>
                  <a:schemeClr val="tx1"/>
                </a:solidFill>
                <a:cs typeface="Arial" charset="0"/>
              </a:rPr>
              <a:t>build.xml</a:t>
            </a:r>
            <a:r>
              <a:rPr dirty="0" smtClean="0">
                <a:solidFill>
                  <a:schemeClr val="tx1"/>
                </a:solidFill>
                <a:cs typeface="Arial" charset="0"/>
              </a:rPr>
              <a:t>” is assumed</a:t>
            </a:r>
          </a:p>
          <a:p>
            <a:pPr eaLnBrk="1" hangingPunct="1"/>
            <a:r>
              <a:rPr dirty="0" smtClean="0">
                <a:solidFill>
                  <a:schemeClr val="tx1"/>
                </a:solidFill>
                <a:cs typeface="Arial" charset="0"/>
              </a:rPr>
              <a:t>If “target” is omitted, the default target is used</a:t>
            </a:r>
          </a:p>
          <a:p>
            <a:pPr eaLnBrk="1" hangingPunct="1"/>
            <a:r>
              <a:rPr dirty="0" smtClean="0">
                <a:solidFill>
                  <a:schemeClr val="tx1"/>
                </a:solidFill>
                <a:cs typeface="Arial" charset="0"/>
              </a:rPr>
              <a:t>If “output” is omitted, output goes to the console</a:t>
            </a:r>
          </a:p>
          <a:p>
            <a:pPr algn="just" eaLnBrk="1" hangingPunct="1"/>
            <a:r>
              <a:rPr dirty="0" smtClean="0">
                <a:solidFill>
                  <a:schemeClr val="tx1"/>
                </a:solidFill>
                <a:cs typeface="Arial" charset="0"/>
              </a:rPr>
              <a:t>Properties from the parent are visible in the child and override those in the child (unless specified)</a:t>
            </a:r>
          </a:p>
          <a:p>
            <a:pPr lvl="1" eaLnBrk="1" hangingPunct="1">
              <a:buFont typeface="Arial" charset="0"/>
              <a:buNone/>
            </a:pPr>
            <a:endParaRPr dirty="0" smtClean="0"/>
          </a:p>
        </p:txBody>
      </p:sp>
    </p:spTree>
  </p:cSld>
  <p:clrMapOvr>
    <a:masterClrMapping/>
  </p:clrMapOvr>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6129" name="AutoShape 4"/>
          <p:cNvSpPr>
            <a:spLocks noChangeArrowheads="1"/>
          </p:cNvSpPr>
          <p:nvPr/>
        </p:nvSpPr>
        <p:spPr bwMode="auto">
          <a:xfrm>
            <a:off x="655638" y="2505075"/>
            <a:ext cx="6759575" cy="3319463"/>
          </a:xfrm>
          <a:prstGeom prst="roundRect">
            <a:avLst>
              <a:gd name="adj" fmla="val 16667"/>
            </a:avLst>
          </a:prstGeom>
          <a:solidFill>
            <a:srgbClr val="CCFFCC"/>
          </a:solidFill>
          <a:ln w="9525">
            <a:solidFill>
              <a:schemeClr val="tx1"/>
            </a:solidFill>
            <a:round/>
            <a:headEnd/>
            <a:tailEnd/>
          </a:ln>
        </p:spPr>
        <p:txBody>
          <a:bodyPr wrap="none" anchor="ctr"/>
          <a:lstStyle/>
          <a:p>
            <a:endParaRPr lang="en-US"/>
          </a:p>
        </p:txBody>
      </p:sp>
      <p:sp>
        <p:nvSpPr>
          <p:cNvPr id="176130" name="Rectangle 2"/>
          <p:cNvSpPr>
            <a:spLocks noGrp="1"/>
          </p:cNvSpPr>
          <p:nvPr>
            <p:ph type="title"/>
          </p:nvPr>
        </p:nvSpPr>
        <p:spPr>
          <a:xfrm>
            <a:off x="368300" y="155575"/>
            <a:ext cx="8229600" cy="549275"/>
          </a:xfrm>
        </p:spPr>
        <p:txBody>
          <a:bodyPr/>
          <a:lstStyle/>
          <a:p>
            <a:pPr eaLnBrk="1" hangingPunct="1"/>
            <a:r>
              <a:rPr smtClean="0">
                <a:solidFill>
                  <a:schemeClr val="tx1"/>
                </a:solidFill>
                <a:cs typeface="Arial" charset="0"/>
              </a:rPr>
              <a:t>&lt;antcall&gt;</a:t>
            </a:r>
          </a:p>
        </p:txBody>
      </p:sp>
      <p:sp>
        <p:nvSpPr>
          <p:cNvPr id="176131" name="Rectangle 3"/>
          <p:cNvSpPr>
            <a:spLocks noGrp="1"/>
          </p:cNvSpPr>
          <p:nvPr>
            <p:ph type="body" idx="1"/>
          </p:nvPr>
        </p:nvSpPr>
        <p:spPr>
          <a:xfrm>
            <a:off x="457200" y="1255713"/>
            <a:ext cx="8229600" cy="4995862"/>
          </a:xfrm>
        </p:spPr>
        <p:txBody>
          <a:bodyPr/>
          <a:lstStyle/>
          <a:p>
            <a:pPr eaLnBrk="1" hangingPunct="1"/>
            <a:r>
              <a:rPr smtClean="0">
                <a:solidFill>
                  <a:schemeClr val="tx1"/>
                </a:solidFill>
                <a:cs typeface="Arial" charset="0"/>
              </a:rPr>
              <a:t>Calls another target within the same buildfile</a:t>
            </a:r>
          </a:p>
          <a:p>
            <a:pPr eaLnBrk="1" hangingPunct="1"/>
            <a:r>
              <a:rPr smtClean="0">
                <a:solidFill>
                  <a:schemeClr val="tx1"/>
                </a:solidFill>
                <a:cs typeface="Arial" charset="0"/>
              </a:rPr>
              <a:t>Can pass parameters to it</a:t>
            </a:r>
          </a:p>
          <a:p>
            <a:pPr eaLnBrk="1" hangingPunct="1"/>
            <a:r>
              <a:rPr smtClean="0">
                <a:solidFill>
                  <a:schemeClr val="tx1"/>
                </a:solidFill>
                <a:cs typeface="Arial" charset="0"/>
              </a:rPr>
              <a:t>Useful for reusing targets</a:t>
            </a:r>
          </a:p>
          <a:p>
            <a:pPr lvl="1" eaLnBrk="1" hangingPunct="1"/>
            <a:endParaRPr smtClean="0">
              <a:solidFill>
                <a:schemeClr val="tx1"/>
              </a:solidFill>
              <a:latin typeface="Courier New" pitchFamily="49" charset="0"/>
            </a:endParaRPr>
          </a:p>
          <a:p>
            <a:pPr lvl="1" eaLnBrk="1" hangingPunct="1">
              <a:buFont typeface="Arial" charset="0"/>
              <a:buNone/>
            </a:pPr>
            <a:r>
              <a:rPr smtClean="0">
                <a:solidFill>
                  <a:schemeClr val="tx1"/>
                </a:solidFill>
                <a:latin typeface="Courier New" pitchFamily="49" charset="0"/>
              </a:rPr>
              <a:t>&lt;target name=“foo”&gt;</a:t>
            </a:r>
          </a:p>
          <a:p>
            <a:pPr lvl="1" eaLnBrk="1" hangingPunct="1">
              <a:buFont typeface="Arial" charset="0"/>
              <a:buNone/>
            </a:pPr>
            <a:r>
              <a:rPr smtClean="0">
                <a:solidFill>
                  <a:schemeClr val="tx1"/>
                </a:solidFill>
                <a:latin typeface="Courier New" pitchFamily="49" charset="0"/>
              </a:rPr>
              <a:t>   &lt;echo message=“param1=“${param1}” /&gt;</a:t>
            </a:r>
          </a:p>
          <a:p>
            <a:pPr lvl="1" eaLnBrk="1" hangingPunct="1">
              <a:buFont typeface="Arial" charset="0"/>
              <a:buNone/>
            </a:pPr>
            <a:r>
              <a:rPr smtClean="0">
                <a:solidFill>
                  <a:schemeClr val="tx1"/>
                </a:solidFill>
                <a:latin typeface="Courier New" pitchFamily="49" charset="0"/>
              </a:rPr>
              <a:t>&lt;/target&gt;</a:t>
            </a:r>
          </a:p>
          <a:p>
            <a:pPr lvl="1" eaLnBrk="1" hangingPunct="1">
              <a:buFont typeface="Arial" charset="0"/>
              <a:buNone/>
            </a:pPr>
            <a:endParaRPr smtClean="0">
              <a:solidFill>
                <a:schemeClr val="tx1"/>
              </a:solidFill>
              <a:latin typeface="Courier New" pitchFamily="49" charset="0"/>
            </a:endParaRPr>
          </a:p>
          <a:p>
            <a:pPr lvl="1" eaLnBrk="1" hangingPunct="1">
              <a:buFont typeface="Arial" charset="0"/>
              <a:buNone/>
            </a:pPr>
            <a:r>
              <a:rPr smtClean="0">
                <a:solidFill>
                  <a:schemeClr val="tx1"/>
                </a:solidFill>
                <a:latin typeface="Courier New" pitchFamily="49" charset="0"/>
              </a:rPr>
              <a:t>&lt;target name=“bar”&gt;</a:t>
            </a:r>
          </a:p>
          <a:p>
            <a:pPr lvl="1" eaLnBrk="1" hangingPunct="1">
              <a:buFont typeface="Arial" charset="0"/>
              <a:buNone/>
            </a:pPr>
            <a:r>
              <a:rPr smtClean="0">
                <a:solidFill>
                  <a:schemeClr val="tx1"/>
                </a:solidFill>
                <a:latin typeface="Courier New" pitchFamily="49" charset="0"/>
              </a:rPr>
              <a:t>    &lt;antcall target=“foo”&gt;</a:t>
            </a:r>
          </a:p>
          <a:p>
            <a:pPr lvl="1" eaLnBrk="1" hangingPunct="1">
              <a:buFont typeface="Arial" charset="0"/>
              <a:buNone/>
            </a:pPr>
            <a:r>
              <a:rPr smtClean="0">
                <a:solidFill>
                  <a:schemeClr val="tx1"/>
                </a:solidFill>
                <a:latin typeface="Courier New" pitchFamily="49" charset="0"/>
              </a:rPr>
              <a:t>           &lt;param name=“param1” value=“baz” /&gt;</a:t>
            </a:r>
          </a:p>
          <a:p>
            <a:pPr lvl="1" eaLnBrk="1" hangingPunct="1">
              <a:buFont typeface="Arial" charset="0"/>
              <a:buNone/>
            </a:pPr>
            <a:r>
              <a:rPr smtClean="0">
                <a:solidFill>
                  <a:schemeClr val="tx1"/>
                </a:solidFill>
                <a:latin typeface="Courier New" pitchFamily="49" charset="0"/>
              </a:rPr>
              <a:t>    &lt;/antcall&gt;</a:t>
            </a:r>
          </a:p>
          <a:p>
            <a:pPr lvl="1" eaLnBrk="1" hangingPunct="1">
              <a:buFont typeface="Arial" charset="0"/>
              <a:buNone/>
            </a:pPr>
            <a:r>
              <a:rPr smtClean="0">
                <a:solidFill>
                  <a:schemeClr val="tx1"/>
                </a:solidFill>
                <a:latin typeface="Courier New" pitchFamily="49" charset="0"/>
              </a:rPr>
              <a:t>&lt;/target&gt;</a:t>
            </a:r>
          </a:p>
        </p:txBody>
      </p:sp>
    </p:spTree>
  </p:cSld>
  <p:clrMapOvr>
    <a:masterClrMapping/>
  </p:clrMapOvr>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7153" name="AutoShape 4"/>
          <p:cNvSpPr>
            <a:spLocks noChangeArrowheads="1"/>
          </p:cNvSpPr>
          <p:nvPr/>
        </p:nvSpPr>
        <p:spPr bwMode="auto">
          <a:xfrm>
            <a:off x="730250" y="3354388"/>
            <a:ext cx="7934325" cy="2005012"/>
          </a:xfrm>
          <a:prstGeom prst="roundRect">
            <a:avLst>
              <a:gd name="adj" fmla="val 16667"/>
            </a:avLst>
          </a:prstGeom>
          <a:solidFill>
            <a:srgbClr val="CCFFCC"/>
          </a:solidFill>
          <a:ln w="9525">
            <a:solidFill>
              <a:schemeClr val="tx1"/>
            </a:solidFill>
            <a:round/>
            <a:headEnd/>
            <a:tailEnd/>
          </a:ln>
        </p:spPr>
        <p:txBody>
          <a:bodyPr wrap="none" anchor="ctr"/>
          <a:lstStyle/>
          <a:p>
            <a:endParaRPr lang="en-US"/>
          </a:p>
        </p:txBody>
      </p:sp>
      <p:sp>
        <p:nvSpPr>
          <p:cNvPr id="177154" name="Rectangle 2"/>
          <p:cNvSpPr>
            <a:spLocks noGrp="1"/>
          </p:cNvSpPr>
          <p:nvPr>
            <p:ph type="title"/>
          </p:nvPr>
        </p:nvSpPr>
        <p:spPr>
          <a:xfrm>
            <a:off x="355600" y="206375"/>
            <a:ext cx="8229600" cy="549275"/>
          </a:xfrm>
        </p:spPr>
        <p:txBody>
          <a:bodyPr/>
          <a:lstStyle/>
          <a:p>
            <a:pPr eaLnBrk="1" hangingPunct="1"/>
            <a:r>
              <a:rPr smtClean="0">
                <a:solidFill>
                  <a:schemeClr val="tx1"/>
                </a:solidFill>
                <a:cs typeface="Arial" charset="0"/>
              </a:rPr>
              <a:t>&lt;available&gt;</a:t>
            </a:r>
          </a:p>
        </p:txBody>
      </p:sp>
      <p:sp>
        <p:nvSpPr>
          <p:cNvPr id="177155" name="Rectangle 3"/>
          <p:cNvSpPr>
            <a:spLocks noGrp="1"/>
          </p:cNvSpPr>
          <p:nvPr>
            <p:ph type="body" idx="1"/>
          </p:nvPr>
        </p:nvSpPr>
        <p:spPr>
          <a:xfrm>
            <a:off x="457200" y="1077913"/>
            <a:ext cx="8229600" cy="5173662"/>
          </a:xfrm>
        </p:spPr>
        <p:txBody>
          <a:bodyPr/>
          <a:lstStyle/>
          <a:p>
            <a:pPr algn="just" eaLnBrk="1" hangingPunct="1"/>
            <a:r>
              <a:rPr dirty="0" smtClean="0">
                <a:solidFill>
                  <a:schemeClr val="tx1"/>
                </a:solidFill>
                <a:cs typeface="Arial" charset="0"/>
              </a:rPr>
              <a:t>Sets a property if a specified resource is available on the current system</a:t>
            </a:r>
          </a:p>
          <a:p>
            <a:pPr algn="just" eaLnBrk="1" hangingPunct="1"/>
            <a:r>
              <a:rPr dirty="0" smtClean="0">
                <a:solidFill>
                  <a:schemeClr val="tx1"/>
                </a:solidFill>
                <a:cs typeface="Arial" charset="0"/>
              </a:rPr>
              <a:t> This resource can be a file, a directory, a class in the </a:t>
            </a:r>
            <a:r>
              <a:rPr dirty="0" err="1" smtClean="0">
                <a:solidFill>
                  <a:schemeClr val="tx1"/>
                </a:solidFill>
                <a:cs typeface="Arial" charset="0"/>
              </a:rPr>
              <a:t>classpath</a:t>
            </a:r>
            <a:r>
              <a:rPr dirty="0" smtClean="0">
                <a:solidFill>
                  <a:schemeClr val="tx1"/>
                </a:solidFill>
                <a:cs typeface="Arial" charset="0"/>
              </a:rPr>
              <a:t>, or a </a:t>
            </a:r>
            <a:r>
              <a:rPr dirty="0" err="1" smtClean="0">
                <a:solidFill>
                  <a:schemeClr val="tx1"/>
                </a:solidFill>
                <a:cs typeface="Arial" charset="0"/>
              </a:rPr>
              <a:t>JVM</a:t>
            </a:r>
            <a:r>
              <a:rPr dirty="0" smtClean="0">
                <a:solidFill>
                  <a:schemeClr val="tx1"/>
                </a:solidFill>
                <a:cs typeface="Arial" charset="0"/>
              </a:rPr>
              <a:t> system resource.</a:t>
            </a:r>
          </a:p>
          <a:p>
            <a:pPr algn="just" eaLnBrk="1" hangingPunct="1"/>
            <a:r>
              <a:rPr dirty="0" smtClean="0">
                <a:solidFill>
                  <a:schemeClr val="tx1"/>
                </a:solidFill>
                <a:cs typeface="Arial" charset="0"/>
              </a:rPr>
              <a:t>Useful for targets that can’t/ shouldn’t be executed under certain circumstances</a:t>
            </a:r>
          </a:p>
          <a:p>
            <a:pPr eaLnBrk="1" hangingPunct="1"/>
            <a:endParaRPr dirty="0" smtClean="0">
              <a:solidFill>
                <a:schemeClr val="tx1"/>
              </a:solidFill>
              <a:cs typeface="Arial" charset="0"/>
            </a:endParaRPr>
          </a:p>
          <a:p>
            <a:pPr lvl="1" eaLnBrk="1" hangingPunct="1">
              <a:buFont typeface="Arial" charset="0"/>
              <a:buNone/>
            </a:pPr>
            <a:r>
              <a:rPr dirty="0" smtClean="0">
                <a:solidFill>
                  <a:schemeClr val="tx1"/>
                </a:solidFill>
                <a:latin typeface="Courier New" pitchFamily="49" charset="0"/>
              </a:rPr>
              <a:t>&lt;!– sets the “</a:t>
            </a:r>
            <a:r>
              <a:rPr dirty="0" err="1" smtClean="0">
                <a:solidFill>
                  <a:schemeClr val="tx1"/>
                </a:solidFill>
                <a:latin typeface="Courier New" pitchFamily="49" charset="0"/>
              </a:rPr>
              <a:t>has.junit</a:t>
            </a:r>
            <a:r>
              <a:rPr dirty="0" smtClean="0">
                <a:solidFill>
                  <a:schemeClr val="tx1"/>
                </a:solidFill>
                <a:latin typeface="Courier New" pitchFamily="49" charset="0"/>
              </a:rPr>
              <a:t>” </a:t>
            </a:r>
            <a:r>
              <a:rPr dirty="0" err="1" smtClean="0">
                <a:solidFill>
                  <a:schemeClr val="tx1"/>
                </a:solidFill>
                <a:latin typeface="Courier New" pitchFamily="49" charset="0"/>
              </a:rPr>
              <a:t>peroperty</a:t>
            </a:r>
            <a:r>
              <a:rPr dirty="0" smtClean="0">
                <a:solidFill>
                  <a:schemeClr val="tx1"/>
                </a:solidFill>
                <a:latin typeface="Courier New" pitchFamily="49" charset="0"/>
              </a:rPr>
              <a:t> to “true” if the </a:t>
            </a:r>
            <a:r>
              <a:rPr dirty="0" err="1" smtClean="0">
                <a:solidFill>
                  <a:schemeClr val="tx1"/>
                </a:solidFill>
                <a:latin typeface="Courier New" pitchFamily="49" charset="0"/>
              </a:rPr>
              <a:t>TestCase</a:t>
            </a:r>
            <a:r>
              <a:rPr dirty="0" smtClean="0">
                <a:solidFill>
                  <a:schemeClr val="tx1"/>
                </a:solidFill>
                <a:latin typeface="Courier New" pitchFamily="49" charset="0"/>
              </a:rPr>
              <a:t> class is found in the </a:t>
            </a:r>
            <a:r>
              <a:rPr dirty="0" err="1" smtClean="0">
                <a:solidFill>
                  <a:schemeClr val="tx1"/>
                </a:solidFill>
                <a:latin typeface="Courier New" pitchFamily="49" charset="0"/>
              </a:rPr>
              <a:t>classpath</a:t>
            </a:r>
            <a:r>
              <a:rPr dirty="0" smtClean="0">
                <a:solidFill>
                  <a:schemeClr val="tx1"/>
                </a:solidFill>
                <a:latin typeface="Courier New" pitchFamily="49" charset="0"/>
              </a:rPr>
              <a:t> </a:t>
            </a:r>
            <a:r>
              <a:rPr dirty="0" smtClean="0">
                <a:solidFill>
                  <a:schemeClr val="tx1"/>
                </a:solidFill>
                <a:latin typeface="Courier New" pitchFamily="49" charset="0"/>
                <a:sym typeface="Wingdings" pitchFamily="2" charset="2"/>
              </a:rPr>
              <a:t></a:t>
            </a:r>
          </a:p>
          <a:p>
            <a:pPr lvl="1" eaLnBrk="1" hangingPunct="1">
              <a:buFont typeface="Arial" charset="0"/>
              <a:buNone/>
            </a:pPr>
            <a:r>
              <a:rPr dirty="0" smtClean="0">
                <a:solidFill>
                  <a:schemeClr val="tx1"/>
                </a:solidFill>
                <a:latin typeface="Courier New" pitchFamily="49" charset="0"/>
                <a:sym typeface="Wingdings" pitchFamily="2" charset="2"/>
              </a:rPr>
              <a:t>&lt;available property=“</a:t>
            </a:r>
            <a:r>
              <a:rPr dirty="0" err="1" smtClean="0">
                <a:solidFill>
                  <a:schemeClr val="tx1"/>
                </a:solidFill>
                <a:latin typeface="Courier New" pitchFamily="49" charset="0"/>
                <a:sym typeface="Wingdings" pitchFamily="2" charset="2"/>
              </a:rPr>
              <a:t>has.junit</a:t>
            </a:r>
            <a:r>
              <a:rPr dirty="0" smtClean="0">
                <a:solidFill>
                  <a:schemeClr val="tx1"/>
                </a:solidFill>
                <a:latin typeface="Courier New" pitchFamily="49" charset="0"/>
                <a:sym typeface="Wingdings" pitchFamily="2" charset="2"/>
              </a:rPr>
              <a:t>” </a:t>
            </a:r>
            <a:r>
              <a:rPr dirty="0" err="1" smtClean="0">
                <a:solidFill>
                  <a:schemeClr val="tx1"/>
                </a:solidFill>
                <a:latin typeface="Courier New" pitchFamily="49" charset="0"/>
                <a:sym typeface="Wingdings" pitchFamily="2" charset="2"/>
              </a:rPr>
              <a:t>classname</a:t>
            </a:r>
            <a:r>
              <a:rPr dirty="0" smtClean="0">
                <a:solidFill>
                  <a:schemeClr val="tx1"/>
                </a:solidFill>
                <a:latin typeface="Courier New" pitchFamily="49" charset="0"/>
                <a:sym typeface="Wingdings" pitchFamily="2" charset="2"/>
              </a:rPr>
              <a:t>=“</a:t>
            </a:r>
            <a:r>
              <a:rPr dirty="0" err="1" smtClean="0">
                <a:solidFill>
                  <a:schemeClr val="tx1"/>
                </a:solidFill>
                <a:latin typeface="Courier New" pitchFamily="49" charset="0"/>
                <a:sym typeface="Wingdings" pitchFamily="2" charset="2"/>
              </a:rPr>
              <a:t>junit.framework.TestCase</a:t>
            </a:r>
            <a:r>
              <a:rPr dirty="0" smtClean="0">
                <a:solidFill>
                  <a:schemeClr val="tx1"/>
                </a:solidFill>
                <a:latin typeface="Courier New" pitchFamily="49" charset="0"/>
                <a:sym typeface="Wingdings" pitchFamily="2" charset="2"/>
              </a:rPr>
              <a:t>” &gt;</a:t>
            </a:r>
          </a:p>
          <a:p>
            <a:pPr lvl="1" eaLnBrk="1" hangingPunct="1">
              <a:buFont typeface="Arial" charset="0"/>
              <a:buNone/>
            </a:pPr>
            <a:r>
              <a:rPr dirty="0" smtClean="0">
                <a:solidFill>
                  <a:schemeClr val="tx1"/>
                </a:solidFill>
                <a:latin typeface="Courier New" pitchFamily="49" charset="0"/>
                <a:sym typeface="Wingdings" pitchFamily="2" charset="2"/>
              </a:rPr>
              <a:t>    &lt;</a:t>
            </a:r>
            <a:r>
              <a:rPr dirty="0" err="1" smtClean="0">
                <a:solidFill>
                  <a:schemeClr val="tx1"/>
                </a:solidFill>
                <a:latin typeface="Courier New" pitchFamily="49" charset="0"/>
                <a:sym typeface="Wingdings" pitchFamily="2" charset="2"/>
              </a:rPr>
              <a:t>classpath</a:t>
            </a:r>
            <a:r>
              <a:rPr dirty="0" smtClean="0">
                <a:solidFill>
                  <a:schemeClr val="tx1"/>
                </a:solidFill>
                <a:latin typeface="Courier New" pitchFamily="49" charset="0"/>
                <a:sym typeface="Wingdings" pitchFamily="2" charset="2"/>
              </a:rPr>
              <a:t> </a:t>
            </a:r>
            <a:r>
              <a:rPr dirty="0" err="1" smtClean="0">
                <a:solidFill>
                  <a:schemeClr val="tx1"/>
                </a:solidFill>
                <a:latin typeface="Courier New" pitchFamily="49" charset="0"/>
                <a:sym typeface="Wingdings" pitchFamily="2" charset="2"/>
              </a:rPr>
              <a:t>refid</a:t>
            </a:r>
            <a:r>
              <a:rPr dirty="0" smtClean="0">
                <a:solidFill>
                  <a:schemeClr val="tx1"/>
                </a:solidFill>
                <a:latin typeface="Courier New" pitchFamily="49" charset="0"/>
                <a:sym typeface="Wingdings" pitchFamily="2" charset="2"/>
              </a:rPr>
              <a:t>=“</a:t>
            </a:r>
            <a:r>
              <a:rPr dirty="0" err="1" smtClean="0">
                <a:solidFill>
                  <a:schemeClr val="tx1"/>
                </a:solidFill>
                <a:latin typeface="Courier New" pitchFamily="49" charset="0"/>
                <a:sym typeface="Wingdings" pitchFamily="2" charset="2"/>
              </a:rPr>
              <a:t>classpath</a:t>
            </a:r>
            <a:r>
              <a:rPr dirty="0" smtClean="0">
                <a:solidFill>
                  <a:schemeClr val="tx1"/>
                </a:solidFill>
                <a:latin typeface="Courier New" pitchFamily="49" charset="0"/>
                <a:sym typeface="Wingdings" pitchFamily="2" charset="2"/>
              </a:rPr>
              <a:t>” /&gt;</a:t>
            </a:r>
          </a:p>
          <a:p>
            <a:pPr lvl="1" eaLnBrk="1" hangingPunct="1">
              <a:buFont typeface="Arial" charset="0"/>
              <a:buNone/>
            </a:pPr>
            <a:r>
              <a:rPr dirty="0" smtClean="0">
                <a:solidFill>
                  <a:schemeClr val="tx1"/>
                </a:solidFill>
                <a:latin typeface="Courier New" pitchFamily="49" charset="0"/>
                <a:sym typeface="Wingdings" pitchFamily="2" charset="2"/>
              </a:rPr>
              <a:t>&lt;/available</a:t>
            </a:r>
            <a:endParaRPr dirty="0" smtClean="0">
              <a:solidFill>
                <a:schemeClr val="tx1"/>
              </a:solidFill>
              <a:latin typeface="Courier New" pitchFamily="49" charset="0"/>
            </a:endParaRPr>
          </a:p>
          <a:p>
            <a:pPr eaLnBrk="1" hangingPunct="1"/>
            <a:endParaRPr dirty="0" smtClean="0">
              <a:latin typeface="Courier New" pitchFamily="49" charset="0"/>
              <a:cs typeface="Arial" charset="0"/>
            </a:endParaRPr>
          </a:p>
        </p:txBody>
      </p:sp>
    </p:spTree>
  </p:cSld>
  <p:clrMapOvr>
    <a:masterClrMapping/>
  </p:clrMapOvr>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8177" name="AutoShape 5"/>
          <p:cNvSpPr>
            <a:spLocks noChangeArrowheads="1"/>
          </p:cNvSpPr>
          <p:nvPr/>
        </p:nvSpPr>
        <p:spPr bwMode="auto">
          <a:xfrm>
            <a:off x="715963" y="1968500"/>
            <a:ext cx="7653337" cy="595313"/>
          </a:xfrm>
          <a:prstGeom prst="roundRect">
            <a:avLst>
              <a:gd name="adj" fmla="val 16667"/>
            </a:avLst>
          </a:prstGeom>
          <a:solidFill>
            <a:srgbClr val="CCFFCC"/>
          </a:solidFill>
          <a:ln w="9525">
            <a:solidFill>
              <a:schemeClr val="tx1"/>
            </a:solidFill>
            <a:round/>
            <a:headEnd/>
            <a:tailEnd/>
          </a:ln>
        </p:spPr>
        <p:txBody>
          <a:bodyPr wrap="none" anchor="ctr"/>
          <a:lstStyle/>
          <a:p>
            <a:endParaRPr lang="en-US"/>
          </a:p>
        </p:txBody>
      </p:sp>
      <p:sp>
        <p:nvSpPr>
          <p:cNvPr id="178178" name="Rectangle 2"/>
          <p:cNvSpPr>
            <a:spLocks noGrp="1"/>
          </p:cNvSpPr>
          <p:nvPr>
            <p:ph type="title"/>
          </p:nvPr>
        </p:nvSpPr>
        <p:spPr>
          <a:xfrm>
            <a:off x="355600" y="155575"/>
            <a:ext cx="8255000" cy="549275"/>
          </a:xfrm>
        </p:spPr>
        <p:txBody>
          <a:bodyPr/>
          <a:lstStyle/>
          <a:p>
            <a:pPr eaLnBrk="1" hangingPunct="1"/>
            <a:r>
              <a:rPr smtClean="0">
                <a:solidFill>
                  <a:schemeClr val="tx1"/>
                </a:solidFill>
                <a:cs typeface="Arial" charset="0"/>
              </a:rPr>
              <a:t>&lt;available&gt; (Contd.).</a:t>
            </a:r>
          </a:p>
        </p:txBody>
      </p:sp>
      <p:sp>
        <p:nvSpPr>
          <p:cNvPr id="178179" name="AutoShape 4"/>
          <p:cNvSpPr>
            <a:spLocks noChangeArrowheads="1"/>
          </p:cNvSpPr>
          <p:nvPr/>
        </p:nvSpPr>
        <p:spPr bwMode="auto">
          <a:xfrm>
            <a:off x="755650" y="3657600"/>
            <a:ext cx="6858000" cy="1530350"/>
          </a:xfrm>
          <a:prstGeom prst="roundRect">
            <a:avLst>
              <a:gd name="adj" fmla="val 16667"/>
            </a:avLst>
          </a:prstGeom>
          <a:solidFill>
            <a:srgbClr val="CCFFCC"/>
          </a:solidFill>
          <a:ln w="9525">
            <a:solidFill>
              <a:schemeClr val="tx1"/>
            </a:solidFill>
            <a:round/>
            <a:headEnd/>
            <a:tailEnd/>
          </a:ln>
        </p:spPr>
        <p:txBody>
          <a:bodyPr wrap="none" anchor="ctr"/>
          <a:lstStyle/>
          <a:p>
            <a:endParaRPr lang="en-US"/>
          </a:p>
        </p:txBody>
      </p:sp>
      <p:sp>
        <p:nvSpPr>
          <p:cNvPr id="178180" name="Rectangle 3"/>
          <p:cNvSpPr>
            <a:spLocks noGrp="1"/>
          </p:cNvSpPr>
          <p:nvPr>
            <p:ph type="body" idx="1"/>
          </p:nvPr>
        </p:nvSpPr>
        <p:spPr>
          <a:xfrm>
            <a:off x="457200" y="1027113"/>
            <a:ext cx="8255000" cy="5074749"/>
          </a:xfrm>
        </p:spPr>
        <p:txBody>
          <a:bodyPr/>
          <a:lstStyle/>
          <a:p>
            <a:pPr algn="just" eaLnBrk="1" hangingPunct="1"/>
            <a:r>
              <a:rPr dirty="0" smtClean="0">
                <a:solidFill>
                  <a:schemeClr val="tx1"/>
                </a:solidFill>
                <a:cs typeface="Arial" charset="0"/>
              </a:rPr>
              <a:t>Looks for the file called “</a:t>
            </a:r>
            <a:r>
              <a:rPr dirty="0" err="1" smtClean="0">
                <a:solidFill>
                  <a:schemeClr val="tx1"/>
                </a:solidFill>
                <a:cs typeface="Arial" charset="0"/>
              </a:rPr>
              <a:t>foo.txt</a:t>
            </a:r>
            <a:r>
              <a:rPr dirty="0" smtClean="0">
                <a:solidFill>
                  <a:schemeClr val="tx1"/>
                </a:solidFill>
                <a:cs typeface="Arial" charset="0"/>
              </a:rPr>
              <a:t>” and sets the “</a:t>
            </a:r>
            <a:r>
              <a:rPr dirty="0" err="1" smtClean="0">
                <a:solidFill>
                  <a:schemeClr val="tx1"/>
                </a:solidFill>
                <a:cs typeface="Arial" charset="0"/>
              </a:rPr>
              <a:t>file.there</a:t>
            </a:r>
            <a:r>
              <a:rPr dirty="0" smtClean="0">
                <a:solidFill>
                  <a:schemeClr val="tx1"/>
                </a:solidFill>
                <a:cs typeface="Arial" charset="0"/>
              </a:rPr>
              <a:t>” property if found</a:t>
            </a:r>
          </a:p>
          <a:p>
            <a:pPr eaLnBrk="1" hangingPunct="1"/>
            <a:endParaRPr dirty="0" smtClean="0">
              <a:solidFill>
                <a:schemeClr val="tx1"/>
              </a:solidFill>
              <a:cs typeface="Arial" charset="0"/>
            </a:endParaRPr>
          </a:p>
          <a:p>
            <a:pPr lvl="1" eaLnBrk="1" hangingPunct="1">
              <a:buFont typeface="Arial" charset="0"/>
              <a:buNone/>
            </a:pPr>
            <a:r>
              <a:rPr dirty="0" smtClean="0">
                <a:solidFill>
                  <a:schemeClr val="tx1"/>
                </a:solidFill>
                <a:latin typeface="Courier New" pitchFamily="49" charset="0"/>
              </a:rPr>
              <a:t>&lt;available property=“</a:t>
            </a:r>
            <a:r>
              <a:rPr dirty="0" err="1" smtClean="0">
                <a:solidFill>
                  <a:schemeClr val="tx1"/>
                </a:solidFill>
                <a:latin typeface="Courier New" pitchFamily="49" charset="0"/>
              </a:rPr>
              <a:t>file.there</a:t>
            </a:r>
            <a:r>
              <a:rPr dirty="0" smtClean="0">
                <a:solidFill>
                  <a:schemeClr val="tx1"/>
                </a:solidFill>
                <a:latin typeface="Courier New" pitchFamily="49" charset="0"/>
              </a:rPr>
              <a:t>” file=“./</a:t>
            </a:r>
            <a:r>
              <a:rPr dirty="0" err="1" smtClean="0">
                <a:solidFill>
                  <a:schemeClr val="tx1"/>
                </a:solidFill>
                <a:latin typeface="Courier New" pitchFamily="49" charset="0"/>
              </a:rPr>
              <a:t>foo.txt</a:t>
            </a:r>
            <a:r>
              <a:rPr dirty="0" smtClean="0">
                <a:solidFill>
                  <a:schemeClr val="tx1"/>
                </a:solidFill>
                <a:latin typeface="Courier New" pitchFamily="49" charset="0"/>
              </a:rPr>
              <a:t>” /&gt;</a:t>
            </a:r>
          </a:p>
          <a:p>
            <a:pPr lvl="1" eaLnBrk="1" hangingPunct="1"/>
            <a:endParaRPr dirty="0" smtClean="0">
              <a:solidFill>
                <a:schemeClr val="tx1"/>
              </a:solidFill>
              <a:latin typeface="Courier New" pitchFamily="49" charset="0"/>
            </a:endParaRPr>
          </a:p>
          <a:p>
            <a:pPr algn="just" eaLnBrk="1" hangingPunct="1"/>
            <a:r>
              <a:rPr dirty="0" smtClean="0">
                <a:solidFill>
                  <a:schemeClr val="tx1"/>
                </a:solidFill>
                <a:cs typeface="Arial" charset="0"/>
              </a:rPr>
              <a:t>Looks for the “</a:t>
            </a:r>
            <a:r>
              <a:rPr dirty="0" err="1" smtClean="0">
                <a:solidFill>
                  <a:schemeClr val="tx1"/>
                </a:solidFill>
                <a:cs typeface="Arial" charset="0"/>
              </a:rPr>
              <a:t>foo.properties</a:t>
            </a:r>
            <a:r>
              <a:rPr dirty="0" smtClean="0">
                <a:solidFill>
                  <a:schemeClr val="tx1"/>
                </a:solidFill>
                <a:cs typeface="Arial" charset="0"/>
              </a:rPr>
              <a:t>” resource in the </a:t>
            </a:r>
            <a:r>
              <a:rPr dirty="0" err="1" smtClean="0">
                <a:solidFill>
                  <a:schemeClr val="tx1"/>
                </a:solidFill>
                <a:cs typeface="Arial" charset="0"/>
              </a:rPr>
              <a:t>classpath</a:t>
            </a:r>
            <a:r>
              <a:rPr dirty="0" smtClean="0">
                <a:solidFill>
                  <a:schemeClr val="tx1"/>
                </a:solidFill>
                <a:cs typeface="Arial" charset="0"/>
              </a:rPr>
              <a:t> and sets the property if found</a:t>
            </a:r>
          </a:p>
          <a:p>
            <a:pPr lvl="1" eaLnBrk="1" hangingPunct="1"/>
            <a:endParaRPr dirty="0" smtClean="0">
              <a:solidFill>
                <a:schemeClr val="tx1"/>
              </a:solidFill>
            </a:endParaRPr>
          </a:p>
          <a:p>
            <a:pPr lvl="1" eaLnBrk="1" hangingPunct="1">
              <a:buFont typeface="Arial" charset="0"/>
              <a:buNone/>
            </a:pPr>
            <a:r>
              <a:rPr dirty="0" smtClean="0">
                <a:solidFill>
                  <a:schemeClr val="tx1"/>
                </a:solidFill>
                <a:latin typeface="Courier New" pitchFamily="49" charset="0"/>
              </a:rPr>
              <a:t>&lt;available properties=“</a:t>
            </a:r>
            <a:r>
              <a:rPr dirty="0" err="1" smtClean="0">
                <a:solidFill>
                  <a:schemeClr val="tx1"/>
                </a:solidFill>
                <a:latin typeface="Courier New" pitchFamily="49" charset="0"/>
              </a:rPr>
              <a:t>foo.there</a:t>
            </a:r>
            <a:r>
              <a:rPr dirty="0" smtClean="0">
                <a:solidFill>
                  <a:schemeClr val="tx1"/>
                </a:solidFill>
                <a:latin typeface="Courier New" pitchFamily="49" charset="0"/>
              </a:rPr>
              <a:t>” resource=“</a:t>
            </a:r>
            <a:r>
              <a:rPr dirty="0" err="1" smtClean="0">
                <a:solidFill>
                  <a:schemeClr val="tx1"/>
                </a:solidFill>
                <a:latin typeface="Courier New" pitchFamily="49" charset="0"/>
              </a:rPr>
              <a:t>foo.properties</a:t>
            </a:r>
            <a:r>
              <a:rPr dirty="0" smtClean="0">
                <a:solidFill>
                  <a:schemeClr val="tx1"/>
                </a:solidFill>
                <a:latin typeface="Courier New" pitchFamily="49" charset="0"/>
              </a:rPr>
              <a:t>” &gt;</a:t>
            </a:r>
          </a:p>
          <a:p>
            <a:pPr lvl="1" eaLnBrk="1" hangingPunct="1">
              <a:buFont typeface="Arial" charset="0"/>
              <a:buNone/>
            </a:pPr>
            <a:r>
              <a:rPr dirty="0" smtClean="0">
                <a:solidFill>
                  <a:schemeClr val="tx1"/>
                </a:solidFill>
                <a:latin typeface="Courier New" pitchFamily="49" charset="0"/>
              </a:rPr>
              <a:t>   &lt;</a:t>
            </a:r>
            <a:r>
              <a:rPr dirty="0" err="1" smtClean="0">
                <a:solidFill>
                  <a:schemeClr val="tx1"/>
                </a:solidFill>
                <a:latin typeface="Courier New" pitchFamily="49" charset="0"/>
              </a:rPr>
              <a:t>classpath</a:t>
            </a:r>
            <a:r>
              <a:rPr dirty="0" smtClean="0">
                <a:solidFill>
                  <a:schemeClr val="tx1"/>
                </a:solidFill>
                <a:latin typeface="Courier New" pitchFamily="49" charset="0"/>
              </a:rPr>
              <a:t> </a:t>
            </a:r>
            <a:r>
              <a:rPr dirty="0" err="1" smtClean="0">
                <a:solidFill>
                  <a:schemeClr val="tx1"/>
                </a:solidFill>
                <a:latin typeface="Courier New" pitchFamily="49" charset="0"/>
              </a:rPr>
              <a:t>refid</a:t>
            </a:r>
            <a:r>
              <a:rPr dirty="0" smtClean="0">
                <a:solidFill>
                  <a:schemeClr val="tx1"/>
                </a:solidFill>
                <a:latin typeface="Courier New" pitchFamily="49" charset="0"/>
              </a:rPr>
              <a:t>=“</a:t>
            </a:r>
            <a:r>
              <a:rPr dirty="0" err="1" smtClean="0">
                <a:solidFill>
                  <a:schemeClr val="tx1"/>
                </a:solidFill>
                <a:latin typeface="Courier New" pitchFamily="49" charset="0"/>
              </a:rPr>
              <a:t>classpath</a:t>
            </a:r>
            <a:r>
              <a:rPr dirty="0" smtClean="0">
                <a:solidFill>
                  <a:schemeClr val="tx1"/>
                </a:solidFill>
                <a:latin typeface="Courier New" pitchFamily="49" charset="0"/>
              </a:rPr>
              <a:t>” /&gt;</a:t>
            </a:r>
          </a:p>
          <a:p>
            <a:pPr lvl="1" eaLnBrk="1" hangingPunct="1">
              <a:buFont typeface="Arial" charset="0"/>
              <a:buNone/>
            </a:pPr>
            <a:r>
              <a:rPr dirty="0" smtClean="0">
                <a:solidFill>
                  <a:schemeClr val="tx1"/>
                </a:solidFill>
                <a:latin typeface="Courier New" pitchFamily="49" charset="0"/>
              </a:rPr>
              <a:t>&lt;/available&gt;</a:t>
            </a:r>
          </a:p>
        </p:txBody>
      </p:sp>
    </p:spTree>
  </p:cSld>
  <p:clrMapOvr>
    <a:masterClrMapping/>
  </p:clrMapOvr>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9201" name="AutoShape 4"/>
          <p:cNvSpPr>
            <a:spLocks noChangeArrowheads="1"/>
          </p:cNvSpPr>
          <p:nvPr/>
        </p:nvSpPr>
        <p:spPr bwMode="auto">
          <a:xfrm>
            <a:off x="935038" y="3398838"/>
            <a:ext cx="7532687" cy="2605087"/>
          </a:xfrm>
          <a:prstGeom prst="roundRect">
            <a:avLst>
              <a:gd name="adj" fmla="val 16667"/>
            </a:avLst>
          </a:prstGeom>
          <a:solidFill>
            <a:srgbClr val="CCFFCC"/>
          </a:solidFill>
          <a:ln w="9525">
            <a:solidFill>
              <a:schemeClr val="tx1"/>
            </a:solidFill>
            <a:round/>
            <a:headEnd/>
            <a:tailEnd/>
          </a:ln>
        </p:spPr>
        <p:txBody>
          <a:bodyPr wrap="none" anchor="ctr"/>
          <a:lstStyle/>
          <a:p>
            <a:endParaRPr lang="en-US"/>
          </a:p>
        </p:txBody>
      </p:sp>
      <p:sp>
        <p:nvSpPr>
          <p:cNvPr id="179202" name="Rectangle 2"/>
          <p:cNvSpPr>
            <a:spLocks noGrp="1"/>
          </p:cNvSpPr>
          <p:nvPr>
            <p:ph type="title"/>
          </p:nvPr>
        </p:nvSpPr>
        <p:spPr>
          <a:xfrm>
            <a:off x="211015" y="180975"/>
            <a:ext cx="8475785" cy="549275"/>
          </a:xfrm>
        </p:spPr>
        <p:txBody>
          <a:bodyPr/>
          <a:lstStyle/>
          <a:p>
            <a:pPr eaLnBrk="1" hangingPunct="1"/>
            <a:r>
              <a:rPr dirty="0" smtClean="0">
                <a:solidFill>
                  <a:schemeClr val="tx1"/>
                </a:solidFill>
                <a:cs typeface="Arial" charset="0"/>
              </a:rPr>
              <a:t>&lt;condition&gt;</a:t>
            </a:r>
          </a:p>
        </p:txBody>
      </p:sp>
      <p:sp>
        <p:nvSpPr>
          <p:cNvPr id="179203" name="Rectangle 3"/>
          <p:cNvSpPr>
            <a:spLocks noGrp="1"/>
          </p:cNvSpPr>
          <p:nvPr>
            <p:ph type="body" idx="1"/>
          </p:nvPr>
        </p:nvSpPr>
        <p:spPr>
          <a:xfrm>
            <a:off x="577972" y="1074738"/>
            <a:ext cx="8246818" cy="4648200"/>
          </a:xfrm>
        </p:spPr>
        <p:txBody>
          <a:bodyPr/>
          <a:lstStyle/>
          <a:p>
            <a:pPr algn="just" eaLnBrk="1" hangingPunct="1"/>
            <a:r>
              <a:rPr dirty="0" smtClean="0">
                <a:solidFill>
                  <a:schemeClr val="tx1"/>
                </a:solidFill>
                <a:cs typeface="Arial" charset="0"/>
              </a:rPr>
              <a:t>Sets a property if a given series of requirements are met</a:t>
            </a:r>
          </a:p>
          <a:p>
            <a:pPr algn="just" eaLnBrk="1" hangingPunct="1"/>
            <a:r>
              <a:rPr dirty="0" smtClean="0">
                <a:solidFill>
                  <a:schemeClr val="tx1"/>
                </a:solidFill>
                <a:cs typeface="Arial" charset="0"/>
              </a:rPr>
              <a:t>Several nested conditions are available</a:t>
            </a:r>
          </a:p>
          <a:p>
            <a:pPr lvl="1" algn="just" eaLnBrk="1" hangingPunct="1"/>
            <a:r>
              <a:rPr dirty="0" smtClean="0">
                <a:solidFill>
                  <a:schemeClr val="tx1"/>
                </a:solidFill>
              </a:rPr>
              <a:t>and, or, not, </a:t>
            </a:r>
            <a:r>
              <a:rPr dirty="0" err="1" smtClean="0">
                <a:solidFill>
                  <a:schemeClr val="tx1"/>
                </a:solidFill>
              </a:rPr>
              <a:t>os</a:t>
            </a:r>
            <a:r>
              <a:rPr dirty="0" smtClean="0">
                <a:solidFill>
                  <a:schemeClr val="tx1"/>
                </a:solidFill>
              </a:rPr>
              <a:t>, available, </a:t>
            </a:r>
            <a:r>
              <a:rPr dirty="0" err="1" smtClean="0">
                <a:solidFill>
                  <a:schemeClr val="tx1"/>
                </a:solidFill>
              </a:rPr>
              <a:t>uptodate</a:t>
            </a:r>
            <a:r>
              <a:rPr dirty="0" smtClean="0">
                <a:solidFill>
                  <a:schemeClr val="tx1"/>
                </a:solidFill>
              </a:rPr>
              <a:t>, </a:t>
            </a:r>
            <a:r>
              <a:rPr dirty="0" err="1" smtClean="0">
                <a:solidFill>
                  <a:schemeClr val="tx1"/>
                </a:solidFill>
              </a:rPr>
              <a:t>equals,istrue</a:t>
            </a:r>
            <a:r>
              <a:rPr dirty="0" smtClean="0">
                <a:solidFill>
                  <a:schemeClr val="tx1"/>
                </a:solidFill>
              </a:rPr>
              <a:t>, </a:t>
            </a:r>
            <a:r>
              <a:rPr dirty="0" err="1" smtClean="0">
                <a:solidFill>
                  <a:schemeClr val="tx1"/>
                </a:solidFill>
              </a:rPr>
              <a:t>isfalse</a:t>
            </a:r>
            <a:r>
              <a:rPr dirty="0" smtClean="0">
                <a:solidFill>
                  <a:schemeClr val="tx1"/>
                </a:solidFill>
              </a:rPr>
              <a:t>,…</a:t>
            </a:r>
          </a:p>
          <a:p>
            <a:pPr algn="just" eaLnBrk="1" hangingPunct="1"/>
            <a:r>
              <a:rPr dirty="0" smtClean="0">
                <a:solidFill>
                  <a:schemeClr val="tx1"/>
                </a:solidFill>
                <a:cs typeface="Arial" charset="0"/>
              </a:rPr>
              <a:t>Sets the property </a:t>
            </a:r>
            <a:r>
              <a:rPr dirty="0" err="1" smtClean="0">
                <a:solidFill>
                  <a:schemeClr val="tx1"/>
                </a:solidFill>
                <a:cs typeface="Arial" charset="0"/>
              </a:rPr>
              <a:t>javamail.complete</a:t>
            </a:r>
            <a:r>
              <a:rPr dirty="0" smtClean="0">
                <a:solidFill>
                  <a:schemeClr val="tx1"/>
                </a:solidFill>
                <a:cs typeface="Arial" charset="0"/>
              </a:rPr>
              <a:t> if both the JavaBeans Activation Framework and </a:t>
            </a:r>
            <a:r>
              <a:rPr dirty="0" err="1" smtClean="0">
                <a:solidFill>
                  <a:schemeClr val="tx1"/>
                </a:solidFill>
                <a:cs typeface="Arial" charset="0"/>
              </a:rPr>
              <a:t>JavaMail</a:t>
            </a:r>
            <a:r>
              <a:rPr dirty="0" smtClean="0">
                <a:solidFill>
                  <a:schemeClr val="tx1"/>
                </a:solidFill>
                <a:cs typeface="Arial" charset="0"/>
              </a:rPr>
              <a:t> are available in the </a:t>
            </a:r>
            <a:r>
              <a:rPr dirty="0" err="1" smtClean="0">
                <a:solidFill>
                  <a:schemeClr val="tx1"/>
                </a:solidFill>
                <a:cs typeface="Arial" charset="0"/>
              </a:rPr>
              <a:t>classpath</a:t>
            </a:r>
            <a:r>
              <a:rPr dirty="0" smtClean="0">
                <a:solidFill>
                  <a:schemeClr val="tx1"/>
                </a:solidFill>
                <a:cs typeface="Arial" charset="0"/>
              </a:rPr>
              <a:t>.</a:t>
            </a:r>
          </a:p>
          <a:p>
            <a:pPr eaLnBrk="1" hangingPunct="1">
              <a:buFont typeface="Arial" charset="0"/>
              <a:buNone/>
            </a:pPr>
            <a:endParaRPr lang="en-US" dirty="0" smtClean="0">
              <a:solidFill>
                <a:schemeClr val="tx1"/>
              </a:solidFill>
              <a:cs typeface="Arial" charset="0"/>
            </a:endParaRPr>
          </a:p>
          <a:p>
            <a:pPr eaLnBrk="1" hangingPunct="1">
              <a:buFont typeface="Arial" charset="0"/>
              <a:buNone/>
            </a:pPr>
            <a:endParaRPr dirty="0" smtClean="0">
              <a:solidFill>
                <a:schemeClr val="tx1"/>
              </a:solidFill>
              <a:cs typeface="Arial" charset="0"/>
            </a:endParaRPr>
          </a:p>
          <a:p>
            <a:pPr lvl="1" eaLnBrk="1" hangingPunct="1">
              <a:buFont typeface="Arial" charset="0"/>
              <a:buNone/>
            </a:pPr>
            <a:r>
              <a:rPr dirty="0" smtClean="0">
                <a:solidFill>
                  <a:schemeClr val="tx1"/>
                </a:solidFill>
                <a:latin typeface="Courier New" pitchFamily="49" charset="0"/>
              </a:rPr>
              <a:t>&lt;condition property="</a:t>
            </a:r>
            <a:r>
              <a:rPr dirty="0" err="1" smtClean="0">
                <a:solidFill>
                  <a:schemeClr val="tx1"/>
                </a:solidFill>
                <a:latin typeface="Courier New" pitchFamily="49" charset="0"/>
              </a:rPr>
              <a:t>javamail.complete</a:t>
            </a:r>
            <a:r>
              <a:rPr dirty="0" smtClean="0">
                <a:solidFill>
                  <a:schemeClr val="tx1"/>
                </a:solidFill>
                <a:latin typeface="Courier New" pitchFamily="49" charset="0"/>
              </a:rPr>
              <a:t>"&gt; </a:t>
            </a:r>
          </a:p>
          <a:p>
            <a:pPr lvl="1" eaLnBrk="1" hangingPunct="1">
              <a:buFont typeface="Arial" charset="0"/>
              <a:buNone/>
            </a:pPr>
            <a:r>
              <a:rPr dirty="0" smtClean="0">
                <a:solidFill>
                  <a:schemeClr val="tx1"/>
                </a:solidFill>
                <a:latin typeface="Courier New" pitchFamily="49" charset="0"/>
              </a:rPr>
              <a:t>	&lt;and&gt;</a:t>
            </a:r>
          </a:p>
          <a:p>
            <a:pPr lvl="1" eaLnBrk="1" hangingPunct="1">
              <a:buFont typeface="Arial" charset="0"/>
              <a:buNone/>
            </a:pPr>
            <a:r>
              <a:rPr dirty="0" smtClean="0">
                <a:solidFill>
                  <a:schemeClr val="tx1"/>
                </a:solidFill>
                <a:latin typeface="Courier New" pitchFamily="49" charset="0"/>
              </a:rPr>
              <a:t>		 &lt;available </a:t>
            </a:r>
            <a:r>
              <a:rPr dirty="0" err="1" smtClean="0">
                <a:solidFill>
                  <a:schemeClr val="tx1"/>
                </a:solidFill>
                <a:latin typeface="Courier New" pitchFamily="49" charset="0"/>
              </a:rPr>
              <a:t>classname</a:t>
            </a:r>
            <a:r>
              <a:rPr dirty="0" smtClean="0">
                <a:solidFill>
                  <a:schemeClr val="tx1"/>
                </a:solidFill>
                <a:latin typeface="Courier New" pitchFamily="49" charset="0"/>
              </a:rPr>
              <a:t>="</a:t>
            </a:r>
            <a:r>
              <a:rPr dirty="0" err="1" smtClean="0">
                <a:solidFill>
                  <a:schemeClr val="tx1"/>
                </a:solidFill>
                <a:latin typeface="Courier New" pitchFamily="49" charset="0"/>
              </a:rPr>
              <a:t>javax.activation.DataHandler</a:t>
            </a:r>
            <a:r>
              <a:rPr dirty="0" smtClean="0">
                <a:solidFill>
                  <a:schemeClr val="tx1"/>
                </a:solidFill>
                <a:latin typeface="Courier New" pitchFamily="49" charset="0"/>
              </a:rPr>
              <a:t>"/&gt;</a:t>
            </a:r>
          </a:p>
          <a:p>
            <a:pPr lvl="1" eaLnBrk="1" hangingPunct="1">
              <a:buFont typeface="Arial" charset="0"/>
              <a:buNone/>
            </a:pPr>
            <a:r>
              <a:rPr dirty="0" smtClean="0">
                <a:solidFill>
                  <a:schemeClr val="tx1"/>
                </a:solidFill>
                <a:latin typeface="Courier New" pitchFamily="49" charset="0"/>
              </a:rPr>
              <a:t>      	&lt;available </a:t>
            </a:r>
            <a:r>
              <a:rPr dirty="0" err="1" smtClean="0">
                <a:solidFill>
                  <a:schemeClr val="tx1"/>
                </a:solidFill>
                <a:latin typeface="Courier New" pitchFamily="49" charset="0"/>
              </a:rPr>
              <a:t>classname</a:t>
            </a:r>
            <a:r>
              <a:rPr dirty="0" smtClean="0">
                <a:solidFill>
                  <a:schemeClr val="tx1"/>
                </a:solidFill>
                <a:latin typeface="Courier New" pitchFamily="49" charset="0"/>
              </a:rPr>
              <a:t>="</a:t>
            </a:r>
            <a:r>
              <a:rPr dirty="0" err="1" smtClean="0">
                <a:solidFill>
                  <a:schemeClr val="tx1"/>
                </a:solidFill>
                <a:latin typeface="Courier New" pitchFamily="49" charset="0"/>
              </a:rPr>
              <a:t>javax.mail.Transport</a:t>
            </a:r>
            <a:r>
              <a:rPr dirty="0" smtClean="0">
                <a:solidFill>
                  <a:schemeClr val="tx1"/>
                </a:solidFill>
                <a:latin typeface="Courier New" pitchFamily="49" charset="0"/>
              </a:rPr>
              <a:t>"/&gt; </a:t>
            </a:r>
          </a:p>
          <a:p>
            <a:pPr lvl="1" eaLnBrk="1" hangingPunct="1">
              <a:buFont typeface="Arial" charset="0"/>
              <a:buNone/>
            </a:pPr>
            <a:r>
              <a:rPr dirty="0" smtClean="0">
                <a:solidFill>
                  <a:schemeClr val="tx1"/>
                </a:solidFill>
                <a:latin typeface="Courier New" pitchFamily="49" charset="0"/>
              </a:rPr>
              <a:t> 	&lt;/and&gt; </a:t>
            </a:r>
          </a:p>
          <a:p>
            <a:pPr lvl="1" eaLnBrk="1" hangingPunct="1">
              <a:buFont typeface="Arial" charset="0"/>
              <a:buNone/>
            </a:pPr>
            <a:r>
              <a:rPr dirty="0" smtClean="0">
                <a:solidFill>
                  <a:schemeClr val="tx1"/>
                </a:solidFill>
                <a:latin typeface="Courier New" pitchFamily="49" charset="0"/>
              </a:rPr>
              <a:t>&lt;/condition&gt;</a:t>
            </a:r>
            <a:r>
              <a:rPr dirty="0" smtClean="0">
                <a:solidFill>
                  <a:schemeClr val="tx1"/>
                </a:solidFill>
              </a:rPr>
              <a:t> </a:t>
            </a:r>
          </a:p>
        </p:txBody>
      </p:sp>
    </p:spTree>
  </p:cSld>
  <p:clrMapOvr>
    <a:masterClrMapping/>
  </p:clrMapOvr>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0225" name="AutoShape 7"/>
          <p:cNvSpPr>
            <a:spLocks noChangeArrowheads="1"/>
          </p:cNvSpPr>
          <p:nvPr/>
        </p:nvSpPr>
        <p:spPr bwMode="auto">
          <a:xfrm>
            <a:off x="774700" y="3876675"/>
            <a:ext cx="6738938" cy="1728788"/>
          </a:xfrm>
          <a:prstGeom prst="roundRect">
            <a:avLst>
              <a:gd name="adj" fmla="val 16667"/>
            </a:avLst>
          </a:prstGeom>
          <a:solidFill>
            <a:srgbClr val="CCFFCC"/>
          </a:solidFill>
          <a:ln w="9525">
            <a:solidFill>
              <a:schemeClr val="tx1"/>
            </a:solidFill>
            <a:round/>
            <a:headEnd/>
            <a:tailEnd/>
          </a:ln>
        </p:spPr>
        <p:txBody>
          <a:bodyPr wrap="none" anchor="ctr"/>
          <a:lstStyle/>
          <a:p>
            <a:endParaRPr lang="en-US"/>
          </a:p>
        </p:txBody>
      </p:sp>
      <p:sp>
        <p:nvSpPr>
          <p:cNvPr id="180226" name="AutoShape 6"/>
          <p:cNvSpPr>
            <a:spLocks noChangeArrowheads="1"/>
          </p:cNvSpPr>
          <p:nvPr/>
        </p:nvSpPr>
        <p:spPr bwMode="auto">
          <a:xfrm>
            <a:off x="655638" y="1550988"/>
            <a:ext cx="8091487" cy="1549400"/>
          </a:xfrm>
          <a:prstGeom prst="roundRect">
            <a:avLst>
              <a:gd name="adj" fmla="val 16667"/>
            </a:avLst>
          </a:prstGeom>
          <a:solidFill>
            <a:srgbClr val="CCFFCC"/>
          </a:solidFill>
          <a:ln w="9525">
            <a:solidFill>
              <a:schemeClr val="tx1"/>
            </a:solidFill>
            <a:round/>
            <a:headEnd/>
            <a:tailEnd/>
          </a:ln>
        </p:spPr>
        <p:txBody>
          <a:bodyPr wrap="none" anchor="ctr"/>
          <a:lstStyle/>
          <a:p>
            <a:endParaRPr lang="en-US"/>
          </a:p>
        </p:txBody>
      </p:sp>
      <p:sp>
        <p:nvSpPr>
          <p:cNvPr id="180227" name="Rectangle 2"/>
          <p:cNvSpPr>
            <a:spLocks noGrp="1"/>
          </p:cNvSpPr>
          <p:nvPr>
            <p:ph type="title"/>
          </p:nvPr>
        </p:nvSpPr>
        <p:spPr>
          <a:xfrm>
            <a:off x="323362" y="163390"/>
            <a:ext cx="8229600" cy="549275"/>
          </a:xfrm>
        </p:spPr>
        <p:txBody>
          <a:bodyPr/>
          <a:lstStyle/>
          <a:p>
            <a:pPr eaLnBrk="1" hangingPunct="1"/>
            <a:r>
              <a:rPr dirty="0" smtClean="0">
                <a:solidFill>
                  <a:schemeClr val="tx1"/>
                </a:solidFill>
                <a:cs typeface="Arial" charset="0"/>
              </a:rPr>
              <a:t>&lt;copy&gt;</a:t>
            </a:r>
          </a:p>
        </p:txBody>
      </p:sp>
      <p:sp>
        <p:nvSpPr>
          <p:cNvPr id="180228" name="Rectangle 3"/>
          <p:cNvSpPr>
            <a:spLocks noGrp="1"/>
          </p:cNvSpPr>
          <p:nvPr>
            <p:ph type="body" idx="1"/>
          </p:nvPr>
        </p:nvSpPr>
        <p:spPr>
          <a:xfrm>
            <a:off x="457200" y="963613"/>
            <a:ext cx="8229600" cy="5287962"/>
          </a:xfrm>
        </p:spPr>
        <p:txBody>
          <a:bodyPr/>
          <a:lstStyle/>
          <a:p>
            <a:pPr eaLnBrk="1" hangingPunct="1"/>
            <a:r>
              <a:rPr smtClean="0">
                <a:solidFill>
                  <a:schemeClr val="tx1"/>
                </a:solidFill>
                <a:cs typeface="Arial" charset="0"/>
              </a:rPr>
              <a:t>Copy a directory, excluding some files</a:t>
            </a:r>
          </a:p>
          <a:p>
            <a:pPr lvl="1" eaLnBrk="1" hangingPunct="1"/>
            <a:endParaRPr smtClean="0">
              <a:solidFill>
                <a:schemeClr val="tx1"/>
              </a:solidFill>
            </a:endParaRPr>
          </a:p>
          <a:p>
            <a:pPr lvl="1" eaLnBrk="1" hangingPunct="1">
              <a:buFont typeface="Arial" charset="0"/>
              <a:buNone/>
            </a:pPr>
            <a:r>
              <a:rPr smtClean="0">
                <a:solidFill>
                  <a:schemeClr val="tx1"/>
                </a:solidFill>
                <a:latin typeface="Courier New" pitchFamily="49" charset="0"/>
              </a:rPr>
              <a:t>&lt;copy todir=“../test”&gt;</a:t>
            </a:r>
          </a:p>
          <a:p>
            <a:pPr lvl="1" eaLnBrk="1" hangingPunct="1">
              <a:buFont typeface="Arial" charset="0"/>
              <a:buNone/>
            </a:pPr>
            <a:r>
              <a:rPr smtClean="0">
                <a:solidFill>
                  <a:schemeClr val="tx1"/>
                </a:solidFill>
                <a:latin typeface="Courier New" pitchFamily="49" charset="0"/>
              </a:rPr>
              <a:t>	&lt;fileset dir =“${src.dir}” excludes=“**/*Test*.java” /&gt;</a:t>
            </a:r>
          </a:p>
          <a:p>
            <a:pPr lvl="1" eaLnBrk="1" hangingPunct="1">
              <a:buFont typeface="Arial" charset="0"/>
              <a:buNone/>
            </a:pPr>
            <a:r>
              <a:rPr smtClean="0">
                <a:solidFill>
                  <a:schemeClr val="tx1"/>
                </a:solidFill>
                <a:latin typeface="Courier New" pitchFamily="49" charset="0"/>
              </a:rPr>
              <a:t>&lt;/copy&gt;</a:t>
            </a:r>
          </a:p>
          <a:p>
            <a:pPr lvl="1" eaLnBrk="1" hangingPunct="1">
              <a:buFont typeface="Arial" charset="0"/>
              <a:buNone/>
            </a:pPr>
            <a:endParaRPr smtClean="0">
              <a:solidFill>
                <a:schemeClr val="tx1"/>
              </a:solidFill>
              <a:latin typeface="Courier New" pitchFamily="49" charset="0"/>
            </a:endParaRPr>
          </a:p>
          <a:p>
            <a:pPr eaLnBrk="1" hangingPunct="1"/>
            <a:r>
              <a:rPr smtClean="0">
                <a:solidFill>
                  <a:schemeClr val="tx1"/>
                </a:solidFill>
                <a:cs typeface="Arial" charset="0"/>
              </a:rPr>
              <a:t>Copy a directory, renaming the files !</a:t>
            </a:r>
          </a:p>
          <a:p>
            <a:pPr eaLnBrk="1" hangingPunct="1"/>
            <a:endParaRPr smtClean="0">
              <a:solidFill>
                <a:schemeClr val="tx1"/>
              </a:solidFill>
              <a:cs typeface="Arial" charset="0"/>
            </a:endParaRPr>
          </a:p>
          <a:p>
            <a:pPr lvl="1" eaLnBrk="1" hangingPunct="1">
              <a:buFont typeface="Arial" charset="0"/>
              <a:buNone/>
            </a:pPr>
            <a:r>
              <a:rPr smtClean="0">
                <a:solidFill>
                  <a:schemeClr val="tx1"/>
                </a:solidFill>
                <a:latin typeface="Courier New" pitchFamily="49" charset="0"/>
              </a:rPr>
              <a:t>&lt;copy todir=“../test” &gt;</a:t>
            </a:r>
          </a:p>
          <a:p>
            <a:pPr lvl="1" eaLnBrk="1" hangingPunct="1">
              <a:buFont typeface="Arial" charset="0"/>
              <a:buNone/>
            </a:pPr>
            <a:r>
              <a:rPr smtClean="0">
                <a:solidFill>
                  <a:schemeClr val="tx1"/>
                </a:solidFill>
                <a:latin typeface="Courier New" pitchFamily="49" charset="0"/>
              </a:rPr>
              <a:t> 	&lt;fileset dir=“${src.dir}” /&gt;</a:t>
            </a:r>
          </a:p>
          <a:p>
            <a:pPr lvl="1" eaLnBrk="1" hangingPunct="1">
              <a:buFont typeface="Arial" charset="0"/>
              <a:buNone/>
            </a:pPr>
            <a:r>
              <a:rPr smtClean="0">
                <a:solidFill>
                  <a:schemeClr val="tx1"/>
                </a:solidFill>
                <a:latin typeface="Courier New" pitchFamily="49" charset="0"/>
              </a:rPr>
              <a:t>	&lt;mapper type=“glob” from=“*” to=“*.bak” /&gt;</a:t>
            </a:r>
          </a:p>
          <a:p>
            <a:pPr lvl="1" eaLnBrk="1" hangingPunct="1">
              <a:buFont typeface="Arial" charset="0"/>
              <a:buNone/>
            </a:pPr>
            <a:r>
              <a:rPr smtClean="0">
                <a:solidFill>
                  <a:schemeClr val="tx1"/>
                </a:solidFill>
                <a:latin typeface="Courier New" pitchFamily="49" charset="0"/>
              </a:rPr>
              <a:t>&lt;/copy&gt;</a:t>
            </a:r>
          </a:p>
        </p:txBody>
      </p:sp>
    </p:spTree>
  </p:cSld>
  <p:clrMapOvr>
    <a:masterClrMapping/>
  </p:clrMapOvr>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1249" name="Rectangle 2"/>
          <p:cNvSpPr>
            <a:spLocks noGrp="1"/>
          </p:cNvSpPr>
          <p:nvPr>
            <p:ph type="title"/>
          </p:nvPr>
        </p:nvSpPr>
        <p:spPr>
          <a:xfrm>
            <a:off x="406400" y="168275"/>
            <a:ext cx="8229600" cy="549275"/>
          </a:xfrm>
        </p:spPr>
        <p:txBody>
          <a:bodyPr/>
          <a:lstStyle/>
          <a:p>
            <a:pPr eaLnBrk="1" hangingPunct="1"/>
            <a:r>
              <a:rPr smtClean="0">
                <a:solidFill>
                  <a:schemeClr val="tx1"/>
                </a:solidFill>
                <a:cs typeface="Arial" charset="0"/>
              </a:rPr>
              <a:t>&lt;ear&gt;</a:t>
            </a:r>
          </a:p>
        </p:txBody>
      </p:sp>
      <p:sp>
        <p:nvSpPr>
          <p:cNvPr id="181250" name="AutoShape 5"/>
          <p:cNvSpPr>
            <a:spLocks noChangeArrowheads="1"/>
          </p:cNvSpPr>
          <p:nvPr/>
        </p:nvSpPr>
        <p:spPr bwMode="auto">
          <a:xfrm>
            <a:off x="655638" y="3081338"/>
            <a:ext cx="7753350" cy="1908175"/>
          </a:xfrm>
          <a:prstGeom prst="roundRect">
            <a:avLst>
              <a:gd name="adj" fmla="val 16667"/>
            </a:avLst>
          </a:prstGeom>
          <a:solidFill>
            <a:srgbClr val="CCFFCC"/>
          </a:solidFill>
          <a:ln w="9525">
            <a:solidFill>
              <a:schemeClr val="tx1"/>
            </a:solidFill>
            <a:round/>
            <a:headEnd/>
            <a:tailEnd/>
          </a:ln>
        </p:spPr>
        <p:txBody>
          <a:bodyPr wrap="none" anchor="ctr"/>
          <a:lstStyle/>
          <a:p>
            <a:endParaRPr lang="en-US"/>
          </a:p>
        </p:txBody>
      </p:sp>
      <p:sp>
        <p:nvSpPr>
          <p:cNvPr id="181251" name="Rectangle 3"/>
          <p:cNvSpPr>
            <a:spLocks noGrp="1"/>
          </p:cNvSpPr>
          <p:nvPr>
            <p:ph type="body" idx="1"/>
          </p:nvPr>
        </p:nvSpPr>
        <p:spPr>
          <a:xfrm>
            <a:off x="457200" y="1095375"/>
            <a:ext cx="8229600" cy="5156200"/>
          </a:xfrm>
        </p:spPr>
        <p:txBody>
          <a:bodyPr/>
          <a:lstStyle/>
          <a:p>
            <a:pPr eaLnBrk="1" hangingPunct="1"/>
            <a:r>
              <a:rPr dirty="0" smtClean="0">
                <a:solidFill>
                  <a:schemeClr val="tx1"/>
                </a:solidFill>
                <a:cs typeface="Arial" charset="0"/>
              </a:rPr>
              <a:t>Builds an enterprise archive</a:t>
            </a:r>
          </a:p>
          <a:p>
            <a:pPr eaLnBrk="1" hangingPunct="1"/>
            <a:r>
              <a:rPr dirty="0" smtClean="0">
                <a:solidFill>
                  <a:schemeClr val="tx1"/>
                </a:solidFill>
                <a:cs typeface="Arial" charset="0"/>
              </a:rPr>
              <a:t>Specialized version of &lt;jar&gt;</a:t>
            </a:r>
          </a:p>
          <a:p>
            <a:pPr eaLnBrk="1" hangingPunct="1"/>
            <a:r>
              <a:rPr dirty="0" smtClean="0">
                <a:solidFill>
                  <a:schemeClr val="tx1"/>
                </a:solidFill>
                <a:cs typeface="Arial" charset="0"/>
              </a:rPr>
              <a:t>Easily add </a:t>
            </a:r>
            <a:r>
              <a:rPr dirty="0" err="1" smtClean="0">
                <a:solidFill>
                  <a:schemeClr val="tx1"/>
                </a:solidFill>
                <a:cs typeface="Arial" charset="0"/>
              </a:rPr>
              <a:t>eib</a:t>
            </a:r>
            <a:r>
              <a:rPr dirty="0" smtClean="0">
                <a:solidFill>
                  <a:schemeClr val="tx1"/>
                </a:solidFill>
                <a:cs typeface="Arial" charset="0"/>
              </a:rPr>
              <a:t>-jars, wars </a:t>
            </a:r>
            <a:r>
              <a:rPr dirty="0" err="1" smtClean="0">
                <a:solidFill>
                  <a:schemeClr val="tx1"/>
                </a:solidFill>
                <a:cs typeface="Arial" charset="0"/>
              </a:rPr>
              <a:t>etc</a:t>
            </a:r>
            <a:endParaRPr dirty="0" smtClean="0">
              <a:solidFill>
                <a:schemeClr val="tx1"/>
              </a:solidFill>
              <a:cs typeface="Arial" charset="0"/>
            </a:endParaRPr>
          </a:p>
          <a:p>
            <a:pPr eaLnBrk="1" hangingPunct="1"/>
            <a:r>
              <a:rPr dirty="0" smtClean="0">
                <a:solidFill>
                  <a:schemeClr val="tx1"/>
                </a:solidFill>
                <a:cs typeface="Arial" charset="0"/>
              </a:rPr>
              <a:t>Supports “manifest” attribute; use this if you need to specify a </a:t>
            </a:r>
            <a:r>
              <a:rPr dirty="0" err="1" smtClean="0">
                <a:solidFill>
                  <a:schemeClr val="tx1"/>
                </a:solidFill>
                <a:cs typeface="Arial" charset="0"/>
              </a:rPr>
              <a:t>classpath</a:t>
            </a:r>
            <a:endParaRPr dirty="0" smtClean="0">
              <a:solidFill>
                <a:schemeClr val="tx1"/>
              </a:solidFill>
              <a:cs typeface="Arial" charset="0"/>
            </a:endParaRPr>
          </a:p>
          <a:p>
            <a:pPr eaLnBrk="1" hangingPunct="1"/>
            <a:endParaRPr dirty="0" smtClean="0">
              <a:solidFill>
                <a:schemeClr val="tx1"/>
              </a:solidFill>
              <a:cs typeface="Arial" charset="0"/>
            </a:endParaRPr>
          </a:p>
          <a:p>
            <a:pPr lvl="1" eaLnBrk="1" hangingPunct="1">
              <a:buFont typeface="Arial" charset="0"/>
              <a:buNone/>
            </a:pPr>
            <a:r>
              <a:rPr dirty="0" smtClean="0">
                <a:solidFill>
                  <a:schemeClr val="tx1"/>
                </a:solidFill>
                <a:latin typeface="Courier New" pitchFamily="49" charset="0"/>
              </a:rPr>
              <a:t>&lt;ear </a:t>
            </a:r>
            <a:r>
              <a:rPr dirty="0" err="1" smtClean="0">
                <a:solidFill>
                  <a:schemeClr val="tx1"/>
                </a:solidFill>
                <a:latin typeface="Courier New" pitchFamily="49" charset="0"/>
              </a:rPr>
              <a:t>destfile</a:t>
            </a:r>
            <a:r>
              <a:rPr dirty="0" smtClean="0">
                <a:solidFill>
                  <a:schemeClr val="tx1"/>
                </a:solidFill>
                <a:latin typeface="Courier New" pitchFamily="49" charset="0"/>
              </a:rPr>
              <a:t>=“${</a:t>
            </a:r>
            <a:r>
              <a:rPr dirty="0" err="1" smtClean="0">
                <a:solidFill>
                  <a:schemeClr val="tx1"/>
                </a:solidFill>
                <a:latin typeface="Courier New" pitchFamily="49" charset="0"/>
              </a:rPr>
              <a:t>deploy.jsr</a:t>
            </a:r>
            <a:r>
              <a:rPr dirty="0" smtClean="0">
                <a:solidFill>
                  <a:schemeClr val="tx1"/>
                </a:solidFill>
                <a:latin typeface="Courier New" pitchFamily="49" charset="0"/>
              </a:rPr>
              <a:t>}” </a:t>
            </a:r>
            <a:r>
              <a:rPr dirty="0" err="1" smtClean="0">
                <a:solidFill>
                  <a:schemeClr val="tx1"/>
                </a:solidFill>
                <a:latin typeface="Courier New" pitchFamily="49" charset="0"/>
              </a:rPr>
              <a:t>appxml</a:t>
            </a:r>
            <a:r>
              <a:rPr dirty="0" smtClean="0">
                <a:solidFill>
                  <a:schemeClr val="tx1"/>
                </a:solidFill>
                <a:latin typeface="Courier New" pitchFamily="49" charset="0"/>
              </a:rPr>
              <a:t>=“${</a:t>
            </a:r>
            <a:r>
              <a:rPr dirty="0" err="1" smtClean="0">
                <a:solidFill>
                  <a:schemeClr val="tx1"/>
                </a:solidFill>
                <a:latin typeface="Courier New" pitchFamily="49" charset="0"/>
              </a:rPr>
              <a:t>etc.dir</a:t>
            </a:r>
            <a:r>
              <a:rPr dirty="0" smtClean="0">
                <a:solidFill>
                  <a:schemeClr val="tx1"/>
                </a:solidFill>
                <a:latin typeface="Courier New" pitchFamily="49" charset="0"/>
              </a:rPr>
              <a:t>}/</a:t>
            </a:r>
            <a:r>
              <a:rPr dirty="0" err="1" smtClean="0">
                <a:solidFill>
                  <a:schemeClr val="tx1"/>
                </a:solidFill>
                <a:latin typeface="Courier New" pitchFamily="49" charset="0"/>
              </a:rPr>
              <a:t>application.xml</a:t>
            </a:r>
            <a:r>
              <a:rPr dirty="0" smtClean="0">
                <a:solidFill>
                  <a:schemeClr val="tx1"/>
                </a:solidFill>
                <a:latin typeface="Courier New" pitchFamily="49" charset="0"/>
              </a:rPr>
              <a:t>”&gt;</a:t>
            </a:r>
          </a:p>
          <a:p>
            <a:pPr lvl="1" eaLnBrk="1" hangingPunct="1">
              <a:buFont typeface="Arial" charset="0"/>
              <a:buNone/>
            </a:pPr>
            <a:r>
              <a:rPr dirty="0" smtClean="0">
                <a:solidFill>
                  <a:schemeClr val="tx1"/>
                </a:solidFill>
                <a:latin typeface="Courier New" pitchFamily="49" charset="0"/>
              </a:rPr>
              <a:t>	&lt;</a:t>
            </a:r>
            <a:r>
              <a:rPr dirty="0" err="1" smtClean="0">
                <a:solidFill>
                  <a:schemeClr val="tx1"/>
                </a:solidFill>
                <a:latin typeface="Courier New" pitchFamily="49" charset="0"/>
              </a:rPr>
              <a:t>fileset</a:t>
            </a:r>
            <a:r>
              <a:rPr dirty="0" smtClean="0">
                <a:solidFill>
                  <a:schemeClr val="tx1"/>
                </a:solidFill>
                <a:latin typeface="Courier New" pitchFamily="49" charset="0"/>
              </a:rPr>
              <a:t> </a:t>
            </a:r>
            <a:r>
              <a:rPr dirty="0" err="1" smtClean="0">
                <a:solidFill>
                  <a:schemeClr val="tx1"/>
                </a:solidFill>
                <a:latin typeface="Courier New" pitchFamily="49" charset="0"/>
              </a:rPr>
              <a:t>dir</a:t>
            </a:r>
            <a:r>
              <a:rPr dirty="0" smtClean="0">
                <a:solidFill>
                  <a:schemeClr val="tx1"/>
                </a:solidFill>
                <a:latin typeface="Courier New" pitchFamily="49" charset="0"/>
              </a:rPr>
              <a:t>=“${</a:t>
            </a:r>
            <a:r>
              <a:rPr dirty="0" err="1" smtClean="0">
                <a:solidFill>
                  <a:schemeClr val="tx1"/>
                </a:solidFill>
                <a:latin typeface="Courier New" pitchFamily="49" charset="0"/>
              </a:rPr>
              <a:t>build.dir</a:t>
            </a:r>
            <a:r>
              <a:rPr dirty="0" smtClean="0">
                <a:solidFill>
                  <a:schemeClr val="tx1"/>
                </a:solidFill>
                <a:latin typeface="Courier New" pitchFamily="49" charset="0"/>
              </a:rPr>
              <a:t>} “ includes=“*.war,*.jar” /&gt;</a:t>
            </a:r>
          </a:p>
          <a:p>
            <a:pPr lvl="1" eaLnBrk="1" hangingPunct="1">
              <a:buFont typeface="Arial" charset="0"/>
              <a:buNone/>
            </a:pPr>
            <a:r>
              <a:rPr dirty="0" smtClean="0">
                <a:solidFill>
                  <a:schemeClr val="tx1"/>
                </a:solidFill>
                <a:latin typeface="Courier New" pitchFamily="49" charset="0"/>
              </a:rPr>
              <a:t>&lt;/ear&gt;</a:t>
            </a:r>
          </a:p>
          <a:p>
            <a:pPr eaLnBrk="1" hangingPunct="1"/>
            <a:endParaRPr dirty="0" smtClean="0">
              <a:solidFill>
                <a:schemeClr val="tx1"/>
              </a:solidFill>
              <a:latin typeface="Courier New" pitchFamily="49" charset="0"/>
              <a:cs typeface="Arial" charset="0"/>
            </a:endParaRPr>
          </a:p>
        </p:txBody>
      </p:sp>
    </p:spTree>
  </p:cSld>
  <p:clrMapOvr>
    <a:masterClrMapping/>
  </p:clrMapOvr>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3297" name="Rectangle 2"/>
          <p:cNvSpPr>
            <a:spLocks noGrp="1"/>
          </p:cNvSpPr>
          <p:nvPr>
            <p:ph type="title"/>
          </p:nvPr>
        </p:nvSpPr>
        <p:spPr>
          <a:xfrm>
            <a:off x="355600" y="219075"/>
            <a:ext cx="8229600" cy="549275"/>
          </a:xfrm>
        </p:spPr>
        <p:txBody>
          <a:bodyPr/>
          <a:lstStyle/>
          <a:p>
            <a:pPr eaLnBrk="1" hangingPunct="1"/>
            <a:r>
              <a:rPr smtClean="0">
                <a:solidFill>
                  <a:schemeClr val="tx1"/>
                </a:solidFill>
                <a:cs typeface="Arial" charset="0"/>
              </a:rPr>
              <a:t>&lt;echo&gt;</a:t>
            </a:r>
          </a:p>
        </p:txBody>
      </p:sp>
      <p:sp>
        <p:nvSpPr>
          <p:cNvPr id="183298" name="AutoShape 6"/>
          <p:cNvSpPr>
            <a:spLocks noChangeArrowheads="1"/>
          </p:cNvSpPr>
          <p:nvPr/>
        </p:nvSpPr>
        <p:spPr bwMode="auto">
          <a:xfrm>
            <a:off x="774700" y="3538538"/>
            <a:ext cx="6519863" cy="973137"/>
          </a:xfrm>
          <a:prstGeom prst="roundRect">
            <a:avLst>
              <a:gd name="adj" fmla="val 16667"/>
            </a:avLst>
          </a:prstGeom>
          <a:solidFill>
            <a:srgbClr val="CCFFCC"/>
          </a:solidFill>
          <a:ln w="9525">
            <a:solidFill>
              <a:schemeClr val="tx1"/>
            </a:solidFill>
            <a:round/>
            <a:headEnd/>
            <a:tailEnd/>
          </a:ln>
        </p:spPr>
        <p:txBody>
          <a:bodyPr wrap="none" anchor="ctr"/>
          <a:lstStyle/>
          <a:p>
            <a:endParaRPr lang="en-US"/>
          </a:p>
        </p:txBody>
      </p:sp>
      <p:sp>
        <p:nvSpPr>
          <p:cNvPr id="183299" name="AutoShape 7"/>
          <p:cNvSpPr>
            <a:spLocks noChangeArrowheads="1"/>
          </p:cNvSpPr>
          <p:nvPr/>
        </p:nvSpPr>
        <p:spPr bwMode="auto">
          <a:xfrm>
            <a:off x="835025" y="5008563"/>
            <a:ext cx="6559550" cy="935037"/>
          </a:xfrm>
          <a:prstGeom prst="roundRect">
            <a:avLst>
              <a:gd name="adj" fmla="val 16667"/>
            </a:avLst>
          </a:prstGeom>
          <a:solidFill>
            <a:srgbClr val="CCFFCC"/>
          </a:solidFill>
          <a:ln w="9525">
            <a:solidFill>
              <a:schemeClr val="tx1"/>
            </a:solidFill>
            <a:round/>
            <a:headEnd/>
            <a:tailEnd/>
          </a:ln>
        </p:spPr>
        <p:txBody>
          <a:bodyPr wrap="none" anchor="ctr"/>
          <a:lstStyle/>
          <a:p>
            <a:endParaRPr lang="en-US"/>
          </a:p>
        </p:txBody>
      </p:sp>
      <p:sp>
        <p:nvSpPr>
          <p:cNvPr id="183300" name="Rectangle 3"/>
          <p:cNvSpPr>
            <a:spLocks noGrp="1"/>
          </p:cNvSpPr>
          <p:nvPr>
            <p:ph type="body" idx="1"/>
          </p:nvPr>
        </p:nvSpPr>
        <p:spPr>
          <a:xfrm>
            <a:off x="457200" y="1066800"/>
            <a:ext cx="8229600" cy="5184775"/>
          </a:xfrm>
        </p:spPr>
        <p:txBody>
          <a:bodyPr/>
          <a:lstStyle/>
          <a:p>
            <a:pPr eaLnBrk="1" hangingPunct="1">
              <a:lnSpc>
                <a:spcPct val="90000"/>
              </a:lnSpc>
            </a:pPr>
            <a:r>
              <a:rPr dirty="0" smtClean="0">
                <a:solidFill>
                  <a:schemeClr val="tx1"/>
                </a:solidFill>
                <a:cs typeface="Arial" charset="0"/>
              </a:rPr>
              <a:t>Prints a message to the console or a file</a:t>
            </a:r>
          </a:p>
          <a:p>
            <a:pPr algn="just" eaLnBrk="1" hangingPunct="1">
              <a:lnSpc>
                <a:spcPct val="90000"/>
              </a:lnSpc>
            </a:pPr>
            <a:r>
              <a:rPr dirty="0" smtClean="0">
                <a:solidFill>
                  <a:schemeClr val="tx1"/>
                </a:solidFill>
                <a:cs typeface="Arial" charset="0"/>
              </a:rPr>
              <a:t>Can expand properties just like other tasks </a:t>
            </a:r>
          </a:p>
          <a:p>
            <a:pPr algn="just" eaLnBrk="1" hangingPunct="1">
              <a:lnSpc>
                <a:spcPct val="90000"/>
              </a:lnSpc>
            </a:pPr>
            <a:r>
              <a:rPr dirty="0" smtClean="0">
                <a:solidFill>
                  <a:schemeClr val="tx1"/>
                </a:solidFill>
                <a:cs typeface="Arial" charset="0"/>
              </a:rPr>
              <a:t>If the “file” parameter is omitted, the console is used</a:t>
            </a:r>
          </a:p>
          <a:p>
            <a:pPr algn="just" eaLnBrk="1" hangingPunct="1">
              <a:lnSpc>
                <a:spcPct val="90000"/>
              </a:lnSpc>
            </a:pPr>
            <a:r>
              <a:rPr dirty="0" smtClean="0">
                <a:solidFill>
                  <a:schemeClr val="tx1"/>
                </a:solidFill>
                <a:cs typeface="Arial" charset="0"/>
              </a:rPr>
              <a:t>The “append” parameter works with the “file” parameter when an output file exists</a:t>
            </a:r>
          </a:p>
          <a:p>
            <a:pPr algn="just" eaLnBrk="1" hangingPunct="1">
              <a:lnSpc>
                <a:spcPct val="90000"/>
              </a:lnSpc>
            </a:pPr>
            <a:r>
              <a:rPr dirty="0" smtClean="0">
                <a:solidFill>
                  <a:schemeClr val="tx1"/>
                </a:solidFill>
                <a:cs typeface="Arial" charset="0"/>
              </a:rPr>
              <a:t>Works like the “echo” command (UNIX/DOS) </a:t>
            </a:r>
          </a:p>
          <a:p>
            <a:pPr eaLnBrk="1" hangingPunct="1">
              <a:lnSpc>
                <a:spcPct val="90000"/>
              </a:lnSpc>
            </a:pPr>
            <a:r>
              <a:rPr dirty="0" smtClean="0">
                <a:solidFill>
                  <a:schemeClr val="tx1"/>
                </a:solidFill>
                <a:cs typeface="Arial" charset="0"/>
              </a:rPr>
              <a:t>Send a static message to the console</a:t>
            </a:r>
          </a:p>
          <a:p>
            <a:pPr eaLnBrk="1" hangingPunct="1">
              <a:lnSpc>
                <a:spcPct val="90000"/>
              </a:lnSpc>
            </a:pPr>
            <a:endParaRPr dirty="0" smtClean="0">
              <a:solidFill>
                <a:schemeClr val="tx1"/>
              </a:solidFill>
              <a:cs typeface="Arial" charset="0"/>
            </a:endParaRPr>
          </a:p>
          <a:p>
            <a:pPr lvl="1" eaLnBrk="1" hangingPunct="1">
              <a:lnSpc>
                <a:spcPct val="90000"/>
              </a:lnSpc>
              <a:buFont typeface="Arial" charset="0"/>
              <a:buNone/>
            </a:pPr>
            <a:r>
              <a:rPr dirty="0" smtClean="0">
                <a:solidFill>
                  <a:schemeClr val="tx1"/>
                </a:solidFill>
                <a:latin typeface="Courier New" pitchFamily="49" charset="0"/>
              </a:rPr>
              <a:t>&lt;echo message=“now compiling..” /&gt;</a:t>
            </a:r>
          </a:p>
          <a:p>
            <a:pPr lvl="1" eaLnBrk="1" hangingPunct="1">
              <a:lnSpc>
                <a:spcPct val="90000"/>
              </a:lnSpc>
              <a:buFont typeface="Arial" charset="0"/>
              <a:buNone/>
            </a:pPr>
            <a:r>
              <a:rPr dirty="0" smtClean="0">
                <a:solidFill>
                  <a:schemeClr val="tx1"/>
                </a:solidFill>
                <a:latin typeface="Courier New" pitchFamily="49" charset="0"/>
              </a:rPr>
              <a:t>&lt;echo&gt; This is another way to do it &lt;/echo&gt;</a:t>
            </a:r>
          </a:p>
          <a:p>
            <a:pPr lvl="1" eaLnBrk="1" hangingPunct="1">
              <a:lnSpc>
                <a:spcPct val="90000"/>
              </a:lnSpc>
              <a:buFont typeface="Arial" charset="0"/>
              <a:buNone/>
            </a:pPr>
            <a:endParaRPr dirty="0" smtClean="0">
              <a:solidFill>
                <a:schemeClr val="tx1"/>
              </a:solidFill>
              <a:latin typeface="Courier New" pitchFamily="49" charset="0"/>
            </a:endParaRPr>
          </a:p>
          <a:p>
            <a:pPr eaLnBrk="1" hangingPunct="1">
              <a:lnSpc>
                <a:spcPct val="90000"/>
              </a:lnSpc>
            </a:pPr>
            <a:r>
              <a:rPr dirty="0" smtClean="0">
                <a:solidFill>
                  <a:schemeClr val="tx1"/>
                </a:solidFill>
                <a:cs typeface="Arial" charset="0"/>
              </a:rPr>
              <a:t>Append a dynamic message to a file</a:t>
            </a:r>
          </a:p>
          <a:p>
            <a:pPr eaLnBrk="1" hangingPunct="1">
              <a:lnSpc>
                <a:spcPct val="90000"/>
              </a:lnSpc>
            </a:pPr>
            <a:endParaRPr dirty="0" smtClean="0">
              <a:solidFill>
                <a:schemeClr val="tx1"/>
              </a:solidFill>
              <a:cs typeface="Arial" charset="0"/>
            </a:endParaRPr>
          </a:p>
          <a:p>
            <a:pPr lvl="1" eaLnBrk="1" hangingPunct="1">
              <a:lnSpc>
                <a:spcPct val="90000"/>
              </a:lnSpc>
              <a:buFont typeface="Arial" charset="0"/>
              <a:buNone/>
            </a:pPr>
            <a:r>
              <a:rPr dirty="0" smtClean="0">
                <a:solidFill>
                  <a:schemeClr val="tx1"/>
                </a:solidFill>
                <a:latin typeface="Courier New" pitchFamily="49" charset="0"/>
              </a:rPr>
              <a:t>&lt;echo message=“</a:t>
            </a:r>
            <a:r>
              <a:rPr dirty="0" err="1" smtClean="0">
                <a:solidFill>
                  <a:schemeClr val="tx1"/>
                </a:solidFill>
                <a:latin typeface="Courier New" pitchFamily="49" charset="0"/>
              </a:rPr>
              <a:t>myvar</a:t>
            </a:r>
            <a:r>
              <a:rPr dirty="0" smtClean="0">
                <a:solidFill>
                  <a:schemeClr val="tx1"/>
                </a:solidFill>
                <a:latin typeface="Courier New" pitchFamily="49" charset="0"/>
              </a:rPr>
              <a:t>=${</a:t>
            </a:r>
            <a:r>
              <a:rPr dirty="0" err="1" smtClean="0">
                <a:solidFill>
                  <a:schemeClr val="tx1"/>
                </a:solidFill>
                <a:latin typeface="Courier New" pitchFamily="49" charset="0"/>
              </a:rPr>
              <a:t>myvar</a:t>
            </a:r>
            <a:r>
              <a:rPr dirty="0" smtClean="0">
                <a:solidFill>
                  <a:schemeClr val="tx1"/>
                </a:solidFill>
                <a:latin typeface="Courier New" pitchFamily="49" charset="0"/>
              </a:rPr>
              <a:t>}” file=“</a:t>
            </a:r>
            <a:r>
              <a:rPr dirty="0" err="1" smtClean="0">
                <a:solidFill>
                  <a:schemeClr val="tx1"/>
                </a:solidFill>
                <a:latin typeface="Courier New" pitchFamily="49" charset="0"/>
              </a:rPr>
              <a:t>log.txt</a:t>
            </a:r>
            <a:r>
              <a:rPr dirty="0" smtClean="0">
                <a:solidFill>
                  <a:schemeClr val="tx1"/>
                </a:solidFill>
                <a:latin typeface="Courier New" pitchFamily="49" charset="0"/>
              </a:rPr>
              <a:t>” append=“yes” /&gt;</a:t>
            </a:r>
          </a:p>
          <a:p>
            <a:pPr eaLnBrk="1" hangingPunct="1">
              <a:lnSpc>
                <a:spcPct val="90000"/>
              </a:lnSpc>
            </a:pPr>
            <a:endParaRPr dirty="0" smtClean="0">
              <a:cs typeface="Arial" charset="0"/>
            </a:endParaRPr>
          </a:p>
          <a:p>
            <a:pPr eaLnBrk="1" hangingPunct="1">
              <a:lnSpc>
                <a:spcPct val="90000"/>
              </a:lnSpc>
            </a:pPr>
            <a:endParaRPr dirty="0" smtClean="0">
              <a:cs typeface="Arial" charset="0"/>
            </a:endParaRPr>
          </a:p>
        </p:txBody>
      </p:sp>
    </p:spTree>
  </p:cSld>
  <p:clrMapOvr>
    <a:masterClrMapping/>
  </p:clrMapOvr>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21" name="AutoShape 9"/>
          <p:cNvSpPr>
            <a:spLocks noChangeArrowheads="1"/>
          </p:cNvSpPr>
          <p:nvPr/>
        </p:nvSpPr>
        <p:spPr bwMode="auto">
          <a:xfrm>
            <a:off x="590550" y="3209925"/>
            <a:ext cx="3486150" cy="2076450"/>
          </a:xfrm>
          <a:prstGeom prst="roundRect">
            <a:avLst>
              <a:gd name="adj" fmla="val 16667"/>
            </a:avLst>
          </a:prstGeom>
          <a:solidFill>
            <a:srgbClr val="CCFFCC"/>
          </a:solidFill>
          <a:ln w="9525">
            <a:solidFill>
              <a:schemeClr val="tx1"/>
            </a:solidFill>
            <a:round/>
            <a:headEnd/>
            <a:tailEnd/>
          </a:ln>
        </p:spPr>
        <p:txBody>
          <a:bodyPr wrap="none" anchor="ctr"/>
          <a:lstStyle/>
          <a:p>
            <a:endParaRPr lang="en-US"/>
          </a:p>
        </p:txBody>
      </p:sp>
      <p:sp>
        <p:nvSpPr>
          <p:cNvPr id="184322" name="Rectangle 2"/>
          <p:cNvSpPr>
            <a:spLocks noGrp="1"/>
          </p:cNvSpPr>
          <p:nvPr>
            <p:ph type="title"/>
          </p:nvPr>
        </p:nvSpPr>
        <p:spPr>
          <a:xfrm>
            <a:off x="406400" y="168275"/>
            <a:ext cx="8229600" cy="549275"/>
          </a:xfrm>
        </p:spPr>
        <p:txBody>
          <a:bodyPr/>
          <a:lstStyle/>
          <a:p>
            <a:pPr eaLnBrk="1" hangingPunct="1"/>
            <a:r>
              <a:rPr smtClean="0">
                <a:solidFill>
                  <a:schemeClr val="tx1"/>
                </a:solidFill>
                <a:cs typeface="Arial" charset="0"/>
              </a:rPr>
              <a:t>&lt;exec&gt;</a:t>
            </a:r>
          </a:p>
        </p:txBody>
      </p:sp>
      <p:sp>
        <p:nvSpPr>
          <p:cNvPr id="184323" name="Rectangle 6"/>
          <p:cNvSpPr>
            <a:spLocks/>
          </p:cNvSpPr>
          <p:nvPr/>
        </p:nvSpPr>
        <p:spPr bwMode="auto">
          <a:xfrm>
            <a:off x="474663" y="969963"/>
            <a:ext cx="8478837" cy="5422900"/>
          </a:xfrm>
          <a:prstGeom prst="rect">
            <a:avLst/>
          </a:prstGeom>
          <a:noFill/>
          <a:ln w="9525">
            <a:noFill/>
            <a:miter lim="800000"/>
            <a:headEnd/>
            <a:tailEnd/>
          </a:ln>
        </p:spPr>
        <p:txBody>
          <a:bodyPr/>
          <a:lstStyle/>
          <a:p>
            <a:pPr marL="231775" indent="-231775" algn="just">
              <a:buFont typeface="Arial" charset="0"/>
              <a:buChar char="•"/>
            </a:pPr>
            <a:r>
              <a:rPr lang="en-US" sz="2000" dirty="0"/>
              <a:t>Executes a system command</a:t>
            </a:r>
          </a:p>
          <a:p>
            <a:pPr marL="231775" indent="-231775" algn="just">
              <a:buFont typeface="Arial" charset="0"/>
              <a:buChar char="•"/>
            </a:pPr>
            <a:r>
              <a:rPr lang="en-US" sz="2000" dirty="0"/>
              <a:t>Command line arguments should be specified as nested &lt;</a:t>
            </a:r>
            <a:r>
              <a:rPr lang="en-US" sz="2000" dirty="0" err="1"/>
              <a:t>arg</a:t>
            </a:r>
            <a:r>
              <a:rPr lang="en-US" sz="2000" dirty="0"/>
              <a:t>&gt; elements </a:t>
            </a:r>
          </a:p>
          <a:p>
            <a:pPr marL="231775" indent="-231775" algn="just">
              <a:buFont typeface="Arial" charset="0"/>
              <a:buChar char="•"/>
            </a:pPr>
            <a:r>
              <a:rPr lang="en-US" dirty="0"/>
              <a:t>The &lt;exec&gt; task delegates to </a:t>
            </a:r>
            <a:r>
              <a:rPr lang="en-US" dirty="0" err="1"/>
              <a:t>Runtime.exec</a:t>
            </a:r>
            <a:endParaRPr lang="en-US" dirty="0"/>
          </a:p>
          <a:p>
            <a:pPr marL="231775" indent="-231775" algn="just">
              <a:buFont typeface="Arial" charset="0"/>
              <a:buChar char="•"/>
            </a:pPr>
            <a:r>
              <a:rPr lang="en-US" dirty="0"/>
              <a:t> One normally needs to execute the command shell executable </a:t>
            </a:r>
            <a:r>
              <a:rPr lang="en-US" dirty="0" err="1"/>
              <a:t>cmd</a:t>
            </a:r>
            <a:r>
              <a:rPr lang="en-US" dirty="0"/>
              <a:t> using the /c switch</a:t>
            </a:r>
            <a:endParaRPr lang="en-US" sz="2000" dirty="0"/>
          </a:p>
          <a:p>
            <a:pPr marL="231775" indent="-231775">
              <a:buFont typeface="Arial" charset="0"/>
              <a:buChar char="•"/>
            </a:pPr>
            <a:endParaRPr lang="en-US" sz="2000" dirty="0"/>
          </a:p>
          <a:p>
            <a:pPr marL="231775" indent="-231775"/>
            <a:endParaRPr lang="en-US" sz="2000" dirty="0"/>
          </a:p>
          <a:p>
            <a:pPr marL="231775" indent="-231775"/>
            <a:r>
              <a:rPr lang="en-US" sz="2000" dirty="0"/>
              <a:t>	&lt;target name="help"&gt; </a:t>
            </a:r>
          </a:p>
          <a:p>
            <a:pPr marL="231775" indent="-231775"/>
            <a:r>
              <a:rPr lang="en-US" sz="2000" dirty="0"/>
              <a:t>		&lt;exec executable="</a:t>
            </a:r>
            <a:r>
              <a:rPr lang="en-US" sz="2000" dirty="0" err="1"/>
              <a:t>cmd</a:t>
            </a:r>
            <a:r>
              <a:rPr lang="en-US" sz="2000" dirty="0"/>
              <a:t>"&gt; </a:t>
            </a:r>
          </a:p>
          <a:p>
            <a:pPr marL="231775" indent="-231775"/>
            <a:r>
              <a:rPr lang="en-US" sz="2000" dirty="0"/>
              <a:t>			&lt;</a:t>
            </a:r>
            <a:r>
              <a:rPr lang="en-US" sz="2000" dirty="0" err="1"/>
              <a:t>arg</a:t>
            </a:r>
            <a:r>
              <a:rPr lang="en-US" sz="2000" dirty="0"/>
              <a:t> value="/c"/&gt; </a:t>
            </a:r>
          </a:p>
          <a:p>
            <a:pPr marL="231775" indent="-231775"/>
            <a:r>
              <a:rPr lang="en-US" sz="2000" dirty="0"/>
              <a:t>			&lt;</a:t>
            </a:r>
            <a:r>
              <a:rPr lang="en-US" sz="2000" dirty="0" err="1"/>
              <a:t>arg</a:t>
            </a:r>
            <a:r>
              <a:rPr lang="en-US" sz="2000" dirty="0"/>
              <a:t> value="</a:t>
            </a:r>
            <a:r>
              <a:rPr lang="en-US" sz="2000" dirty="0" err="1"/>
              <a:t>a.bat</a:t>
            </a:r>
            <a:r>
              <a:rPr lang="en-US" sz="2000" dirty="0"/>
              <a:t>"/&gt;</a:t>
            </a:r>
          </a:p>
          <a:p>
            <a:pPr marL="231775" indent="-231775"/>
            <a:r>
              <a:rPr lang="en-US" sz="2000" dirty="0"/>
              <a:t>		 	&lt;/exec&gt; </a:t>
            </a:r>
          </a:p>
          <a:p>
            <a:pPr marL="231775" indent="-231775"/>
            <a:r>
              <a:rPr lang="en-US" sz="2000" dirty="0"/>
              <a:t>	&lt;/target&gt; </a:t>
            </a:r>
          </a:p>
          <a:p>
            <a:pPr marL="231775" indent="-231775"/>
            <a:endParaRPr lang="en-US" sz="2000" dirty="0"/>
          </a:p>
        </p:txBody>
      </p:sp>
      <p:sp>
        <p:nvSpPr>
          <p:cNvPr id="184324" name="AutoShape 5"/>
          <p:cNvSpPr>
            <a:spLocks noChangeArrowheads="1"/>
          </p:cNvSpPr>
          <p:nvPr/>
        </p:nvSpPr>
        <p:spPr bwMode="auto">
          <a:xfrm>
            <a:off x="5219700" y="2962275"/>
            <a:ext cx="1450975" cy="650875"/>
          </a:xfrm>
          <a:prstGeom prst="roundRect">
            <a:avLst>
              <a:gd name="adj" fmla="val 16667"/>
            </a:avLst>
          </a:prstGeom>
          <a:solidFill>
            <a:srgbClr val="CCFFCC"/>
          </a:solidFill>
          <a:ln w="9525">
            <a:solidFill>
              <a:schemeClr val="tx1"/>
            </a:solidFill>
            <a:round/>
            <a:headEnd/>
            <a:tailEnd/>
          </a:ln>
        </p:spPr>
        <p:txBody>
          <a:bodyPr wrap="none" anchor="ctr"/>
          <a:lstStyle/>
          <a:p>
            <a:pPr algn="ctr" defTabSz="914400"/>
            <a:r>
              <a:rPr lang="en-US"/>
              <a:t>%PATH%</a:t>
            </a:r>
          </a:p>
        </p:txBody>
      </p:sp>
      <p:sp>
        <p:nvSpPr>
          <p:cNvPr id="184325" name="AutoShape 6"/>
          <p:cNvSpPr>
            <a:spLocks noChangeArrowheads="1"/>
          </p:cNvSpPr>
          <p:nvPr/>
        </p:nvSpPr>
        <p:spPr bwMode="auto">
          <a:xfrm>
            <a:off x="7267575" y="2924175"/>
            <a:ext cx="914400" cy="609600"/>
          </a:xfrm>
          <a:prstGeom prst="wedgeEllipseCallout">
            <a:avLst>
              <a:gd name="adj1" fmla="val -116667"/>
              <a:gd name="adj2" fmla="val -1824"/>
            </a:avLst>
          </a:prstGeom>
          <a:solidFill>
            <a:schemeClr val="accent1"/>
          </a:solidFill>
          <a:ln w="9525">
            <a:solidFill>
              <a:schemeClr val="tx1"/>
            </a:solidFill>
            <a:miter lim="800000"/>
            <a:headEnd/>
            <a:tailEnd/>
          </a:ln>
        </p:spPr>
        <p:txBody>
          <a:bodyPr/>
          <a:lstStyle/>
          <a:p>
            <a:pPr algn="ctr" defTabSz="914400"/>
            <a:r>
              <a:rPr lang="en-US"/>
              <a:t>a.bat</a:t>
            </a:r>
          </a:p>
        </p:txBody>
      </p:sp>
      <p:pic>
        <p:nvPicPr>
          <p:cNvPr id="184326" name="Picture 7"/>
          <p:cNvPicPr>
            <a:picLocks noChangeAspect="1" noChangeArrowheads="1"/>
          </p:cNvPicPr>
          <p:nvPr/>
        </p:nvPicPr>
        <p:blipFill>
          <a:blip r:embed="rId3"/>
          <a:srcRect/>
          <a:stretch>
            <a:fillRect/>
          </a:stretch>
        </p:blipFill>
        <p:spPr bwMode="auto">
          <a:xfrm>
            <a:off x="4686300" y="3905250"/>
            <a:ext cx="4230688" cy="2286000"/>
          </a:xfrm>
          <a:prstGeom prst="rect">
            <a:avLst/>
          </a:prstGeom>
          <a:noFill/>
          <a:ln w="9525">
            <a:noFill/>
            <a:miter lim="800000"/>
            <a:headEnd/>
            <a:tailEnd/>
          </a:ln>
        </p:spPr>
      </p:pic>
      <p:sp>
        <p:nvSpPr>
          <p:cNvPr id="184327" name="AutoShape 8"/>
          <p:cNvSpPr>
            <a:spLocks noChangeArrowheads="1"/>
          </p:cNvSpPr>
          <p:nvPr/>
        </p:nvSpPr>
        <p:spPr bwMode="auto">
          <a:xfrm>
            <a:off x="3190875" y="5314950"/>
            <a:ext cx="1362075" cy="609600"/>
          </a:xfrm>
          <a:prstGeom prst="wedgeEllipseCallout">
            <a:avLst>
              <a:gd name="adj1" fmla="val 89861"/>
              <a:gd name="adj2" fmla="val -28384"/>
            </a:avLst>
          </a:prstGeom>
          <a:solidFill>
            <a:schemeClr val="accent1"/>
          </a:solidFill>
          <a:ln w="9525">
            <a:solidFill>
              <a:schemeClr val="tx1"/>
            </a:solidFill>
            <a:miter lim="800000"/>
            <a:headEnd/>
            <a:tailEnd/>
          </a:ln>
        </p:spPr>
        <p:txBody>
          <a:bodyPr/>
          <a:lstStyle/>
          <a:p>
            <a:pPr algn="ctr" defTabSz="914400"/>
            <a:r>
              <a:rPr lang="en-US"/>
              <a:t>Output</a:t>
            </a:r>
          </a:p>
        </p:txBody>
      </p:sp>
    </p:spTree>
  </p:cSld>
  <p:clrMapOvr>
    <a:masterClrMapping/>
  </p:clrMapOvr>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6369" name="AutoShape 4"/>
          <p:cNvSpPr>
            <a:spLocks noChangeArrowheads="1"/>
          </p:cNvSpPr>
          <p:nvPr/>
        </p:nvSpPr>
        <p:spPr bwMode="auto">
          <a:xfrm>
            <a:off x="774700" y="3398838"/>
            <a:ext cx="7654925" cy="974725"/>
          </a:xfrm>
          <a:prstGeom prst="roundRect">
            <a:avLst>
              <a:gd name="adj" fmla="val 16667"/>
            </a:avLst>
          </a:prstGeom>
          <a:solidFill>
            <a:srgbClr val="CCFFCC"/>
          </a:solidFill>
          <a:ln w="9525">
            <a:solidFill>
              <a:schemeClr val="tx1"/>
            </a:solidFill>
            <a:round/>
            <a:headEnd/>
            <a:tailEnd/>
          </a:ln>
        </p:spPr>
        <p:txBody>
          <a:bodyPr wrap="none" anchor="ctr"/>
          <a:lstStyle/>
          <a:p>
            <a:endParaRPr lang="en-US"/>
          </a:p>
        </p:txBody>
      </p:sp>
      <p:sp>
        <p:nvSpPr>
          <p:cNvPr id="186370" name="Rectangle 2"/>
          <p:cNvSpPr>
            <a:spLocks noGrp="1"/>
          </p:cNvSpPr>
          <p:nvPr>
            <p:ph type="title"/>
          </p:nvPr>
        </p:nvSpPr>
        <p:spPr>
          <a:xfrm>
            <a:off x="381000" y="193675"/>
            <a:ext cx="8229600" cy="549275"/>
          </a:xfrm>
        </p:spPr>
        <p:txBody>
          <a:bodyPr/>
          <a:lstStyle/>
          <a:p>
            <a:pPr eaLnBrk="1" hangingPunct="1"/>
            <a:r>
              <a:rPr smtClean="0">
                <a:solidFill>
                  <a:schemeClr val="tx1"/>
                </a:solidFill>
                <a:cs typeface="Arial" charset="0"/>
              </a:rPr>
              <a:t>&lt;javadoc&gt;</a:t>
            </a:r>
          </a:p>
        </p:txBody>
      </p:sp>
      <p:sp>
        <p:nvSpPr>
          <p:cNvPr id="186371" name="Rectangle 3"/>
          <p:cNvSpPr>
            <a:spLocks noGrp="1"/>
          </p:cNvSpPr>
          <p:nvPr>
            <p:ph type="body" idx="1"/>
          </p:nvPr>
        </p:nvSpPr>
        <p:spPr>
          <a:xfrm>
            <a:off x="457200" y="1027113"/>
            <a:ext cx="8229600" cy="5224462"/>
          </a:xfrm>
        </p:spPr>
        <p:txBody>
          <a:bodyPr/>
          <a:lstStyle/>
          <a:p>
            <a:pPr algn="just" eaLnBrk="1" hangingPunct="1"/>
            <a:r>
              <a:rPr dirty="0" smtClean="0">
                <a:solidFill>
                  <a:schemeClr val="tx1"/>
                </a:solidFill>
                <a:cs typeface="Arial" charset="0"/>
              </a:rPr>
              <a:t>Generates </a:t>
            </a:r>
            <a:r>
              <a:rPr dirty="0" err="1" smtClean="0">
                <a:solidFill>
                  <a:schemeClr val="tx1"/>
                </a:solidFill>
                <a:cs typeface="Arial" charset="0"/>
              </a:rPr>
              <a:t>javaDoc</a:t>
            </a:r>
            <a:r>
              <a:rPr dirty="0" smtClean="0">
                <a:solidFill>
                  <a:schemeClr val="tx1"/>
                </a:solidFill>
                <a:cs typeface="Arial" charset="0"/>
              </a:rPr>
              <a:t> from your source files</a:t>
            </a:r>
          </a:p>
          <a:p>
            <a:pPr algn="just" eaLnBrk="1" hangingPunct="1"/>
            <a:r>
              <a:rPr dirty="0" smtClean="0">
                <a:solidFill>
                  <a:schemeClr val="tx1"/>
                </a:solidFill>
                <a:cs typeface="Arial" charset="0"/>
              </a:rPr>
              <a:t>Much easier than running </a:t>
            </a:r>
            <a:r>
              <a:rPr dirty="0" err="1" smtClean="0">
                <a:solidFill>
                  <a:schemeClr val="tx1"/>
                </a:solidFill>
                <a:cs typeface="Arial" charset="0"/>
              </a:rPr>
              <a:t>javadoc</a:t>
            </a:r>
            <a:r>
              <a:rPr dirty="0" smtClean="0">
                <a:solidFill>
                  <a:schemeClr val="tx1"/>
                </a:solidFill>
                <a:cs typeface="Arial" charset="0"/>
              </a:rPr>
              <a:t> at the command line</a:t>
            </a:r>
          </a:p>
          <a:p>
            <a:pPr algn="just" eaLnBrk="1" hangingPunct="1"/>
            <a:r>
              <a:rPr dirty="0" smtClean="0">
                <a:solidFill>
                  <a:schemeClr val="tx1"/>
                </a:solidFill>
                <a:cs typeface="Arial" charset="0"/>
              </a:rPr>
              <a:t>You really need to structure your source according to your package structure for best results</a:t>
            </a:r>
          </a:p>
          <a:p>
            <a:pPr algn="just" eaLnBrk="1" hangingPunct="1"/>
            <a:r>
              <a:rPr dirty="0" smtClean="0">
                <a:solidFill>
                  <a:schemeClr val="tx1"/>
                </a:solidFill>
                <a:cs typeface="Arial" charset="0"/>
              </a:rPr>
              <a:t>Here’s the simple case, generating the docs for the packages listed, in ${</a:t>
            </a:r>
            <a:r>
              <a:rPr dirty="0" err="1" smtClean="0">
                <a:solidFill>
                  <a:schemeClr val="tx1"/>
                </a:solidFill>
                <a:cs typeface="Arial" charset="0"/>
              </a:rPr>
              <a:t>src.dir</a:t>
            </a:r>
            <a:r>
              <a:rPr dirty="0" smtClean="0">
                <a:solidFill>
                  <a:schemeClr val="tx1"/>
                </a:solidFill>
                <a:cs typeface="Arial" charset="0"/>
              </a:rPr>
              <a:t>}, placing the generated files in ${</a:t>
            </a:r>
            <a:r>
              <a:rPr dirty="0" err="1" smtClean="0">
                <a:solidFill>
                  <a:schemeClr val="tx1"/>
                </a:solidFill>
                <a:cs typeface="Arial" charset="0"/>
              </a:rPr>
              <a:t>doc.dir</a:t>
            </a:r>
            <a:r>
              <a:rPr dirty="0" smtClean="0">
                <a:solidFill>
                  <a:schemeClr val="tx1"/>
                </a:solidFill>
                <a:cs typeface="Arial" charset="0"/>
              </a:rPr>
              <a:t>}</a:t>
            </a:r>
          </a:p>
          <a:p>
            <a:pPr algn="just" eaLnBrk="1" hangingPunct="1"/>
            <a:endParaRPr dirty="0" smtClean="0">
              <a:solidFill>
                <a:schemeClr val="tx1"/>
              </a:solidFill>
              <a:cs typeface="Arial" charset="0"/>
            </a:endParaRPr>
          </a:p>
          <a:p>
            <a:pPr lvl="1" eaLnBrk="1" hangingPunct="1">
              <a:buFont typeface="Arial" charset="0"/>
              <a:buNone/>
            </a:pPr>
            <a:r>
              <a:rPr dirty="0" smtClean="0">
                <a:solidFill>
                  <a:schemeClr val="tx1"/>
                </a:solidFill>
                <a:latin typeface="Courier New" pitchFamily="49" charset="0"/>
              </a:rPr>
              <a:t>&lt;</a:t>
            </a:r>
            <a:r>
              <a:rPr dirty="0" err="1" smtClean="0">
                <a:solidFill>
                  <a:schemeClr val="tx1"/>
                </a:solidFill>
                <a:latin typeface="Courier New" pitchFamily="49" charset="0"/>
              </a:rPr>
              <a:t>javadoc</a:t>
            </a:r>
            <a:r>
              <a:rPr dirty="0" smtClean="0">
                <a:solidFill>
                  <a:schemeClr val="tx1"/>
                </a:solidFill>
                <a:latin typeface="Courier New" pitchFamily="49" charset="0"/>
              </a:rPr>
              <a:t> </a:t>
            </a:r>
            <a:r>
              <a:rPr dirty="0" err="1" smtClean="0">
                <a:solidFill>
                  <a:schemeClr val="tx1"/>
                </a:solidFill>
                <a:latin typeface="Courier New" pitchFamily="49" charset="0"/>
              </a:rPr>
              <a:t>sourcepath</a:t>
            </a:r>
            <a:r>
              <a:rPr dirty="0" smtClean="0">
                <a:solidFill>
                  <a:schemeClr val="tx1"/>
                </a:solidFill>
                <a:latin typeface="Courier New" pitchFamily="49" charset="0"/>
              </a:rPr>
              <a:t>=“${</a:t>
            </a:r>
            <a:r>
              <a:rPr dirty="0" err="1" smtClean="0">
                <a:solidFill>
                  <a:schemeClr val="tx1"/>
                </a:solidFill>
                <a:latin typeface="Courier New" pitchFamily="49" charset="0"/>
              </a:rPr>
              <a:t>src.dir</a:t>
            </a:r>
            <a:r>
              <a:rPr dirty="0" smtClean="0">
                <a:solidFill>
                  <a:schemeClr val="tx1"/>
                </a:solidFill>
                <a:latin typeface="Courier New" pitchFamily="49" charset="0"/>
              </a:rPr>
              <a:t>}” </a:t>
            </a:r>
            <a:r>
              <a:rPr dirty="0" err="1" smtClean="0">
                <a:solidFill>
                  <a:schemeClr val="tx1"/>
                </a:solidFill>
                <a:latin typeface="Courier New" pitchFamily="49" charset="0"/>
              </a:rPr>
              <a:t>destdir</a:t>
            </a:r>
            <a:r>
              <a:rPr dirty="0" smtClean="0">
                <a:solidFill>
                  <a:schemeClr val="tx1"/>
                </a:solidFill>
                <a:latin typeface="Courier New" pitchFamily="49" charset="0"/>
              </a:rPr>
              <a:t>=“${</a:t>
            </a:r>
            <a:r>
              <a:rPr dirty="0" err="1" smtClean="0">
                <a:solidFill>
                  <a:schemeClr val="tx1"/>
                </a:solidFill>
                <a:latin typeface="Courier New" pitchFamily="49" charset="0"/>
              </a:rPr>
              <a:t>doc.dir</a:t>
            </a:r>
            <a:r>
              <a:rPr dirty="0" smtClean="0">
                <a:solidFill>
                  <a:schemeClr val="tx1"/>
                </a:solidFill>
                <a:latin typeface="Courier New" pitchFamily="49" charset="0"/>
              </a:rPr>
              <a:t>}” </a:t>
            </a:r>
          </a:p>
          <a:p>
            <a:pPr lvl="1" eaLnBrk="1" hangingPunct="1">
              <a:buFont typeface="Arial" charset="0"/>
              <a:buNone/>
            </a:pPr>
            <a:r>
              <a:rPr dirty="0" smtClean="0">
                <a:solidFill>
                  <a:schemeClr val="tx1"/>
                </a:solidFill>
                <a:latin typeface="Courier New" pitchFamily="49" charset="0"/>
              </a:rPr>
              <a:t>		        </a:t>
            </a:r>
            <a:r>
              <a:rPr dirty="0" err="1" smtClean="0">
                <a:solidFill>
                  <a:schemeClr val="tx1"/>
                </a:solidFill>
                <a:latin typeface="Courier New" pitchFamily="49" charset="0"/>
              </a:rPr>
              <a:t>packagenames</a:t>
            </a:r>
            <a:r>
              <a:rPr dirty="0" smtClean="0">
                <a:solidFill>
                  <a:schemeClr val="tx1"/>
                </a:solidFill>
                <a:latin typeface="Courier New" pitchFamily="49" charset="0"/>
              </a:rPr>
              <a:t>=“foo.*,bar.*,</a:t>
            </a:r>
            <a:r>
              <a:rPr dirty="0" err="1" smtClean="0">
                <a:solidFill>
                  <a:schemeClr val="tx1"/>
                </a:solidFill>
                <a:latin typeface="Courier New" pitchFamily="49" charset="0"/>
              </a:rPr>
              <a:t>baz</a:t>
            </a:r>
            <a:r>
              <a:rPr dirty="0" smtClean="0">
                <a:solidFill>
                  <a:schemeClr val="tx1"/>
                </a:solidFill>
                <a:latin typeface="Courier New" pitchFamily="49" charset="0"/>
              </a:rPr>
              <a:t>.*” /&gt;</a:t>
            </a:r>
          </a:p>
        </p:txBody>
      </p:sp>
    </p:spTree>
  </p:cSld>
  <p:clrMapOvr>
    <a:masterClrMapping/>
  </p:clrMapOvr>
  <p:timing>
    <p:tnLst>
      <p:par>
        <p:cT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7393" name="Rectangle 2"/>
          <p:cNvSpPr>
            <a:spLocks noGrp="1"/>
          </p:cNvSpPr>
          <p:nvPr>
            <p:ph type="title"/>
          </p:nvPr>
        </p:nvSpPr>
        <p:spPr>
          <a:xfrm>
            <a:off x="393700" y="168275"/>
            <a:ext cx="8229600" cy="549275"/>
          </a:xfrm>
        </p:spPr>
        <p:txBody>
          <a:bodyPr/>
          <a:lstStyle/>
          <a:p>
            <a:pPr eaLnBrk="1" hangingPunct="1"/>
            <a:r>
              <a:rPr smtClean="0">
                <a:solidFill>
                  <a:schemeClr val="tx1"/>
                </a:solidFill>
                <a:cs typeface="Arial" charset="0"/>
              </a:rPr>
              <a:t>&lt;javadoc&gt; (Contd.).</a:t>
            </a:r>
          </a:p>
        </p:txBody>
      </p:sp>
      <p:sp>
        <p:nvSpPr>
          <p:cNvPr id="187394" name="Rectangle 3"/>
          <p:cNvSpPr>
            <a:spLocks noGrp="1"/>
          </p:cNvSpPr>
          <p:nvPr>
            <p:ph type="body" idx="1"/>
          </p:nvPr>
        </p:nvSpPr>
        <p:spPr>
          <a:xfrm>
            <a:off x="457200" y="963613"/>
            <a:ext cx="8229600" cy="5287962"/>
          </a:xfrm>
        </p:spPr>
        <p:txBody>
          <a:bodyPr/>
          <a:lstStyle/>
          <a:p>
            <a:pPr algn="just" eaLnBrk="1" hangingPunct="1"/>
            <a:r>
              <a:rPr sz="2400" dirty="0" smtClean="0">
                <a:solidFill>
                  <a:schemeClr val="tx1"/>
                </a:solidFill>
                <a:cs typeface="Arial" charset="0"/>
              </a:rPr>
              <a:t>Some of the useful parameters are</a:t>
            </a:r>
          </a:p>
          <a:p>
            <a:pPr lvl="1" algn="just" eaLnBrk="1" hangingPunct="1"/>
            <a:r>
              <a:rPr sz="2000" dirty="0" err="1" smtClean="0">
                <a:solidFill>
                  <a:schemeClr val="tx1"/>
                </a:solidFill>
              </a:rPr>
              <a:t>sourcepath</a:t>
            </a:r>
            <a:r>
              <a:rPr sz="2000" dirty="0" smtClean="0">
                <a:solidFill>
                  <a:schemeClr val="tx1"/>
                </a:solidFill>
              </a:rPr>
              <a:t> – where the sources to process live</a:t>
            </a:r>
          </a:p>
          <a:p>
            <a:pPr lvl="1" algn="just" eaLnBrk="1" hangingPunct="1"/>
            <a:r>
              <a:rPr sz="2000" dirty="0" err="1" smtClean="0">
                <a:solidFill>
                  <a:schemeClr val="tx1"/>
                </a:solidFill>
              </a:rPr>
              <a:t>destdir</a:t>
            </a:r>
            <a:r>
              <a:rPr sz="2000" dirty="0" smtClean="0">
                <a:solidFill>
                  <a:schemeClr val="tx1"/>
                </a:solidFill>
              </a:rPr>
              <a:t> – where to dump the generated HTML files</a:t>
            </a:r>
          </a:p>
          <a:p>
            <a:pPr lvl="1" algn="just" eaLnBrk="1" hangingPunct="1"/>
            <a:r>
              <a:rPr sz="2000" dirty="0" smtClean="0">
                <a:solidFill>
                  <a:schemeClr val="tx1"/>
                </a:solidFill>
              </a:rPr>
              <a:t>author –includes the @author info</a:t>
            </a:r>
          </a:p>
          <a:p>
            <a:pPr lvl="1" algn="just" eaLnBrk="1" hangingPunct="1"/>
            <a:r>
              <a:rPr sz="2000" dirty="0" smtClean="0">
                <a:solidFill>
                  <a:schemeClr val="tx1"/>
                </a:solidFill>
              </a:rPr>
              <a:t>version – includes the @version </a:t>
            </a:r>
            <a:r>
              <a:rPr sz="2000" dirty="0" err="1" smtClean="0">
                <a:solidFill>
                  <a:schemeClr val="tx1"/>
                </a:solidFill>
              </a:rPr>
              <a:t>infor</a:t>
            </a:r>
            <a:endParaRPr sz="2000" dirty="0" smtClean="0">
              <a:solidFill>
                <a:schemeClr val="tx1"/>
              </a:solidFill>
            </a:endParaRPr>
          </a:p>
          <a:p>
            <a:pPr lvl="1" algn="just" eaLnBrk="1" hangingPunct="1"/>
            <a:r>
              <a:rPr sz="2000" dirty="0" smtClean="0">
                <a:solidFill>
                  <a:schemeClr val="tx1"/>
                </a:solidFill>
              </a:rPr>
              <a:t>use – generates pages showing method/class usage from the source</a:t>
            </a:r>
          </a:p>
          <a:p>
            <a:pPr lvl="1" algn="just" eaLnBrk="1" hangingPunct="1"/>
            <a:r>
              <a:rPr sz="2000" dirty="0" err="1" smtClean="0">
                <a:solidFill>
                  <a:schemeClr val="tx1"/>
                </a:solidFill>
              </a:rPr>
              <a:t>windowtitle</a:t>
            </a:r>
            <a:r>
              <a:rPr sz="2000" dirty="0" smtClean="0">
                <a:solidFill>
                  <a:schemeClr val="tx1"/>
                </a:solidFill>
              </a:rPr>
              <a:t> – a string of HTML to include as the &lt;title &gt; element in the generated files</a:t>
            </a:r>
          </a:p>
          <a:p>
            <a:pPr lvl="1" algn="just" eaLnBrk="1" hangingPunct="1"/>
            <a:r>
              <a:rPr sz="2000" dirty="0" smtClean="0">
                <a:solidFill>
                  <a:schemeClr val="tx1"/>
                </a:solidFill>
              </a:rPr>
              <a:t>access –which level of access should be included (</a:t>
            </a:r>
            <a:r>
              <a:rPr sz="2000" dirty="0" err="1" smtClean="0">
                <a:solidFill>
                  <a:schemeClr val="tx1"/>
                </a:solidFill>
              </a:rPr>
              <a:t>e.g</a:t>
            </a:r>
            <a:r>
              <a:rPr sz="2000" dirty="0" smtClean="0">
                <a:solidFill>
                  <a:schemeClr val="tx1"/>
                </a:solidFill>
              </a:rPr>
              <a:t> </a:t>
            </a:r>
            <a:r>
              <a:rPr sz="2000" dirty="0" err="1" smtClean="0">
                <a:solidFill>
                  <a:schemeClr val="tx1"/>
                </a:solidFill>
              </a:rPr>
              <a:t>publid</a:t>
            </a:r>
            <a:r>
              <a:rPr sz="2000" dirty="0" smtClean="0">
                <a:solidFill>
                  <a:schemeClr val="tx1"/>
                </a:solidFill>
              </a:rPr>
              <a:t>, private);  protected is default </a:t>
            </a:r>
          </a:p>
          <a:p>
            <a:pPr lvl="1" algn="just" eaLnBrk="1" hangingPunct="1"/>
            <a:r>
              <a:rPr sz="2000" dirty="0" err="1" smtClean="0">
                <a:solidFill>
                  <a:schemeClr val="tx1"/>
                </a:solidFill>
              </a:rPr>
              <a:t>packagenames</a:t>
            </a:r>
            <a:r>
              <a:rPr sz="2000" dirty="0" smtClean="0">
                <a:solidFill>
                  <a:schemeClr val="tx1"/>
                </a:solidFill>
              </a:rPr>
              <a:t> – those packages to include in the doc</a:t>
            </a:r>
          </a:p>
          <a:p>
            <a:pPr lvl="1" algn="just" eaLnBrk="1" hangingPunct="1"/>
            <a:r>
              <a:rPr sz="2000" dirty="0" err="1" smtClean="0">
                <a:solidFill>
                  <a:schemeClr val="tx1"/>
                </a:solidFill>
              </a:rPr>
              <a:t>excludepackagenames</a:t>
            </a:r>
            <a:r>
              <a:rPr sz="2000" dirty="0" smtClean="0">
                <a:solidFill>
                  <a:schemeClr val="tx1"/>
                </a:solidFill>
              </a:rPr>
              <a:t> –packages not to include</a:t>
            </a:r>
          </a:p>
          <a:p>
            <a:pPr algn="just" eaLnBrk="1" hangingPunct="1"/>
            <a:endParaRPr sz="2400" dirty="0" smtClean="0">
              <a:solidFill>
                <a:schemeClr val="tx1"/>
              </a:solidFill>
              <a:cs typeface="Arial" charset="0"/>
            </a:endParaRPr>
          </a:p>
        </p:txBody>
      </p:sp>
    </p:spTree>
  </p:cSld>
  <p:clrMapOvr>
    <a:masterClrMapping/>
  </p:clrMapOvr>
  <p:timing>
    <p:tnLst>
      <p:par>
        <p:cTn id="1" dur="indefinite" restart="never" nodeType="tmRoot"/>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8417" name="AutoShape 5"/>
          <p:cNvSpPr>
            <a:spLocks noChangeArrowheads="1"/>
          </p:cNvSpPr>
          <p:nvPr/>
        </p:nvSpPr>
        <p:spPr bwMode="auto">
          <a:xfrm>
            <a:off x="757238" y="2759075"/>
            <a:ext cx="7970837" cy="1425575"/>
          </a:xfrm>
          <a:prstGeom prst="roundRect">
            <a:avLst>
              <a:gd name="adj" fmla="val 16667"/>
            </a:avLst>
          </a:prstGeom>
          <a:solidFill>
            <a:srgbClr val="CCFFCC"/>
          </a:solidFill>
          <a:ln w="9525" algn="ctr">
            <a:solidFill>
              <a:srgbClr val="000000"/>
            </a:solidFill>
            <a:round/>
            <a:headEnd/>
            <a:tailEnd/>
          </a:ln>
        </p:spPr>
        <p:txBody>
          <a:bodyPr wrap="none" anchor="ctr"/>
          <a:lstStyle/>
          <a:p>
            <a:endParaRPr lang="en-US"/>
          </a:p>
        </p:txBody>
      </p:sp>
      <p:sp>
        <p:nvSpPr>
          <p:cNvPr id="188418" name="Rectangle 2"/>
          <p:cNvSpPr>
            <a:spLocks noGrp="1"/>
          </p:cNvSpPr>
          <p:nvPr>
            <p:ph type="title"/>
          </p:nvPr>
        </p:nvSpPr>
        <p:spPr>
          <a:xfrm>
            <a:off x="381000" y="168275"/>
            <a:ext cx="8229600" cy="549275"/>
          </a:xfrm>
        </p:spPr>
        <p:txBody>
          <a:bodyPr/>
          <a:lstStyle/>
          <a:p>
            <a:pPr eaLnBrk="1" hangingPunct="1"/>
            <a:r>
              <a:rPr smtClean="0">
                <a:solidFill>
                  <a:schemeClr val="tx1"/>
                </a:solidFill>
                <a:cs typeface="Arial" charset="0"/>
              </a:rPr>
              <a:t>&lt;mail&gt;</a:t>
            </a:r>
          </a:p>
        </p:txBody>
      </p:sp>
      <p:sp>
        <p:nvSpPr>
          <p:cNvPr id="188419" name="Rectangle 3"/>
          <p:cNvSpPr>
            <a:spLocks noGrp="1"/>
          </p:cNvSpPr>
          <p:nvPr>
            <p:ph type="body" idx="1"/>
          </p:nvPr>
        </p:nvSpPr>
        <p:spPr>
          <a:xfrm>
            <a:off x="457200" y="1049338"/>
            <a:ext cx="8348663" cy="5202237"/>
          </a:xfrm>
        </p:spPr>
        <p:txBody>
          <a:bodyPr/>
          <a:lstStyle/>
          <a:p>
            <a:pPr algn="just" eaLnBrk="1" hangingPunct="1"/>
            <a:r>
              <a:rPr dirty="0" smtClean="0">
                <a:solidFill>
                  <a:schemeClr val="tx1"/>
                </a:solidFill>
                <a:cs typeface="Arial" charset="0"/>
              </a:rPr>
              <a:t>Used to send email to the email address specified</a:t>
            </a:r>
          </a:p>
          <a:p>
            <a:pPr algn="just" eaLnBrk="1" hangingPunct="1"/>
            <a:r>
              <a:rPr dirty="0" smtClean="0">
                <a:solidFill>
                  <a:schemeClr val="tx1"/>
                </a:solidFill>
                <a:cs typeface="Arial" charset="0"/>
              </a:rPr>
              <a:t>Useful for overnight builds</a:t>
            </a:r>
          </a:p>
          <a:p>
            <a:pPr algn="just" eaLnBrk="1" hangingPunct="1"/>
            <a:r>
              <a:rPr dirty="0" smtClean="0">
                <a:solidFill>
                  <a:schemeClr val="tx1"/>
                </a:solidFill>
                <a:cs typeface="Arial" charset="0"/>
              </a:rPr>
              <a:t>The log of what happened can be sent to you in the morning </a:t>
            </a:r>
          </a:p>
          <a:p>
            <a:pPr algn="just" eaLnBrk="1" hangingPunct="1"/>
            <a:r>
              <a:rPr dirty="0" smtClean="0">
                <a:solidFill>
                  <a:schemeClr val="tx1"/>
                </a:solidFill>
                <a:cs typeface="Arial" charset="0"/>
              </a:rPr>
              <a:t>Also useful if a job break to notify someone immediately</a:t>
            </a:r>
          </a:p>
          <a:p>
            <a:pPr eaLnBrk="1" hangingPunct="1"/>
            <a:endParaRPr dirty="0" smtClean="0">
              <a:solidFill>
                <a:schemeClr val="tx1"/>
              </a:solidFill>
              <a:cs typeface="Arial" charset="0"/>
            </a:endParaRPr>
          </a:p>
          <a:p>
            <a:pPr lvl="1" eaLnBrk="1" hangingPunct="1">
              <a:buFont typeface="Arial" charset="0"/>
              <a:buNone/>
            </a:pPr>
            <a:r>
              <a:rPr dirty="0" smtClean="0">
                <a:solidFill>
                  <a:schemeClr val="tx1"/>
                </a:solidFill>
                <a:latin typeface="Courier New" pitchFamily="49" charset="0"/>
              </a:rPr>
              <a:t>&lt;mail from=“</a:t>
            </a:r>
            <a:r>
              <a:rPr dirty="0" err="1" smtClean="0">
                <a:solidFill>
                  <a:schemeClr val="tx1"/>
                </a:solidFill>
                <a:latin typeface="Courier New" pitchFamily="49" charset="0"/>
              </a:rPr>
              <a:t>anitha.ramesh@wipro.com</a:t>
            </a:r>
            <a:r>
              <a:rPr dirty="0" smtClean="0">
                <a:solidFill>
                  <a:schemeClr val="tx1"/>
                </a:solidFill>
                <a:latin typeface="Courier New" pitchFamily="49" charset="0"/>
              </a:rPr>
              <a:t>” </a:t>
            </a:r>
            <a:r>
              <a:rPr dirty="0" err="1" smtClean="0">
                <a:solidFill>
                  <a:schemeClr val="tx1"/>
                </a:solidFill>
                <a:latin typeface="Courier New" pitchFamily="49" charset="0"/>
              </a:rPr>
              <a:t>tolist</a:t>
            </a:r>
            <a:r>
              <a:rPr dirty="0" smtClean="0">
                <a:solidFill>
                  <a:schemeClr val="tx1"/>
                </a:solidFill>
                <a:latin typeface="Courier New" pitchFamily="49" charset="0"/>
              </a:rPr>
              <a:t>=“</a:t>
            </a:r>
            <a:r>
              <a:rPr dirty="0" err="1" smtClean="0">
                <a:solidFill>
                  <a:schemeClr val="tx1"/>
                </a:solidFill>
                <a:latin typeface="Courier New" pitchFamily="49" charset="0"/>
              </a:rPr>
              <a:t>you@yourbox.com</a:t>
            </a:r>
            <a:r>
              <a:rPr dirty="0" smtClean="0">
                <a:solidFill>
                  <a:schemeClr val="tx1"/>
                </a:solidFill>
                <a:latin typeface="Courier New" pitchFamily="49" charset="0"/>
              </a:rPr>
              <a:t>” subject=“Nighty build results” files=“</a:t>
            </a:r>
            <a:r>
              <a:rPr dirty="0" err="1" smtClean="0">
                <a:solidFill>
                  <a:schemeClr val="tx1"/>
                </a:solidFill>
                <a:latin typeface="Courier New" pitchFamily="49" charset="0"/>
              </a:rPr>
              <a:t>log.txt</a:t>
            </a:r>
            <a:r>
              <a:rPr dirty="0" smtClean="0">
                <a:solidFill>
                  <a:schemeClr val="tx1"/>
                </a:solidFill>
                <a:latin typeface="Courier New" pitchFamily="49" charset="0"/>
              </a:rPr>
              <a:t>” /&gt;</a:t>
            </a:r>
          </a:p>
          <a:p>
            <a:pPr lvl="1" eaLnBrk="1" hangingPunct="1">
              <a:buFont typeface="Arial" charset="0"/>
              <a:buNone/>
            </a:pPr>
            <a:endParaRPr dirty="0" smtClean="0">
              <a:solidFill>
                <a:schemeClr val="tx1"/>
              </a:solidFill>
              <a:latin typeface="Courier New" pitchFamily="49" charset="0"/>
            </a:endParaRPr>
          </a:p>
          <a:p>
            <a:pPr lvl="1" eaLnBrk="1" hangingPunct="1">
              <a:buFont typeface="Arial" charset="0"/>
              <a:buNone/>
            </a:pPr>
            <a:endParaRPr dirty="0" smtClean="0">
              <a:solidFill>
                <a:schemeClr val="tx1"/>
              </a:solidFill>
              <a:latin typeface="Courier New" pitchFamily="49" charset="0"/>
            </a:endParaRPr>
          </a:p>
          <a:p>
            <a:pPr lvl="1" eaLnBrk="1" hangingPunct="1">
              <a:buFont typeface="Arial" charset="0"/>
              <a:buNone/>
            </a:pPr>
            <a:endParaRPr dirty="0" smtClean="0">
              <a:solidFill>
                <a:schemeClr val="tx1"/>
              </a:solidFill>
              <a:latin typeface="Courier New" pitchFamily="49" charset="0"/>
            </a:endParaRPr>
          </a:p>
          <a:p>
            <a:pPr eaLnBrk="1" hangingPunct="1">
              <a:buFont typeface="Arial" charset="0"/>
              <a:buNone/>
            </a:pPr>
            <a:endParaRPr dirty="0" smtClean="0">
              <a:solidFill>
                <a:schemeClr val="tx1"/>
              </a:solidFill>
              <a:latin typeface="Courier New" pitchFamily="49" charset="0"/>
              <a:cs typeface="Arial" charset="0"/>
            </a:endParaRPr>
          </a:p>
          <a:p>
            <a:pPr eaLnBrk="1" hangingPunct="1"/>
            <a:endParaRPr sz="1800" dirty="0" smtClean="0">
              <a:solidFill>
                <a:schemeClr val="tx1"/>
              </a:solidFill>
              <a:latin typeface="Courier New" pitchFamily="49" charset="0"/>
              <a:cs typeface="Arial" charset="0"/>
            </a:endParaRPr>
          </a:p>
          <a:p>
            <a:pPr eaLnBrk="1" hangingPunct="1">
              <a:buFont typeface="Arial" charset="0"/>
              <a:buNone/>
            </a:pPr>
            <a:endParaRPr dirty="0" smtClean="0">
              <a:solidFill>
                <a:schemeClr val="tx1"/>
              </a:solidFill>
              <a:cs typeface="Arial" charset="0"/>
            </a:endParaRPr>
          </a:p>
        </p:txBody>
      </p:sp>
      <p:sp>
        <p:nvSpPr>
          <p:cNvPr id="188420" name="AutoShape 6"/>
          <p:cNvSpPr>
            <a:spLocks noChangeArrowheads="1"/>
          </p:cNvSpPr>
          <p:nvPr/>
        </p:nvSpPr>
        <p:spPr bwMode="auto">
          <a:xfrm>
            <a:off x="1666875" y="4533900"/>
            <a:ext cx="2543175" cy="1295400"/>
          </a:xfrm>
          <a:prstGeom prst="wedgeEllipseCallout">
            <a:avLst>
              <a:gd name="adj1" fmla="val 32398"/>
              <a:gd name="adj2" fmla="val -118505"/>
            </a:avLst>
          </a:prstGeom>
          <a:solidFill>
            <a:schemeClr val="accent1"/>
          </a:solidFill>
          <a:ln w="9525">
            <a:solidFill>
              <a:schemeClr val="tx1"/>
            </a:solidFill>
            <a:miter lim="800000"/>
            <a:headEnd/>
            <a:tailEnd/>
          </a:ln>
        </p:spPr>
        <p:txBody>
          <a:bodyPr/>
          <a:lstStyle/>
          <a:p>
            <a:pPr algn="ctr" defTabSz="914400"/>
            <a:r>
              <a:rPr lang="en-US" sz="1600"/>
              <a:t>The contents of log.txt will go in the body of the message</a:t>
            </a:r>
          </a:p>
        </p:txBody>
      </p:sp>
    </p:spTree>
  </p:cSld>
  <p:clrMapOvr>
    <a:masterClrMapping/>
  </p:clrMapOvr>
  <p:timing>
    <p:tnLst>
      <p:par>
        <p:cTn id="1" dur="indefinite" restart="never" nodeType="tmRoot"/>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9441" name="Rectangle 2"/>
          <p:cNvSpPr>
            <a:spLocks noGrp="1"/>
          </p:cNvSpPr>
          <p:nvPr>
            <p:ph type="title"/>
          </p:nvPr>
        </p:nvSpPr>
        <p:spPr>
          <a:xfrm>
            <a:off x="355600" y="168275"/>
            <a:ext cx="8229600" cy="549275"/>
          </a:xfrm>
        </p:spPr>
        <p:txBody>
          <a:bodyPr/>
          <a:lstStyle/>
          <a:p>
            <a:pPr eaLnBrk="1" hangingPunct="1"/>
            <a:r>
              <a:rPr smtClean="0">
                <a:solidFill>
                  <a:schemeClr val="tx1"/>
                </a:solidFill>
                <a:cs typeface="Arial" charset="0"/>
              </a:rPr>
              <a:t>&lt;mail&gt; (Contd.).</a:t>
            </a:r>
          </a:p>
        </p:txBody>
      </p:sp>
      <p:sp>
        <p:nvSpPr>
          <p:cNvPr id="189442" name="AutoShape 5"/>
          <p:cNvSpPr>
            <a:spLocks noChangeArrowheads="1"/>
          </p:cNvSpPr>
          <p:nvPr/>
        </p:nvSpPr>
        <p:spPr bwMode="auto">
          <a:xfrm>
            <a:off x="715963" y="1609725"/>
            <a:ext cx="7294562" cy="1490663"/>
          </a:xfrm>
          <a:prstGeom prst="roundRect">
            <a:avLst>
              <a:gd name="adj" fmla="val 16667"/>
            </a:avLst>
          </a:prstGeom>
          <a:solidFill>
            <a:srgbClr val="CCFFCC"/>
          </a:solidFill>
          <a:ln w="9525" algn="ctr">
            <a:solidFill>
              <a:srgbClr val="000000"/>
            </a:solidFill>
            <a:round/>
            <a:headEnd/>
            <a:tailEnd/>
          </a:ln>
        </p:spPr>
        <p:txBody>
          <a:bodyPr wrap="none" anchor="ctr"/>
          <a:lstStyle/>
          <a:p>
            <a:endParaRPr lang="en-US"/>
          </a:p>
        </p:txBody>
      </p:sp>
      <p:sp>
        <p:nvSpPr>
          <p:cNvPr id="189443" name="Rectangle 3"/>
          <p:cNvSpPr>
            <a:spLocks noGrp="1"/>
          </p:cNvSpPr>
          <p:nvPr>
            <p:ph type="body" idx="1"/>
          </p:nvPr>
        </p:nvSpPr>
        <p:spPr>
          <a:xfrm>
            <a:off x="457200" y="1073150"/>
            <a:ext cx="8229600" cy="5178425"/>
          </a:xfrm>
        </p:spPr>
        <p:txBody>
          <a:bodyPr/>
          <a:lstStyle/>
          <a:p>
            <a:pPr eaLnBrk="1" hangingPunct="1"/>
            <a:r>
              <a:rPr smtClean="0">
                <a:solidFill>
                  <a:schemeClr val="tx1"/>
                </a:solidFill>
                <a:cs typeface="Arial" charset="0"/>
              </a:rPr>
              <a:t>Could also send email based on a message string</a:t>
            </a:r>
          </a:p>
          <a:p>
            <a:pPr lvl="1" eaLnBrk="1" hangingPunct="1">
              <a:buFont typeface="Arial" charset="0"/>
              <a:buNone/>
            </a:pPr>
            <a:endParaRPr smtClean="0">
              <a:solidFill>
                <a:schemeClr val="tx1"/>
              </a:solidFill>
            </a:endParaRPr>
          </a:p>
          <a:p>
            <a:pPr lvl="1" eaLnBrk="1" hangingPunct="1">
              <a:buFont typeface="Arial" charset="0"/>
              <a:buNone/>
            </a:pPr>
            <a:r>
              <a:rPr smtClean="0">
                <a:solidFill>
                  <a:schemeClr val="tx1"/>
                </a:solidFill>
                <a:latin typeface="Courier New" pitchFamily="49" charset="0"/>
              </a:rPr>
              <a:t>&lt;mail from=“anitha.ramesh@wipro.com” tolist=“you@yourbox.com” subject=“Nighty build results” message=“Finished building  ${name}”  /&gt;</a:t>
            </a:r>
          </a:p>
          <a:p>
            <a:pPr lvl="1" eaLnBrk="1" hangingPunct="1">
              <a:buFont typeface="Arial" charset="0"/>
              <a:buNone/>
            </a:pPr>
            <a:endParaRPr smtClean="0">
              <a:solidFill>
                <a:schemeClr val="tx1"/>
              </a:solidFill>
            </a:endParaRPr>
          </a:p>
          <a:p>
            <a:pPr eaLnBrk="1" hangingPunct="1"/>
            <a:endParaRPr smtClean="0">
              <a:solidFill>
                <a:schemeClr val="tx1"/>
              </a:solidFill>
              <a:cs typeface="Arial" charset="0"/>
            </a:endParaRPr>
          </a:p>
          <a:p>
            <a:pPr eaLnBrk="1" hangingPunct="1"/>
            <a:r>
              <a:rPr smtClean="0">
                <a:solidFill>
                  <a:schemeClr val="tx1"/>
                </a:solidFill>
                <a:cs typeface="Arial" charset="0"/>
              </a:rPr>
              <a:t>‘tolist’ can be list of email addresses separated by commas</a:t>
            </a:r>
          </a:p>
          <a:p>
            <a:pPr eaLnBrk="1" hangingPunct="1"/>
            <a:endParaRPr smtClean="0">
              <a:solidFill>
                <a:schemeClr val="tx1"/>
              </a:solidFill>
              <a:cs typeface="Arial" charset="0"/>
            </a:endParaRPr>
          </a:p>
        </p:txBody>
      </p:sp>
    </p:spTree>
  </p:cSld>
  <p:clrMapOvr>
    <a:masterClrMapping/>
  </p:clrMapOvr>
  <p:timing>
    <p:tnLst>
      <p:par>
        <p:cTn id="1" dur="indefinite" restart="never" nodeType="tmRoot"/>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1489" name="AutoShape 7"/>
          <p:cNvSpPr>
            <a:spLocks noChangeArrowheads="1"/>
          </p:cNvSpPr>
          <p:nvPr/>
        </p:nvSpPr>
        <p:spPr bwMode="auto">
          <a:xfrm>
            <a:off x="854075" y="2981325"/>
            <a:ext cx="5884863" cy="755650"/>
          </a:xfrm>
          <a:prstGeom prst="roundRect">
            <a:avLst>
              <a:gd name="adj" fmla="val 16667"/>
            </a:avLst>
          </a:prstGeom>
          <a:solidFill>
            <a:srgbClr val="CCFFCC"/>
          </a:solidFill>
          <a:ln w="9525" algn="ctr">
            <a:solidFill>
              <a:srgbClr val="000000"/>
            </a:solidFill>
            <a:round/>
            <a:headEnd/>
            <a:tailEnd/>
          </a:ln>
        </p:spPr>
        <p:txBody>
          <a:bodyPr wrap="none" anchor="ctr"/>
          <a:lstStyle/>
          <a:p>
            <a:endParaRPr lang="en-US"/>
          </a:p>
        </p:txBody>
      </p:sp>
      <p:sp>
        <p:nvSpPr>
          <p:cNvPr id="191490" name="AutoShape 6"/>
          <p:cNvSpPr>
            <a:spLocks noChangeArrowheads="1"/>
          </p:cNvSpPr>
          <p:nvPr/>
        </p:nvSpPr>
        <p:spPr bwMode="auto">
          <a:xfrm>
            <a:off x="735013" y="1609725"/>
            <a:ext cx="5187950" cy="655638"/>
          </a:xfrm>
          <a:prstGeom prst="roundRect">
            <a:avLst>
              <a:gd name="adj" fmla="val 16667"/>
            </a:avLst>
          </a:prstGeom>
          <a:solidFill>
            <a:srgbClr val="CCFFCC"/>
          </a:solidFill>
          <a:ln w="9525" algn="ctr">
            <a:solidFill>
              <a:srgbClr val="000000"/>
            </a:solidFill>
            <a:round/>
            <a:headEnd/>
            <a:tailEnd/>
          </a:ln>
        </p:spPr>
        <p:txBody>
          <a:bodyPr wrap="none" anchor="ctr"/>
          <a:lstStyle/>
          <a:p>
            <a:endParaRPr lang="en-US"/>
          </a:p>
        </p:txBody>
      </p:sp>
      <p:sp>
        <p:nvSpPr>
          <p:cNvPr id="191491" name="Rectangle 2"/>
          <p:cNvSpPr>
            <a:spLocks noGrp="1"/>
          </p:cNvSpPr>
          <p:nvPr>
            <p:ph type="title"/>
          </p:nvPr>
        </p:nvSpPr>
        <p:spPr>
          <a:xfrm>
            <a:off x="266700" y="238125"/>
            <a:ext cx="8229600" cy="549275"/>
          </a:xfrm>
        </p:spPr>
        <p:txBody>
          <a:bodyPr/>
          <a:lstStyle/>
          <a:p>
            <a:pPr eaLnBrk="1" hangingPunct="1"/>
            <a:r>
              <a:rPr smtClean="0">
                <a:solidFill>
                  <a:schemeClr val="tx1"/>
                </a:solidFill>
                <a:cs typeface="Arial" charset="0"/>
              </a:rPr>
              <a:t>&lt;mkdir&gt;</a:t>
            </a:r>
          </a:p>
        </p:txBody>
      </p:sp>
      <p:sp>
        <p:nvSpPr>
          <p:cNvPr id="191492" name="Rectangle 3"/>
          <p:cNvSpPr>
            <a:spLocks noGrp="1"/>
          </p:cNvSpPr>
          <p:nvPr>
            <p:ph type="body" idx="1"/>
          </p:nvPr>
        </p:nvSpPr>
        <p:spPr>
          <a:xfrm>
            <a:off x="457200" y="1030288"/>
            <a:ext cx="8229600" cy="5221287"/>
          </a:xfrm>
        </p:spPr>
        <p:txBody>
          <a:bodyPr/>
          <a:lstStyle/>
          <a:p>
            <a:pPr eaLnBrk="1" hangingPunct="1"/>
            <a:r>
              <a:rPr smtClean="0">
                <a:solidFill>
                  <a:schemeClr val="tx1"/>
                </a:solidFill>
                <a:cs typeface="Arial" charset="0"/>
              </a:rPr>
              <a:t>Create a directory</a:t>
            </a:r>
          </a:p>
          <a:p>
            <a:pPr eaLnBrk="1" hangingPunct="1"/>
            <a:endParaRPr smtClean="0">
              <a:solidFill>
                <a:schemeClr val="tx1"/>
              </a:solidFill>
              <a:cs typeface="Arial" charset="0"/>
            </a:endParaRPr>
          </a:p>
          <a:p>
            <a:pPr lvl="1" eaLnBrk="1" hangingPunct="1">
              <a:buFont typeface="Arial" charset="0"/>
              <a:buNone/>
            </a:pPr>
            <a:r>
              <a:rPr smtClean="0">
                <a:solidFill>
                  <a:schemeClr val="tx1"/>
                </a:solidFill>
                <a:latin typeface="Courier New" pitchFamily="49" charset="0"/>
              </a:rPr>
              <a:t>&lt;mkdir dir=“${build.dir}/temp” /&gt;</a:t>
            </a:r>
          </a:p>
          <a:p>
            <a:pPr lvl="1" eaLnBrk="1" hangingPunct="1">
              <a:buFont typeface="Arial" charset="0"/>
              <a:buNone/>
            </a:pPr>
            <a:endParaRPr smtClean="0">
              <a:solidFill>
                <a:schemeClr val="tx1"/>
              </a:solidFill>
              <a:latin typeface="Courier New" pitchFamily="49" charset="0"/>
            </a:endParaRPr>
          </a:p>
          <a:p>
            <a:pPr eaLnBrk="1" hangingPunct="1"/>
            <a:r>
              <a:rPr smtClean="0">
                <a:solidFill>
                  <a:schemeClr val="tx1"/>
                </a:solidFill>
                <a:cs typeface="Arial" charset="0"/>
              </a:rPr>
              <a:t>Create an entire directory structure !</a:t>
            </a:r>
          </a:p>
          <a:p>
            <a:pPr eaLnBrk="1" hangingPunct="1"/>
            <a:endParaRPr smtClean="0">
              <a:solidFill>
                <a:schemeClr val="tx1"/>
              </a:solidFill>
              <a:cs typeface="Arial" charset="0"/>
            </a:endParaRPr>
          </a:p>
          <a:p>
            <a:pPr lvl="1" eaLnBrk="1" hangingPunct="1">
              <a:buFont typeface="Arial" charset="0"/>
              <a:buNone/>
            </a:pPr>
            <a:r>
              <a:rPr smtClean="0">
                <a:solidFill>
                  <a:schemeClr val="tx1"/>
                </a:solidFill>
                <a:latin typeface="Courier New" pitchFamily="49" charset="0"/>
              </a:rPr>
              <a:t>&lt;mkdir dir=“${build.dir}/foo/bar/baz” /&gt;</a:t>
            </a:r>
          </a:p>
        </p:txBody>
      </p:sp>
    </p:spTree>
  </p:cSld>
  <p:clrMapOvr>
    <a:masterClrMapping/>
  </p:clrMapOvr>
  <p:timing>
    <p:tnLst>
      <p:par>
        <p:cTn id="1" dur="indefinite" restart="never" nodeType="tmRoot"/>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3537" name="AutoShape 7"/>
          <p:cNvSpPr>
            <a:spLocks noChangeArrowheads="1"/>
          </p:cNvSpPr>
          <p:nvPr/>
        </p:nvSpPr>
        <p:spPr bwMode="auto">
          <a:xfrm>
            <a:off x="735013" y="3419475"/>
            <a:ext cx="7931150" cy="1292225"/>
          </a:xfrm>
          <a:prstGeom prst="roundRect">
            <a:avLst>
              <a:gd name="adj" fmla="val 16667"/>
            </a:avLst>
          </a:prstGeom>
          <a:solidFill>
            <a:srgbClr val="CCFFCC"/>
          </a:solidFill>
          <a:ln w="9525" algn="ctr">
            <a:solidFill>
              <a:srgbClr val="000000"/>
            </a:solidFill>
            <a:round/>
            <a:headEnd/>
            <a:tailEnd/>
          </a:ln>
        </p:spPr>
        <p:txBody>
          <a:bodyPr wrap="none" anchor="ctr"/>
          <a:lstStyle/>
          <a:p>
            <a:endParaRPr lang="en-US"/>
          </a:p>
        </p:txBody>
      </p:sp>
      <p:sp>
        <p:nvSpPr>
          <p:cNvPr id="193538" name="AutoShape 6"/>
          <p:cNvSpPr>
            <a:spLocks noChangeArrowheads="1"/>
          </p:cNvSpPr>
          <p:nvPr/>
        </p:nvSpPr>
        <p:spPr bwMode="auto">
          <a:xfrm>
            <a:off x="735013" y="2027238"/>
            <a:ext cx="6400800" cy="655637"/>
          </a:xfrm>
          <a:prstGeom prst="roundRect">
            <a:avLst>
              <a:gd name="adj" fmla="val 16667"/>
            </a:avLst>
          </a:prstGeom>
          <a:solidFill>
            <a:srgbClr val="CCFFCC"/>
          </a:solidFill>
          <a:ln w="9525" algn="ctr">
            <a:solidFill>
              <a:srgbClr val="000000"/>
            </a:solidFill>
            <a:round/>
            <a:headEnd/>
            <a:tailEnd/>
          </a:ln>
        </p:spPr>
        <p:txBody>
          <a:bodyPr wrap="none" anchor="ctr"/>
          <a:lstStyle/>
          <a:p>
            <a:endParaRPr lang="en-US"/>
          </a:p>
        </p:txBody>
      </p:sp>
      <p:sp>
        <p:nvSpPr>
          <p:cNvPr id="193539" name="Rectangle 2"/>
          <p:cNvSpPr>
            <a:spLocks noGrp="1"/>
          </p:cNvSpPr>
          <p:nvPr>
            <p:ph type="title"/>
          </p:nvPr>
        </p:nvSpPr>
        <p:spPr>
          <a:xfrm>
            <a:off x="66798" y="162658"/>
            <a:ext cx="8229600" cy="549275"/>
          </a:xfrm>
        </p:spPr>
        <p:txBody>
          <a:bodyPr/>
          <a:lstStyle/>
          <a:p>
            <a:pPr eaLnBrk="1" hangingPunct="1"/>
            <a:r>
              <a:rPr dirty="0" smtClean="0">
                <a:solidFill>
                  <a:schemeClr val="tx1"/>
                </a:solidFill>
                <a:cs typeface="Arial" charset="0"/>
              </a:rPr>
              <a:t>&lt;move&gt;</a:t>
            </a:r>
          </a:p>
        </p:txBody>
      </p:sp>
      <p:sp>
        <p:nvSpPr>
          <p:cNvPr id="193540" name="Rectangle 3"/>
          <p:cNvSpPr>
            <a:spLocks noGrp="1"/>
          </p:cNvSpPr>
          <p:nvPr>
            <p:ph type="body" idx="1"/>
          </p:nvPr>
        </p:nvSpPr>
        <p:spPr>
          <a:xfrm>
            <a:off x="457200" y="1058863"/>
            <a:ext cx="8229600" cy="5192712"/>
          </a:xfrm>
        </p:spPr>
        <p:txBody>
          <a:bodyPr/>
          <a:lstStyle/>
          <a:p>
            <a:pPr eaLnBrk="1" hangingPunct="1"/>
            <a:r>
              <a:rPr dirty="0" smtClean="0">
                <a:solidFill>
                  <a:schemeClr val="tx1"/>
                </a:solidFill>
                <a:cs typeface="Arial" charset="0"/>
              </a:rPr>
              <a:t>Like copy, only it moves things</a:t>
            </a:r>
          </a:p>
          <a:p>
            <a:pPr algn="just" eaLnBrk="1" hangingPunct="1"/>
            <a:r>
              <a:rPr dirty="0" smtClean="0">
                <a:solidFill>
                  <a:schemeClr val="tx1"/>
                </a:solidFill>
                <a:cs typeface="Arial" charset="0"/>
              </a:rPr>
              <a:t>Like the Unix “mv” program, can be used to rename things</a:t>
            </a:r>
          </a:p>
          <a:p>
            <a:pPr eaLnBrk="1" hangingPunct="1"/>
            <a:endParaRPr dirty="0" smtClean="0">
              <a:solidFill>
                <a:schemeClr val="tx1"/>
              </a:solidFill>
              <a:cs typeface="Arial" charset="0"/>
            </a:endParaRPr>
          </a:p>
          <a:p>
            <a:pPr lvl="1" eaLnBrk="1" hangingPunct="1">
              <a:buFont typeface="Arial" charset="0"/>
              <a:buNone/>
            </a:pPr>
            <a:r>
              <a:rPr dirty="0" smtClean="0">
                <a:solidFill>
                  <a:schemeClr val="tx1"/>
                </a:solidFill>
                <a:latin typeface="Courier New" pitchFamily="49" charset="0"/>
              </a:rPr>
              <a:t>&lt;move file=“</a:t>
            </a:r>
            <a:r>
              <a:rPr dirty="0" err="1" smtClean="0">
                <a:solidFill>
                  <a:schemeClr val="tx1"/>
                </a:solidFill>
                <a:latin typeface="Courier New" pitchFamily="49" charset="0"/>
              </a:rPr>
              <a:t>foo.java</a:t>
            </a:r>
            <a:r>
              <a:rPr dirty="0" smtClean="0">
                <a:solidFill>
                  <a:schemeClr val="tx1"/>
                </a:solidFill>
                <a:latin typeface="Courier New" pitchFamily="49" charset="0"/>
              </a:rPr>
              <a:t>” </a:t>
            </a:r>
            <a:r>
              <a:rPr dirty="0" err="1" smtClean="0">
                <a:solidFill>
                  <a:schemeClr val="tx1"/>
                </a:solidFill>
                <a:latin typeface="Courier New" pitchFamily="49" charset="0"/>
              </a:rPr>
              <a:t>tofile</a:t>
            </a:r>
            <a:r>
              <a:rPr dirty="0" smtClean="0">
                <a:solidFill>
                  <a:schemeClr val="tx1"/>
                </a:solidFill>
                <a:latin typeface="Courier New" pitchFamily="49" charset="0"/>
              </a:rPr>
              <a:t>=“</a:t>
            </a:r>
            <a:r>
              <a:rPr dirty="0" err="1" smtClean="0">
                <a:solidFill>
                  <a:schemeClr val="tx1"/>
                </a:solidFill>
                <a:latin typeface="Courier New" pitchFamily="49" charset="0"/>
              </a:rPr>
              <a:t>foo.save</a:t>
            </a:r>
            <a:r>
              <a:rPr dirty="0" smtClean="0">
                <a:solidFill>
                  <a:schemeClr val="tx1"/>
                </a:solidFill>
                <a:latin typeface="Courier New" pitchFamily="49" charset="0"/>
              </a:rPr>
              <a:t>” /&gt;</a:t>
            </a:r>
          </a:p>
          <a:p>
            <a:pPr lvl="1" eaLnBrk="1" hangingPunct="1">
              <a:buFont typeface="Arial" charset="0"/>
              <a:buNone/>
            </a:pPr>
            <a:endParaRPr dirty="0" smtClean="0">
              <a:solidFill>
                <a:schemeClr val="tx1"/>
              </a:solidFill>
              <a:latin typeface="Courier New" pitchFamily="49" charset="0"/>
            </a:endParaRPr>
          </a:p>
          <a:p>
            <a:pPr eaLnBrk="1" hangingPunct="1"/>
            <a:r>
              <a:rPr dirty="0" smtClean="0">
                <a:solidFill>
                  <a:schemeClr val="tx1"/>
                </a:solidFill>
                <a:cs typeface="Arial" charset="0"/>
              </a:rPr>
              <a:t>Or just move a file</a:t>
            </a:r>
          </a:p>
          <a:p>
            <a:pPr eaLnBrk="1" hangingPunct="1"/>
            <a:endParaRPr dirty="0" smtClean="0">
              <a:solidFill>
                <a:schemeClr val="tx1"/>
              </a:solidFill>
              <a:cs typeface="Arial" charset="0"/>
            </a:endParaRPr>
          </a:p>
          <a:p>
            <a:pPr lvl="1" eaLnBrk="1" hangingPunct="1">
              <a:buFont typeface="Arial" charset="0"/>
              <a:buNone/>
            </a:pPr>
            <a:r>
              <a:rPr dirty="0" smtClean="0">
                <a:solidFill>
                  <a:schemeClr val="tx1"/>
                </a:solidFill>
                <a:latin typeface="Courier New" pitchFamily="49" charset="0"/>
              </a:rPr>
              <a:t>&lt;move </a:t>
            </a:r>
            <a:r>
              <a:rPr dirty="0" err="1" smtClean="0">
                <a:solidFill>
                  <a:schemeClr val="tx1"/>
                </a:solidFill>
                <a:latin typeface="Courier New" pitchFamily="49" charset="0"/>
              </a:rPr>
              <a:t>todir</a:t>
            </a:r>
            <a:r>
              <a:rPr dirty="0" smtClean="0">
                <a:solidFill>
                  <a:schemeClr val="tx1"/>
                </a:solidFill>
                <a:latin typeface="Courier New" pitchFamily="49" charset="0"/>
              </a:rPr>
              <a:t>=“${</a:t>
            </a:r>
            <a:r>
              <a:rPr dirty="0" err="1" smtClean="0">
                <a:solidFill>
                  <a:schemeClr val="tx1"/>
                </a:solidFill>
                <a:latin typeface="Courier New" pitchFamily="49" charset="0"/>
              </a:rPr>
              <a:t>java.dir</a:t>
            </a:r>
            <a:r>
              <a:rPr dirty="0" smtClean="0">
                <a:solidFill>
                  <a:schemeClr val="tx1"/>
                </a:solidFill>
                <a:latin typeface="Courier New" pitchFamily="49" charset="0"/>
              </a:rPr>
              <a:t>}”&gt;</a:t>
            </a:r>
          </a:p>
          <a:p>
            <a:pPr lvl="1" eaLnBrk="1" hangingPunct="1">
              <a:buFont typeface="Arial" charset="0"/>
              <a:buNone/>
            </a:pPr>
            <a:r>
              <a:rPr dirty="0" smtClean="0">
                <a:solidFill>
                  <a:schemeClr val="tx1"/>
                </a:solidFill>
                <a:latin typeface="Courier New" pitchFamily="49" charset="0"/>
              </a:rPr>
              <a:t>		&lt;</a:t>
            </a:r>
            <a:r>
              <a:rPr dirty="0" err="1" smtClean="0">
                <a:solidFill>
                  <a:schemeClr val="tx1"/>
                </a:solidFill>
                <a:latin typeface="Courier New" pitchFamily="49" charset="0"/>
              </a:rPr>
              <a:t>fileset</a:t>
            </a:r>
            <a:r>
              <a:rPr dirty="0" smtClean="0">
                <a:solidFill>
                  <a:schemeClr val="tx1"/>
                </a:solidFill>
                <a:latin typeface="Courier New" pitchFamily="49" charset="0"/>
              </a:rPr>
              <a:t> </a:t>
            </a:r>
            <a:r>
              <a:rPr dirty="0" err="1" smtClean="0">
                <a:solidFill>
                  <a:schemeClr val="tx1"/>
                </a:solidFill>
                <a:latin typeface="Courier New" pitchFamily="49" charset="0"/>
              </a:rPr>
              <a:t>dir</a:t>
            </a:r>
            <a:r>
              <a:rPr dirty="0" smtClean="0">
                <a:solidFill>
                  <a:schemeClr val="tx1"/>
                </a:solidFill>
                <a:latin typeface="Courier New" pitchFamily="49" charset="0"/>
              </a:rPr>
              <a:t>=“${</a:t>
            </a:r>
            <a:r>
              <a:rPr dirty="0" err="1" smtClean="0">
                <a:solidFill>
                  <a:schemeClr val="tx1"/>
                </a:solidFill>
                <a:latin typeface="Courier New" pitchFamily="49" charset="0"/>
              </a:rPr>
              <a:t>src.dir</a:t>
            </a:r>
            <a:r>
              <a:rPr dirty="0" smtClean="0">
                <a:solidFill>
                  <a:schemeClr val="tx1"/>
                </a:solidFill>
                <a:latin typeface="Courier New" pitchFamily="49" charset="0"/>
              </a:rPr>
              <a:t>} includes=“**/foo*.java” /&gt;</a:t>
            </a:r>
          </a:p>
          <a:p>
            <a:pPr lvl="1" eaLnBrk="1" hangingPunct="1">
              <a:buFont typeface="Arial" charset="0"/>
              <a:buNone/>
            </a:pPr>
            <a:r>
              <a:rPr dirty="0" smtClean="0">
                <a:solidFill>
                  <a:schemeClr val="tx1"/>
                </a:solidFill>
                <a:latin typeface="Courier New" pitchFamily="49" charset="0"/>
              </a:rPr>
              <a:t>&lt;/move&gt;</a:t>
            </a:r>
          </a:p>
        </p:txBody>
      </p:sp>
    </p:spTree>
  </p:cSld>
  <p:clrMapOvr>
    <a:masterClrMapping/>
  </p:clrMapOvr>
  <p:timing>
    <p:tnLst>
      <p:par>
        <p:cTn id="1" dur="indefinite" restart="never" nodeType="tmRoot"/>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5585" name="AutoShape 4"/>
          <p:cNvSpPr>
            <a:spLocks noChangeArrowheads="1"/>
          </p:cNvSpPr>
          <p:nvPr/>
        </p:nvSpPr>
        <p:spPr bwMode="auto">
          <a:xfrm>
            <a:off x="854075" y="3657600"/>
            <a:ext cx="6162675" cy="1630363"/>
          </a:xfrm>
          <a:prstGeom prst="roundRect">
            <a:avLst>
              <a:gd name="adj" fmla="val 16667"/>
            </a:avLst>
          </a:prstGeom>
          <a:solidFill>
            <a:srgbClr val="CCFFCC"/>
          </a:solidFill>
          <a:ln w="9525">
            <a:solidFill>
              <a:schemeClr val="tx1"/>
            </a:solidFill>
            <a:round/>
            <a:headEnd/>
            <a:tailEnd/>
          </a:ln>
        </p:spPr>
        <p:txBody>
          <a:bodyPr wrap="none" anchor="ctr"/>
          <a:lstStyle/>
          <a:p>
            <a:endParaRPr lang="en-US"/>
          </a:p>
        </p:txBody>
      </p:sp>
      <p:sp>
        <p:nvSpPr>
          <p:cNvPr id="195586" name="Rectangle 2"/>
          <p:cNvSpPr>
            <a:spLocks noGrp="1"/>
          </p:cNvSpPr>
          <p:nvPr>
            <p:ph type="title"/>
          </p:nvPr>
        </p:nvSpPr>
        <p:spPr>
          <a:xfrm>
            <a:off x="323850" y="238125"/>
            <a:ext cx="8229600" cy="549275"/>
          </a:xfrm>
        </p:spPr>
        <p:txBody>
          <a:bodyPr/>
          <a:lstStyle/>
          <a:p>
            <a:pPr eaLnBrk="1" hangingPunct="1"/>
            <a:r>
              <a:rPr smtClean="0">
                <a:solidFill>
                  <a:schemeClr val="tx1"/>
                </a:solidFill>
                <a:cs typeface="Arial" charset="0"/>
              </a:rPr>
              <a:t>&lt;parallel&gt;</a:t>
            </a:r>
          </a:p>
        </p:txBody>
      </p:sp>
      <p:sp>
        <p:nvSpPr>
          <p:cNvPr id="195587" name="Rectangle 3"/>
          <p:cNvSpPr>
            <a:spLocks noGrp="1"/>
          </p:cNvSpPr>
          <p:nvPr>
            <p:ph type="body" idx="1"/>
          </p:nvPr>
        </p:nvSpPr>
        <p:spPr>
          <a:xfrm>
            <a:off x="457200" y="1039813"/>
            <a:ext cx="8229600" cy="5211762"/>
          </a:xfrm>
        </p:spPr>
        <p:txBody>
          <a:bodyPr/>
          <a:lstStyle/>
          <a:p>
            <a:pPr algn="just" eaLnBrk="1" hangingPunct="1"/>
            <a:r>
              <a:rPr dirty="0" smtClean="0">
                <a:solidFill>
                  <a:schemeClr val="tx1"/>
                </a:solidFill>
                <a:cs typeface="Arial" charset="0"/>
              </a:rPr>
              <a:t>Runs two or more Ant tasks (not targets) simultaneously in separate threads</a:t>
            </a:r>
          </a:p>
          <a:p>
            <a:pPr algn="just" eaLnBrk="1" hangingPunct="1"/>
            <a:r>
              <a:rPr dirty="0" smtClean="0">
                <a:solidFill>
                  <a:schemeClr val="tx1"/>
                </a:solidFill>
                <a:cs typeface="Arial" charset="0"/>
              </a:rPr>
              <a:t>Useful if you have extra horsepower on a box or have several tasks that are independent yet last a while</a:t>
            </a:r>
          </a:p>
          <a:p>
            <a:pPr algn="just" eaLnBrk="1" hangingPunct="1"/>
            <a:r>
              <a:rPr dirty="0" smtClean="0">
                <a:solidFill>
                  <a:schemeClr val="tx1"/>
                </a:solidFill>
                <a:cs typeface="Arial" charset="0"/>
              </a:rPr>
              <a:t>Caution must be exercised to not parallelize tasks that might crash (</a:t>
            </a:r>
            <a:r>
              <a:rPr dirty="0" err="1" smtClean="0">
                <a:solidFill>
                  <a:schemeClr val="tx1"/>
                </a:solidFill>
                <a:cs typeface="Arial" charset="0"/>
              </a:rPr>
              <a:t>eg</a:t>
            </a:r>
            <a:r>
              <a:rPr dirty="0" smtClean="0">
                <a:solidFill>
                  <a:schemeClr val="tx1"/>
                </a:solidFill>
                <a:cs typeface="Arial" charset="0"/>
              </a:rPr>
              <a:t>. Two </a:t>
            </a:r>
            <a:r>
              <a:rPr dirty="0" err="1" smtClean="0">
                <a:solidFill>
                  <a:schemeClr val="tx1"/>
                </a:solidFill>
                <a:cs typeface="Arial" charset="0"/>
              </a:rPr>
              <a:t>javac</a:t>
            </a:r>
            <a:r>
              <a:rPr dirty="0" smtClean="0">
                <a:solidFill>
                  <a:schemeClr val="tx1"/>
                </a:solidFill>
                <a:cs typeface="Arial" charset="0"/>
              </a:rPr>
              <a:t> tasks)</a:t>
            </a:r>
          </a:p>
          <a:p>
            <a:pPr algn="just" eaLnBrk="1" hangingPunct="1"/>
            <a:r>
              <a:rPr dirty="0" smtClean="0">
                <a:solidFill>
                  <a:schemeClr val="tx1"/>
                </a:solidFill>
                <a:cs typeface="Arial" charset="0"/>
              </a:rPr>
              <a:t>Supports nested &lt;sequential&gt; to un-parallelize for some nested tasks ..</a:t>
            </a:r>
          </a:p>
          <a:p>
            <a:pPr lvl="1" eaLnBrk="1" hangingPunct="1">
              <a:buFont typeface="Arial" charset="0"/>
              <a:buNone/>
            </a:pPr>
            <a:r>
              <a:rPr dirty="0" smtClean="0">
                <a:solidFill>
                  <a:schemeClr val="tx1"/>
                </a:solidFill>
                <a:latin typeface="Courier New" pitchFamily="49" charset="0"/>
              </a:rPr>
              <a:t>&lt;parallel&gt;</a:t>
            </a:r>
          </a:p>
          <a:p>
            <a:pPr lvl="1" eaLnBrk="1" hangingPunct="1">
              <a:buFont typeface="Arial" charset="0"/>
              <a:buNone/>
            </a:pPr>
            <a:r>
              <a:rPr dirty="0" smtClean="0">
                <a:solidFill>
                  <a:schemeClr val="tx1"/>
                </a:solidFill>
                <a:latin typeface="Courier New" pitchFamily="49" charset="0"/>
              </a:rPr>
              <a:t>	&lt;copy </a:t>
            </a:r>
            <a:r>
              <a:rPr dirty="0" err="1" smtClean="0">
                <a:solidFill>
                  <a:schemeClr val="tx1"/>
                </a:solidFill>
                <a:latin typeface="Courier New" pitchFamily="49" charset="0"/>
              </a:rPr>
              <a:t>todir</a:t>
            </a:r>
            <a:r>
              <a:rPr dirty="0" smtClean="0">
                <a:solidFill>
                  <a:schemeClr val="tx1"/>
                </a:solidFill>
                <a:latin typeface="Courier New" pitchFamily="49" charset="0"/>
              </a:rPr>
              <a:t>=“${</a:t>
            </a:r>
            <a:r>
              <a:rPr dirty="0" err="1" smtClean="0">
                <a:solidFill>
                  <a:schemeClr val="tx1"/>
                </a:solidFill>
                <a:latin typeface="Courier New" pitchFamily="49" charset="0"/>
              </a:rPr>
              <a:t>remove.drive.one</a:t>
            </a:r>
            <a:r>
              <a:rPr dirty="0" smtClean="0">
                <a:solidFill>
                  <a:schemeClr val="tx1"/>
                </a:solidFill>
                <a:latin typeface="Courier New" pitchFamily="49" charset="0"/>
              </a:rPr>
              <a:t>}” …/&gt;</a:t>
            </a:r>
          </a:p>
          <a:p>
            <a:pPr lvl="1" eaLnBrk="1" hangingPunct="1">
              <a:buFont typeface="Arial" charset="0"/>
              <a:buNone/>
            </a:pPr>
            <a:r>
              <a:rPr dirty="0" smtClean="0">
                <a:solidFill>
                  <a:schemeClr val="tx1"/>
                </a:solidFill>
                <a:latin typeface="Courier New" pitchFamily="49" charset="0"/>
              </a:rPr>
              <a:t>	&lt;copy </a:t>
            </a:r>
            <a:r>
              <a:rPr dirty="0" err="1" smtClean="0">
                <a:solidFill>
                  <a:schemeClr val="tx1"/>
                </a:solidFill>
                <a:latin typeface="Courier New" pitchFamily="49" charset="0"/>
              </a:rPr>
              <a:t>todir</a:t>
            </a:r>
            <a:r>
              <a:rPr dirty="0" smtClean="0">
                <a:solidFill>
                  <a:schemeClr val="tx1"/>
                </a:solidFill>
                <a:latin typeface="Courier New" pitchFamily="49" charset="0"/>
              </a:rPr>
              <a:t>=“${</a:t>
            </a:r>
            <a:r>
              <a:rPr dirty="0" err="1" smtClean="0">
                <a:solidFill>
                  <a:schemeClr val="tx1"/>
                </a:solidFill>
                <a:latin typeface="Courier New" pitchFamily="49" charset="0"/>
              </a:rPr>
              <a:t>remove.drive.two</a:t>
            </a:r>
            <a:r>
              <a:rPr dirty="0" smtClean="0">
                <a:solidFill>
                  <a:schemeClr val="tx1"/>
                </a:solidFill>
                <a:latin typeface="Courier New" pitchFamily="49" charset="0"/>
              </a:rPr>
              <a:t>}” …/&gt;</a:t>
            </a:r>
          </a:p>
          <a:p>
            <a:pPr lvl="1" eaLnBrk="1" hangingPunct="1">
              <a:buFont typeface="Arial" charset="0"/>
              <a:buNone/>
            </a:pPr>
            <a:r>
              <a:rPr dirty="0" smtClean="0">
                <a:solidFill>
                  <a:schemeClr val="tx1"/>
                </a:solidFill>
                <a:latin typeface="Courier New" pitchFamily="49" charset="0"/>
              </a:rPr>
              <a:t>&lt;/parallel&gt;</a:t>
            </a:r>
          </a:p>
        </p:txBody>
      </p:sp>
    </p:spTree>
  </p:cSld>
  <p:clrMapOvr>
    <a:masterClrMapping/>
  </p:clrMapOvr>
  <p:timing>
    <p:tnLst>
      <p:par>
        <p:cTn id="1" dur="indefinite" restart="never" nodeType="tmRoot"/>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7633" name="AutoShape 5"/>
          <p:cNvSpPr>
            <a:spLocks noChangeArrowheads="1"/>
          </p:cNvSpPr>
          <p:nvPr/>
        </p:nvSpPr>
        <p:spPr bwMode="auto">
          <a:xfrm>
            <a:off x="954088" y="5068888"/>
            <a:ext cx="4968875" cy="1392237"/>
          </a:xfrm>
          <a:prstGeom prst="roundRect">
            <a:avLst>
              <a:gd name="adj" fmla="val 16667"/>
            </a:avLst>
          </a:prstGeom>
          <a:solidFill>
            <a:srgbClr val="CCFFCC"/>
          </a:solidFill>
          <a:ln w="9525" algn="ctr">
            <a:solidFill>
              <a:srgbClr val="000000"/>
            </a:solidFill>
            <a:round/>
            <a:headEnd/>
            <a:tailEnd/>
          </a:ln>
        </p:spPr>
        <p:txBody>
          <a:bodyPr wrap="none" anchor="ctr"/>
          <a:lstStyle/>
          <a:p>
            <a:endParaRPr lang="en-US"/>
          </a:p>
        </p:txBody>
      </p:sp>
      <p:sp>
        <p:nvSpPr>
          <p:cNvPr id="197634" name="AutoShape 4"/>
          <p:cNvSpPr>
            <a:spLocks noChangeArrowheads="1"/>
          </p:cNvSpPr>
          <p:nvPr/>
        </p:nvSpPr>
        <p:spPr bwMode="auto">
          <a:xfrm>
            <a:off x="935038" y="3956050"/>
            <a:ext cx="1708150" cy="536575"/>
          </a:xfrm>
          <a:prstGeom prst="roundRect">
            <a:avLst>
              <a:gd name="adj" fmla="val 16667"/>
            </a:avLst>
          </a:prstGeom>
          <a:solidFill>
            <a:srgbClr val="CCFFCC"/>
          </a:solidFill>
          <a:ln w="9525" algn="ctr">
            <a:solidFill>
              <a:srgbClr val="000000"/>
            </a:solidFill>
            <a:round/>
            <a:headEnd/>
            <a:tailEnd/>
          </a:ln>
        </p:spPr>
        <p:txBody>
          <a:bodyPr wrap="none" anchor="ctr"/>
          <a:lstStyle/>
          <a:p>
            <a:endParaRPr lang="en-US"/>
          </a:p>
        </p:txBody>
      </p:sp>
      <p:sp>
        <p:nvSpPr>
          <p:cNvPr id="197635" name="Rectangle 2"/>
          <p:cNvSpPr>
            <a:spLocks noGrp="1"/>
          </p:cNvSpPr>
          <p:nvPr>
            <p:ph type="title"/>
          </p:nvPr>
        </p:nvSpPr>
        <p:spPr>
          <a:xfrm>
            <a:off x="400050" y="257175"/>
            <a:ext cx="8229600" cy="549275"/>
          </a:xfrm>
        </p:spPr>
        <p:txBody>
          <a:bodyPr/>
          <a:lstStyle/>
          <a:p>
            <a:pPr eaLnBrk="1" hangingPunct="1"/>
            <a:r>
              <a:rPr smtClean="0">
                <a:solidFill>
                  <a:schemeClr val="tx1"/>
                </a:solidFill>
                <a:cs typeface="Arial" charset="0"/>
              </a:rPr>
              <a:t>&lt;tstamp&gt;</a:t>
            </a:r>
          </a:p>
        </p:txBody>
      </p:sp>
      <p:sp>
        <p:nvSpPr>
          <p:cNvPr id="197636" name="Rectangle 3"/>
          <p:cNvSpPr>
            <a:spLocks noGrp="1"/>
          </p:cNvSpPr>
          <p:nvPr>
            <p:ph type="body" idx="1"/>
          </p:nvPr>
        </p:nvSpPr>
        <p:spPr>
          <a:xfrm>
            <a:off x="561975" y="1028700"/>
            <a:ext cx="7878763" cy="5356225"/>
          </a:xfrm>
        </p:spPr>
        <p:txBody>
          <a:bodyPr/>
          <a:lstStyle/>
          <a:p>
            <a:pPr algn="just" eaLnBrk="1" hangingPunct="1"/>
            <a:r>
              <a:rPr dirty="0" smtClean="0">
                <a:solidFill>
                  <a:schemeClr val="tx1"/>
                </a:solidFill>
                <a:cs typeface="Arial" charset="0"/>
              </a:rPr>
              <a:t>By default, sets the </a:t>
            </a:r>
            <a:r>
              <a:rPr dirty="0" err="1" smtClean="0">
                <a:solidFill>
                  <a:schemeClr val="tx1"/>
                </a:solidFill>
                <a:cs typeface="Arial" charset="0"/>
              </a:rPr>
              <a:t>DSTAMP</a:t>
            </a:r>
            <a:r>
              <a:rPr dirty="0" smtClean="0">
                <a:solidFill>
                  <a:schemeClr val="tx1"/>
                </a:solidFill>
                <a:cs typeface="Arial" charset="0"/>
              </a:rPr>
              <a:t>, </a:t>
            </a:r>
            <a:r>
              <a:rPr dirty="0" err="1" smtClean="0">
                <a:solidFill>
                  <a:schemeClr val="tx1"/>
                </a:solidFill>
                <a:cs typeface="Arial" charset="0"/>
              </a:rPr>
              <a:t>TSTAMP</a:t>
            </a:r>
            <a:r>
              <a:rPr dirty="0" smtClean="0">
                <a:solidFill>
                  <a:schemeClr val="tx1"/>
                </a:solidFill>
                <a:cs typeface="Arial" charset="0"/>
              </a:rPr>
              <a:t> and TODAY properties in the build file</a:t>
            </a:r>
          </a:p>
          <a:p>
            <a:pPr algn="just" eaLnBrk="1" hangingPunct="1"/>
            <a:r>
              <a:rPr dirty="0" smtClean="0">
                <a:solidFill>
                  <a:schemeClr val="tx1"/>
                </a:solidFill>
                <a:cs typeface="Arial" charset="0"/>
              </a:rPr>
              <a:t>Specifying the ‘property’ parameter will place the date/time string in that property</a:t>
            </a:r>
          </a:p>
          <a:p>
            <a:pPr algn="just" eaLnBrk="1" hangingPunct="1"/>
            <a:r>
              <a:rPr dirty="0" smtClean="0">
                <a:solidFill>
                  <a:schemeClr val="tx1"/>
                </a:solidFill>
                <a:cs typeface="Arial" charset="0"/>
              </a:rPr>
              <a:t>The ‘pattern’ parameter is a string format, in the format used by </a:t>
            </a:r>
            <a:r>
              <a:rPr dirty="0" err="1" smtClean="0">
                <a:solidFill>
                  <a:schemeClr val="tx1"/>
                </a:solidFill>
                <a:cs typeface="Arial" charset="0"/>
              </a:rPr>
              <a:t>java.text.simpleDateFormat</a:t>
            </a:r>
            <a:endParaRPr dirty="0" smtClean="0">
              <a:solidFill>
                <a:schemeClr val="tx1"/>
              </a:solidFill>
              <a:cs typeface="Arial" charset="0"/>
            </a:endParaRPr>
          </a:p>
          <a:p>
            <a:pPr algn="just" eaLnBrk="1" hangingPunct="1"/>
            <a:r>
              <a:rPr dirty="0" smtClean="0">
                <a:solidFill>
                  <a:schemeClr val="tx1"/>
                </a:solidFill>
                <a:cs typeface="Arial" charset="0"/>
              </a:rPr>
              <a:t>These properties can be referenced later in the file </a:t>
            </a:r>
          </a:p>
          <a:p>
            <a:pPr algn="just" eaLnBrk="1" hangingPunct="1"/>
            <a:r>
              <a:rPr dirty="0" smtClean="0">
                <a:solidFill>
                  <a:schemeClr val="tx1"/>
                </a:solidFill>
                <a:cs typeface="Arial" charset="0"/>
              </a:rPr>
              <a:t>Set </a:t>
            </a:r>
            <a:r>
              <a:rPr dirty="0" err="1" smtClean="0">
                <a:solidFill>
                  <a:schemeClr val="tx1"/>
                </a:solidFill>
                <a:cs typeface="Arial" charset="0"/>
              </a:rPr>
              <a:t>DSTAMP</a:t>
            </a:r>
            <a:r>
              <a:rPr dirty="0" smtClean="0">
                <a:solidFill>
                  <a:schemeClr val="tx1"/>
                </a:solidFill>
                <a:cs typeface="Arial" charset="0"/>
              </a:rPr>
              <a:t>, </a:t>
            </a:r>
            <a:r>
              <a:rPr dirty="0" err="1" smtClean="0">
                <a:solidFill>
                  <a:schemeClr val="tx1"/>
                </a:solidFill>
                <a:cs typeface="Arial" charset="0"/>
              </a:rPr>
              <a:t>TSTAMP</a:t>
            </a:r>
            <a:r>
              <a:rPr dirty="0" smtClean="0">
                <a:solidFill>
                  <a:schemeClr val="tx1"/>
                </a:solidFill>
                <a:cs typeface="Arial" charset="0"/>
              </a:rPr>
              <a:t> and TODAY</a:t>
            </a:r>
          </a:p>
          <a:p>
            <a:pPr lvl="1" eaLnBrk="1" hangingPunct="1">
              <a:lnSpc>
                <a:spcPct val="80000"/>
              </a:lnSpc>
              <a:buFont typeface="Arial" charset="0"/>
              <a:buNone/>
            </a:pPr>
            <a:endParaRPr dirty="0" smtClean="0">
              <a:solidFill>
                <a:schemeClr val="tx1"/>
              </a:solidFill>
              <a:latin typeface="Courier New" pitchFamily="49" charset="0"/>
            </a:endParaRPr>
          </a:p>
          <a:p>
            <a:pPr lvl="1" eaLnBrk="1" hangingPunct="1">
              <a:lnSpc>
                <a:spcPct val="80000"/>
              </a:lnSpc>
              <a:buFont typeface="Arial" charset="0"/>
              <a:buNone/>
            </a:pPr>
            <a:r>
              <a:rPr dirty="0" smtClean="0">
                <a:solidFill>
                  <a:schemeClr val="tx1"/>
                </a:solidFill>
                <a:latin typeface="Courier New" pitchFamily="49" charset="0"/>
              </a:rPr>
              <a:t>&lt;</a:t>
            </a:r>
            <a:r>
              <a:rPr dirty="0" err="1" smtClean="0">
                <a:solidFill>
                  <a:schemeClr val="tx1"/>
                </a:solidFill>
                <a:latin typeface="Courier New" pitchFamily="49" charset="0"/>
              </a:rPr>
              <a:t>tstamp</a:t>
            </a:r>
            <a:r>
              <a:rPr dirty="0" smtClean="0">
                <a:solidFill>
                  <a:schemeClr val="tx1"/>
                </a:solidFill>
                <a:latin typeface="Courier New" pitchFamily="49" charset="0"/>
              </a:rPr>
              <a:t>/&gt;</a:t>
            </a:r>
          </a:p>
          <a:p>
            <a:pPr lvl="1" eaLnBrk="1" hangingPunct="1">
              <a:lnSpc>
                <a:spcPct val="80000"/>
              </a:lnSpc>
              <a:buFont typeface="Arial" charset="0"/>
              <a:buNone/>
            </a:pPr>
            <a:endParaRPr dirty="0" smtClean="0">
              <a:solidFill>
                <a:schemeClr val="tx1"/>
              </a:solidFill>
            </a:endParaRPr>
          </a:p>
          <a:p>
            <a:pPr eaLnBrk="1" hangingPunct="1">
              <a:lnSpc>
                <a:spcPct val="80000"/>
              </a:lnSpc>
            </a:pPr>
            <a:r>
              <a:rPr dirty="0" smtClean="0">
                <a:solidFill>
                  <a:schemeClr val="tx1"/>
                </a:solidFill>
                <a:cs typeface="Arial" charset="0"/>
              </a:rPr>
              <a:t>Specifies a property name and a format</a:t>
            </a:r>
          </a:p>
          <a:p>
            <a:pPr eaLnBrk="1" hangingPunct="1">
              <a:lnSpc>
                <a:spcPct val="80000"/>
              </a:lnSpc>
              <a:buFont typeface="Arial" charset="0"/>
              <a:buNone/>
            </a:pPr>
            <a:endParaRPr sz="1400" dirty="0" smtClean="0">
              <a:solidFill>
                <a:schemeClr val="tx1"/>
              </a:solidFill>
              <a:latin typeface="Courier New" pitchFamily="49" charset="0"/>
              <a:cs typeface="Arial" charset="0"/>
            </a:endParaRPr>
          </a:p>
          <a:p>
            <a:pPr lvl="1" eaLnBrk="1" hangingPunct="1">
              <a:lnSpc>
                <a:spcPct val="80000"/>
              </a:lnSpc>
              <a:buFont typeface="Arial" charset="0"/>
              <a:buNone/>
            </a:pPr>
            <a:r>
              <a:rPr sz="2000" dirty="0" smtClean="0">
                <a:solidFill>
                  <a:schemeClr val="tx1"/>
                </a:solidFill>
                <a:latin typeface="Courier New" pitchFamily="49" charset="0"/>
              </a:rPr>
              <a:t>&lt;</a:t>
            </a:r>
            <a:r>
              <a:rPr sz="2000" dirty="0" err="1" smtClean="0">
                <a:solidFill>
                  <a:schemeClr val="tx1"/>
                </a:solidFill>
                <a:latin typeface="Courier New" pitchFamily="49" charset="0"/>
              </a:rPr>
              <a:t>tstamp</a:t>
            </a:r>
            <a:r>
              <a:rPr sz="2000" dirty="0" smtClean="0">
                <a:solidFill>
                  <a:schemeClr val="tx1"/>
                </a:solidFill>
                <a:latin typeface="Courier New" pitchFamily="49" charset="0"/>
              </a:rPr>
              <a:t>&gt;</a:t>
            </a:r>
          </a:p>
          <a:p>
            <a:pPr lvl="1" eaLnBrk="1" hangingPunct="1">
              <a:lnSpc>
                <a:spcPct val="80000"/>
              </a:lnSpc>
              <a:buFont typeface="Arial" charset="0"/>
              <a:buNone/>
            </a:pPr>
            <a:r>
              <a:rPr sz="2000" dirty="0" smtClean="0">
                <a:solidFill>
                  <a:schemeClr val="tx1"/>
                </a:solidFill>
                <a:latin typeface="Courier New" pitchFamily="49" charset="0"/>
              </a:rPr>
              <a:t>	&lt;format property=“</a:t>
            </a:r>
            <a:r>
              <a:rPr sz="2000" dirty="0" err="1" smtClean="0">
                <a:solidFill>
                  <a:schemeClr val="tx1"/>
                </a:solidFill>
                <a:latin typeface="Courier New" pitchFamily="49" charset="0"/>
              </a:rPr>
              <a:t>TODAY_US</a:t>
            </a:r>
            <a:r>
              <a:rPr sz="2000" dirty="0" smtClean="0">
                <a:solidFill>
                  <a:schemeClr val="tx1"/>
                </a:solidFill>
                <a:latin typeface="Courier New" pitchFamily="49" charset="0"/>
              </a:rPr>
              <a:t>” </a:t>
            </a:r>
          </a:p>
          <a:p>
            <a:pPr lvl="1" eaLnBrk="1" hangingPunct="1">
              <a:lnSpc>
                <a:spcPct val="80000"/>
              </a:lnSpc>
              <a:buFont typeface="Arial" charset="0"/>
              <a:buNone/>
            </a:pPr>
            <a:r>
              <a:rPr sz="2000" dirty="0" smtClean="0">
                <a:solidFill>
                  <a:schemeClr val="tx1"/>
                </a:solidFill>
                <a:latin typeface="Courier New" pitchFamily="49" charset="0"/>
              </a:rPr>
              <a:t>   pattern=“ </a:t>
            </a:r>
            <a:r>
              <a:rPr sz="2000" dirty="0" err="1" smtClean="0">
                <a:solidFill>
                  <a:schemeClr val="tx1"/>
                </a:solidFill>
                <a:latin typeface="Courier New" pitchFamily="49" charset="0"/>
              </a:rPr>
              <a:t>dd-MMMM-YYYY</a:t>
            </a:r>
            <a:r>
              <a:rPr sz="2000" dirty="0" smtClean="0">
                <a:solidFill>
                  <a:schemeClr val="tx1"/>
                </a:solidFill>
                <a:latin typeface="Courier New" pitchFamily="49" charset="0"/>
              </a:rPr>
              <a:t>” /&gt;</a:t>
            </a:r>
          </a:p>
          <a:p>
            <a:pPr lvl="1" eaLnBrk="1" hangingPunct="1">
              <a:lnSpc>
                <a:spcPct val="80000"/>
              </a:lnSpc>
              <a:buFont typeface="Arial" charset="0"/>
              <a:buNone/>
            </a:pPr>
            <a:r>
              <a:rPr sz="2000" dirty="0" smtClean="0">
                <a:solidFill>
                  <a:schemeClr val="tx1"/>
                </a:solidFill>
                <a:latin typeface="Courier New" pitchFamily="49" charset="0"/>
              </a:rPr>
              <a:t>&lt;/</a:t>
            </a:r>
            <a:r>
              <a:rPr sz="2000" dirty="0" err="1" smtClean="0">
                <a:solidFill>
                  <a:schemeClr val="tx1"/>
                </a:solidFill>
                <a:latin typeface="Courier New" pitchFamily="49" charset="0"/>
              </a:rPr>
              <a:t>tstamp</a:t>
            </a:r>
            <a:r>
              <a:rPr sz="2000" dirty="0" smtClean="0">
                <a:solidFill>
                  <a:schemeClr val="tx1"/>
                </a:solidFill>
                <a:latin typeface="Courier New" pitchFamily="49" charset="0"/>
              </a:rPr>
              <a:t>&gt;</a:t>
            </a:r>
          </a:p>
        </p:txBody>
      </p:sp>
    </p:spTree>
  </p:cSld>
  <p:clrMapOvr>
    <a:masterClrMapping/>
  </p:clrMapOvr>
  <p:timing>
    <p:tnLst>
      <p:par>
        <p:cTn id="1" dur="indefinite" restart="never" nodeType="tmRoot"/>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9681" name="AutoShape 7"/>
          <p:cNvSpPr>
            <a:spLocks noChangeArrowheads="1"/>
          </p:cNvSpPr>
          <p:nvPr/>
        </p:nvSpPr>
        <p:spPr bwMode="auto">
          <a:xfrm>
            <a:off x="835025" y="3736975"/>
            <a:ext cx="7872413" cy="1770063"/>
          </a:xfrm>
          <a:prstGeom prst="roundRect">
            <a:avLst>
              <a:gd name="adj" fmla="val 16667"/>
            </a:avLst>
          </a:prstGeom>
          <a:solidFill>
            <a:srgbClr val="CCFFCC"/>
          </a:solidFill>
          <a:ln w="9525" algn="ctr">
            <a:solidFill>
              <a:srgbClr val="000000"/>
            </a:solidFill>
            <a:round/>
            <a:headEnd/>
            <a:tailEnd/>
          </a:ln>
        </p:spPr>
        <p:txBody>
          <a:bodyPr wrap="none" anchor="ctr"/>
          <a:lstStyle/>
          <a:p>
            <a:endParaRPr lang="en-US"/>
          </a:p>
        </p:txBody>
      </p:sp>
      <p:sp>
        <p:nvSpPr>
          <p:cNvPr id="199682" name="AutoShape 6"/>
          <p:cNvSpPr>
            <a:spLocks noChangeArrowheads="1"/>
          </p:cNvSpPr>
          <p:nvPr/>
        </p:nvSpPr>
        <p:spPr bwMode="auto">
          <a:xfrm>
            <a:off x="774700" y="1670050"/>
            <a:ext cx="6302375" cy="1212850"/>
          </a:xfrm>
          <a:prstGeom prst="roundRect">
            <a:avLst>
              <a:gd name="adj" fmla="val 16667"/>
            </a:avLst>
          </a:prstGeom>
          <a:solidFill>
            <a:srgbClr val="CCFFCC"/>
          </a:solidFill>
          <a:ln w="9525" algn="ctr">
            <a:solidFill>
              <a:srgbClr val="000000"/>
            </a:solidFill>
            <a:round/>
            <a:headEnd/>
            <a:tailEnd/>
          </a:ln>
        </p:spPr>
        <p:txBody>
          <a:bodyPr wrap="none" anchor="ctr"/>
          <a:lstStyle/>
          <a:p>
            <a:endParaRPr lang="en-US"/>
          </a:p>
        </p:txBody>
      </p:sp>
      <p:sp>
        <p:nvSpPr>
          <p:cNvPr id="199683" name="Rectangle 2"/>
          <p:cNvSpPr>
            <a:spLocks noGrp="1"/>
          </p:cNvSpPr>
          <p:nvPr>
            <p:ph type="title"/>
          </p:nvPr>
        </p:nvSpPr>
        <p:spPr>
          <a:xfrm>
            <a:off x="205153" y="151667"/>
            <a:ext cx="8229600" cy="549275"/>
          </a:xfrm>
        </p:spPr>
        <p:txBody>
          <a:bodyPr/>
          <a:lstStyle/>
          <a:p>
            <a:pPr eaLnBrk="1" hangingPunct="1"/>
            <a:r>
              <a:rPr dirty="0" smtClean="0">
                <a:solidFill>
                  <a:schemeClr val="tx1"/>
                </a:solidFill>
                <a:cs typeface="Arial" charset="0"/>
              </a:rPr>
              <a:t>&lt;</a:t>
            </a:r>
            <a:r>
              <a:rPr dirty="0" err="1" smtClean="0">
                <a:solidFill>
                  <a:schemeClr val="tx1"/>
                </a:solidFill>
                <a:cs typeface="Arial" charset="0"/>
              </a:rPr>
              <a:t>tstamp</a:t>
            </a:r>
            <a:r>
              <a:rPr dirty="0" smtClean="0">
                <a:solidFill>
                  <a:schemeClr val="tx1"/>
                </a:solidFill>
                <a:cs typeface="Arial" charset="0"/>
              </a:rPr>
              <a:t>&gt; (Contd.).</a:t>
            </a:r>
          </a:p>
        </p:txBody>
      </p:sp>
      <p:sp>
        <p:nvSpPr>
          <p:cNvPr id="199684" name="Rectangle 3"/>
          <p:cNvSpPr>
            <a:spLocks noGrp="1"/>
          </p:cNvSpPr>
          <p:nvPr>
            <p:ph type="body" idx="1"/>
          </p:nvPr>
        </p:nvSpPr>
        <p:spPr>
          <a:xfrm>
            <a:off x="457200" y="1081088"/>
            <a:ext cx="8229600" cy="5170487"/>
          </a:xfrm>
        </p:spPr>
        <p:txBody>
          <a:bodyPr/>
          <a:lstStyle/>
          <a:p>
            <a:pPr eaLnBrk="1" hangingPunct="1"/>
            <a:r>
              <a:rPr smtClean="0">
                <a:solidFill>
                  <a:schemeClr val="tx1"/>
                </a:solidFill>
                <a:cs typeface="Arial" charset="0"/>
              </a:rPr>
              <a:t>Specify the jar file name using one of the default &lt;tstamp&gt; properties</a:t>
            </a:r>
          </a:p>
          <a:p>
            <a:pPr eaLnBrk="1" hangingPunct="1"/>
            <a:endParaRPr smtClean="0">
              <a:solidFill>
                <a:schemeClr val="tx1"/>
              </a:solidFill>
              <a:cs typeface="Arial" charset="0"/>
            </a:endParaRPr>
          </a:p>
          <a:p>
            <a:pPr lvl="1" eaLnBrk="1" hangingPunct="1">
              <a:buFont typeface="Arial" charset="0"/>
              <a:buNone/>
            </a:pPr>
            <a:r>
              <a:rPr smtClean="0">
                <a:solidFill>
                  <a:schemeClr val="tx1"/>
                </a:solidFill>
                <a:latin typeface="Courier New" pitchFamily="49" charset="0"/>
              </a:rPr>
              <a:t>&lt;tstamp/&gt;</a:t>
            </a:r>
          </a:p>
          <a:p>
            <a:pPr lvl="1" eaLnBrk="1" hangingPunct="1">
              <a:buFont typeface="Arial" charset="0"/>
              <a:buNone/>
            </a:pPr>
            <a:r>
              <a:rPr smtClean="0">
                <a:solidFill>
                  <a:schemeClr val="tx1"/>
                </a:solidFill>
                <a:latin typeface="Courier New" pitchFamily="49" charset="0"/>
              </a:rPr>
              <a:t>&lt;property name=“jave.name” value=“${name}-${DSTAMP}.jar” /&gt;</a:t>
            </a:r>
          </a:p>
          <a:p>
            <a:pPr lvl="1" eaLnBrk="1" hangingPunct="1">
              <a:buFont typeface="Arial" charset="0"/>
              <a:buNone/>
            </a:pPr>
            <a:endParaRPr smtClean="0">
              <a:solidFill>
                <a:schemeClr val="tx1"/>
              </a:solidFill>
            </a:endParaRPr>
          </a:p>
          <a:p>
            <a:pPr eaLnBrk="1" hangingPunct="1"/>
            <a:r>
              <a:rPr smtClean="0">
                <a:solidFill>
                  <a:schemeClr val="tx1"/>
                </a:solidFill>
                <a:cs typeface="Arial" charset="0"/>
              </a:rPr>
              <a:t>Specify the jar file name using a custom property </a:t>
            </a:r>
          </a:p>
          <a:p>
            <a:pPr eaLnBrk="1" hangingPunct="1"/>
            <a:endParaRPr smtClean="0">
              <a:solidFill>
                <a:schemeClr val="tx1"/>
              </a:solidFill>
              <a:cs typeface="Arial" charset="0"/>
            </a:endParaRPr>
          </a:p>
          <a:p>
            <a:pPr lvl="1" eaLnBrk="1" hangingPunct="1">
              <a:buFont typeface="Arial" charset="0"/>
              <a:buNone/>
            </a:pPr>
            <a:r>
              <a:rPr smtClean="0">
                <a:solidFill>
                  <a:schemeClr val="tx1"/>
                </a:solidFill>
                <a:latin typeface="Courier New" pitchFamily="49" charset="0"/>
              </a:rPr>
              <a:t>&lt;tstamp&gt;</a:t>
            </a:r>
          </a:p>
          <a:p>
            <a:pPr lvl="1" eaLnBrk="1" hangingPunct="1">
              <a:buFont typeface="Arial" charset="0"/>
              <a:buNone/>
            </a:pPr>
            <a:r>
              <a:rPr smtClean="0">
                <a:solidFill>
                  <a:schemeClr val="tx1"/>
                </a:solidFill>
                <a:latin typeface="Courier New" pitchFamily="49" charset="0"/>
              </a:rPr>
              <a:t>	&lt;format property=“TODAY_US” pattern=“d-MMMM-yyyy” /&gt;</a:t>
            </a:r>
          </a:p>
          <a:p>
            <a:pPr lvl="1" eaLnBrk="1" hangingPunct="1">
              <a:buFont typeface="Arial" charset="0"/>
              <a:buNone/>
            </a:pPr>
            <a:r>
              <a:rPr smtClean="0">
                <a:solidFill>
                  <a:schemeClr val="tx1"/>
                </a:solidFill>
                <a:latin typeface="Courier New" pitchFamily="49" charset="0"/>
              </a:rPr>
              <a:t>&lt;/tstamp&gt;</a:t>
            </a:r>
          </a:p>
          <a:p>
            <a:pPr lvl="1" eaLnBrk="1" hangingPunct="1">
              <a:buFont typeface="Arial" charset="0"/>
              <a:buNone/>
            </a:pPr>
            <a:r>
              <a:rPr smtClean="0">
                <a:solidFill>
                  <a:schemeClr val="tx1"/>
                </a:solidFill>
                <a:latin typeface="Courier New" pitchFamily="49" charset="0"/>
              </a:rPr>
              <a:t>&lt;property name=“jar.name” value=“${name}-${TODAY_US}.jar” /&gt;</a:t>
            </a:r>
          </a:p>
        </p:txBody>
      </p:sp>
    </p:spTree>
  </p:cSld>
  <p:clrMapOvr>
    <a:masterClrMapping/>
  </p:clrMapOvr>
  <p:timing>
    <p:tnLst>
      <p:par>
        <p:cTn id="1" dur="indefinite" restart="never" nodeType="tmRoot"/>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1729" name="AutoShape 4"/>
          <p:cNvSpPr>
            <a:spLocks noChangeArrowheads="1"/>
          </p:cNvSpPr>
          <p:nvPr/>
        </p:nvSpPr>
        <p:spPr bwMode="auto">
          <a:xfrm>
            <a:off x="795338" y="3657600"/>
            <a:ext cx="7693025" cy="2563813"/>
          </a:xfrm>
          <a:prstGeom prst="roundRect">
            <a:avLst>
              <a:gd name="adj" fmla="val 16667"/>
            </a:avLst>
          </a:prstGeom>
          <a:solidFill>
            <a:srgbClr val="CCFFCC"/>
          </a:solidFill>
          <a:ln w="9525">
            <a:solidFill>
              <a:schemeClr val="tx1"/>
            </a:solidFill>
            <a:round/>
            <a:headEnd/>
            <a:tailEnd/>
          </a:ln>
        </p:spPr>
        <p:txBody>
          <a:bodyPr wrap="none" anchor="ctr"/>
          <a:lstStyle/>
          <a:p>
            <a:endParaRPr lang="en-US"/>
          </a:p>
        </p:txBody>
      </p:sp>
      <p:sp>
        <p:nvSpPr>
          <p:cNvPr id="201730" name="Rectangle 2"/>
          <p:cNvSpPr>
            <a:spLocks noGrp="1"/>
          </p:cNvSpPr>
          <p:nvPr>
            <p:ph type="title"/>
          </p:nvPr>
        </p:nvSpPr>
        <p:spPr>
          <a:xfrm>
            <a:off x="258763" y="134083"/>
            <a:ext cx="8229600" cy="549275"/>
          </a:xfrm>
        </p:spPr>
        <p:txBody>
          <a:bodyPr/>
          <a:lstStyle/>
          <a:p>
            <a:pPr eaLnBrk="1" hangingPunct="1"/>
            <a:r>
              <a:rPr smtClean="0">
                <a:solidFill>
                  <a:schemeClr val="tx1"/>
                </a:solidFill>
                <a:cs typeface="Arial" charset="0"/>
              </a:rPr>
              <a:t>&lt;war&gt;</a:t>
            </a:r>
          </a:p>
        </p:txBody>
      </p:sp>
      <p:sp>
        <p:nvSpPr>
          <p:cNvPr id="201731" name="Rectangle 3"/>
          <p:cNvSpPr>
            <a:spLocks noGrp="1"/>
          </p:cNvSpPr>
          <p:nvPr>
            <p:ph type="body" idx="1"/>
          </p:nvPr>
        </p:nvSpPr>
        <p:spPr>
          <a:xfrm>
            <a:off x="457200" y="1020763"/>
            <a:ext cx="8229600" cy="5370512"/>
          </a:xfrm>
        </p:spPr>
        <p:txBody>
          <a:bodyPr/>
          <a:lstStyle/>
          <a:p>
            <a:pPr algn="just" eaLnBrk="1" hangingPunct="1"/>
            <a:r>
              <a:rPr dirty="0" smtClean="0">
                <a:solidFill>
                  <a:schemeClr val="tx1"/>
                </a:solidFill>
                <a:cs typeface="Arial" charset="0"/>
              </a:rPr>
              <a:t>Specialized version of the &lt;jar&gt; task for creating web archives</a:t>
            </a:r>
          </a:p>
          <a:p>
            <a:pPr eaLnBrk="1" hangingPunct="1"/>
            <a:r>
              <a:rPr dirty="0" smtClean="0">
                <a:solidFill>
                  <a:schemeClr val="tx1"/>
                </a:solidFill>
                <a:cs typeface="Arial" charset="0"/>
              </a:rPr>
              <a:t>To create the war file you need to specify</a:t>
            </a:r>
          </a:p>
          <a:p>
            <a:pPr lvl="1" eaLnBrk="1" hangingPunct="1"/>
            <a:r>
              <a:rPr dirty="0" smtClean="0">
                <a:solidFill>
                  <a:schemeClr val="tx1"/>
                </a:solidFill>
              </a:rPr>
              <a:t>the web directory</a:t>
            </a:r>
          </a:p>
          <a:p>
            <a:pPr lvl="1" eaLnBrk="1" hangingPunct="1"/>
            <a:r>
              <a:rPr dirty="0" smtClean="0">
                <a:solidFill>
                  <a:schemeClr val="tx1"/>
                </a:solidFill>
              </a:rPr>
              <a:t>lib directory and </a:t>
            </a:r>
          </a:p>
          <a:p>
            <a:pPr lvl="1" eaLnBrk="1" hangingPunct="1"/>
            <a:r>
              <a:rPr dirty="0" smtClean="0">
                <a:solidFill>
                  <a:schemeClr val="tx1"/>
                </a:solidFill>
              </a:rPr>
              <a:t>the classes directory</a:t>
            </a:r>
          </a:p>
          <a:p>
            <a:pPr eaLnBrk="1" hangingPunct="1"/>
            <a:r>
              <a:rPr dirty="0" err="1" smtClean="0">
                <a:solidFill>
                  <a:schemeClr val="tx1"/>
                </a:solidFill>
                <a:cs typeface="Arial" charset="0"/>
              </a:rPr>
              <a:t>destfile</a:t>
            </a:r>
            <a:r>
              <a:rPr dirty="0" smtClean="0">
                <a:solidFill>
                  <a:schemeClr val="tx1"/>
                </a:solidFill>
                <a:cs typeface="Arial" charset="0"/>
              </a:rPr>
              <a:t> attribute - specifies the war file location </a:t>
            </a:r>
          </a:p>
          <a:p>
            <a:pPr eaLnBrk="1" hangingPunct="1"/>
            <a:r>
              <a:rPr dirty="0" err="1" smtClean="0">
                <a:solidFill>
                  <a:schemeClr val="tx1"/>
                </a:solidFill>
                <a:cs typeface="Arial" charset="0"/>
              </a:rPr>
              <a:t>webxml</a:t>
            </a:r>
            <a:r>
              <a:rPr dirty="0" smtClean="0">
                <a:solidFill>
                  <a:schemeClr val="tx1"/>
                </a:solidFill>
                <a:cs typeface="Arial" charset="0"/>
              </a:rPr>
              <a:t> attribute  - specifies the </a:t>
            </a:r>
            <a:r>
              <a:rPr dirty="0" err="1" smtClean="0">
                <a:solidFill>
                  <a:schemeClr val="tx1"/>
                </a:solidFill>
                <a:cs typeface="Arial" charset="0"/>
              </a:rPr>
              <a:t>web.xml</a:t>
            </a:r>
            <a:r>
              <a:rPr dirty="0" smtClean="0">
                <a:solidFill>
                  <a:schemeClr val="tx1"/>
                </a:solidFill>
                <a:cs typeface="Arial" charset="0"/>
              </a:rPr>
              <a:t> file location</a:t>
            </a:r>
          </a:p>
          <a:p>
            <a:pPr eaLnBrk="1" hangingPunct="1"/>
            <a:endParaRPr dirty="0" smtClean="0">
              <a:solidFill>
                <a:schemeClr val="tx1"/>
              </a:solidFill>
              <a:cs typeface="Arial" charset="0"/>
            </a:endParaRPr>
          </a:p>
          <a:p>
            <a:pPr lvl="1" eaLnBrk="1" hangingPunct="1">
              <a:buFont typeface="Arial" charset="0"/>
              <a:buNone/>
            </a:pPr>
            <a:r>
              <a:rPr sz="1600" dirty="0" smtClean="0">
                <a:solidFill>
                  <a:schemeClr val="tx1"/>
                </a:solidFill>
                <a:latin typeface="Courier New" pitchFamily="49" charset="0"/>
              </a:rPr>
              <a:t>&lt;target name="war" depends="compile"&gt; </a:t>
            </a:r>
          </a:p>
          <a:p>
            <a:pPr lvl="1" eaLnBrk="1" hangingPunct="1">
              <a:buFont typeface="Arial" charset="0"/>
              <a:buNone/>
            </a:pPr>
            <a:r>
              <a:rPr sz="1600" dirty="0" smtClean="0">
                <a:solidFill>
                  <a:schemeClr val="tx1"/>
                </a:solidFill>
                <a:latin typeface="Courier New" pitchFamily="49" charset="0"/>
              </a:rPr>
              <a:t>&lt;war </a:t>
            </a:r>
            <a:r>
              <a:rPr sz="1600" dirty="0" err="1" smtClean="0">
                <a:solidFill>
                  <a:schemeClr val="tx1"/>
                </a:solidFill>
                <a:latin typeface="Courier New" pitchFamily="49" charset="0"/>
              </a:rPr>
              <a:t>destfile</a:t>
            </a:r>
            <a:r>
              <a:rPr sz="1600" dirty="0" smtClean="0">
                <a:solidFill>
                  <a:schemeClr val="tx1"/>
                </a:solidFill>
                <a:latin typeface="Courier New" pitchFamily="49" charset="0"/>
              </a:rPr>
              <a:t>="</a:t>
            </a:r>
            <a:r>
              <a:rPr sz="1600" dirty="0" err="1" smtClean="0">
                <a:solidFill>
                  <a:schemeClr val="tx1"/>
                </a:solidFill>
                <a:latin typeface="Courier New" pitchFamily="49" charset="0"/>
              </a:rPr>
              <a:t>dist</a:t>
            </a:r>
            <a:r>
              <a:rPr sz="1600" dirty="0" smtClean="0">
                <a:solidFill>
                  <a:schemeClr val="tx1"/>
                </a:solidFill>
                <a:latin typeface="Courier New" pitchFamily="49" charset="0"/>
              </a:rPr>
              <a:t>/</a:t>
            </a:r>
            <a:r>
              <a:rPr sz="1600" dirty="0" err="1" smtClean="0">
                <a:solidFill>
                  <a:schemeClr val="tx1"/>
                </a:solidFill>
                <a:latin typeface="Courier New" pitchFamily="49" charset="0"/>
              </a:rPr>
              <a:t>AntExample.war</a:t>
            </a:r>
            <a:r>
              <a:rPr sz="1600" dirty="0" smtClean="0">
                <a:solidFill>
                  <a:schemeClr val="tx1"/>
                </a:solidFill>
                <a:latin typeface="Courier New" pitchFamily="49" charset="0"/>
              </a:rPr>
              <a:t>" </a:t>
            </a:r>
            <a:r>
              <a:rPr sz="1600" dirty="0" err="1" smtClean="0">
                <a:solidFill>
                  <a:schemeClr val="tx1"/>
                </a:solidFill>
                <a:latin typeface="Courier New" pitchFamily="49" charset="0"/>
              </a:rPr>
              <a:t>webxml</a:t>
            </a:r>
            <a:r>
              <a:rPr sz="1600" dirty="0" smtClean="0">
                <a:solidFill>
                  <a:schemeClr val="tx1"/>
                </a:solidFill>
                <a:latin typeface="Courier New" pitchFamily="49" charset="0"/>
              </a:rPr>
              <a:t>="</a:t>
            </a:r>
            <a:r>
              <a:rPr sz="1600" dirty="0" err="1" smtClean="0">
                <a:solidFill>
                  <a:schemeClr val="tx1"/>
                </a:solidFill>
                <a:latin typeface="Courier New" pitchFamily="49" charset="0"/>
              </a:rPr>
              <a:t>WebContent</a:t>
            </a:r>
            <a:r>
              <a:rPr sz="1600" dirty="0" smtClean="0">
                <a:solidFill>
                  <a:schemeClr val="tx1"/>
                </a:solidFill>
                <a:latin typeface="Courier New" pitchFamily="49" charset="0"/>
              </a:rPr>
              <a:t>/WEB-INF/</a:t>
            </a:r>
            <a:r>
              <a:rPr sz="1600" dirty="0" err="1" smtClean="0">
                <a:solidFill>
                  <a:schemeClr val="tx1"/>
                </a:solidFill>
                <a:latin typeface="Courier New" pitchFamily="49" charset="0"/>
              </a:rPr>
              <a:t>web.xml</a:t>
            </a:r>
            <a:r>
              <a:rPr sz="1600" dirty="0" smtClean="0">
                <a:solidFill>
                  <a:schemeClr val="tx1"/>
                </a:solidFill>
                <a:latin typeface="Courier New" pitchFamily="49" charset="0"/>
              </a:rPr>
              <a:t>"&gt; </a:t>
            </a:r>
          </a:p>
          <a:p>
            <a:pPr lvl="1" eaLnBrk="1" hangingPunct="1">
              <a:buFont typeface="Arial" charset="0"/>
              <a:buNone/>
            </a:pPr>
            <a:r>
              <a:rPr sz="1600" dirty="0" smtClean="0">
                <a:solidFill>
                  <a:schemeClr val="tx1"/>
                </a:solidFill>
                <a:latin typeface="Courier New" pitchFamily="49" charset="0"/>
              </a:rPr>
              <a:t>&lt;lib </a:t>
            </a:r>
            <a:r>
              <a:rPr sz="1600" dirty="0" err="1" smtClean="0">
                <a:solidFill>
                  <a:schemeClr val="tx1"/>
                </a:solidFill>
                <a:latin typeface="Courier New" pitchFamily="49" charset="0"/>
              </a:rPr>
              <a:t>dir</a:t>
            </a:r>
            <a:r>
              <a:rPr sz="1600" dirty="0" smtClean="0">
                <a:solidFill>
                  <a:schemeClr val="tx1"/>
                </a:solidFill>
                <a:latin typeface="Courier New" pitchFamily="49" charset="0"/>
              </a:rPr>
              <a:t>="</a:t>
            </a:r>
            <a:r>
              <a:rPr sz="1600" dirty="0" err="1" smtClean="0">
                <a:solidFill>
                  <a:schemeClr val="tx1"/>
                </a:solidFill>
                <a:latin typeface="Courier New" pitchFamily="49" charset="0"/>
              </a:rPr>
              <a:t>WebContent</a:t>
            </a:r>
            <a:r>
              <a:rPr sz="1600" dirty="0" smtClean="0">
                <a:solidFill>
                  <a:schemeClr val="tx1"/>
                </a:solidFill>
                <a:latin typeface="Courier New" pitchFamily="49" charset="0"/>
              </a:rPr>
              <a:t>/WEB-INF/lib"/&gt; </a:t>
            </a:r>
          </a:p>
          <a:p>
            <a:pPr lvl="1" eaLnBrk="1" hangingPunct="1">
              <a:buFont typeface="Arial" charset="0"/>
              <a:buNone/>
            </a:pPr>
            <a:r>
              <a:rPr sz="1600" dirty="0" smtClean="0">
                <a:solidFill>
                  <a:schemeClr val="tx1"/>
                </a:solidFill>
                <a:latin typeface="Courier New" pitchFamily="49" charset="0"/>
              </a:rPr>
              <a:t>&lt;classes </a:t>
            </a:r>
            <a:r>
              <a:rPr sz="1600" dirty="0" err="1" smtClean="0">
                <a:solidFill>
                  <a:schemeClr val="tx1"/>
                </a:solidFill>
                <a:latin typeface="Courier New" pitchFamily="49" charset="0"/>
              </a:rPr>
              <a:t>dir</a:t>
            </a:r>
            <a:r>
              <a:rPr sz="1600" dirty="0" smtClean="0">
                <a:solidFill>
                  <a:schemeClr val="tx1"/>
                </a:solidFill>
                <a:latin typeface="Courier New" pitchFamily="49" charset="0"/>
              </a:rPr>
              <a:t>="build/classes"/&gt; </a:t>
            </a:r>
          </a:p>
          <a:p>
            <a:pPr lvl="1" eaLnBrk="1" hangingPunct="1">
              <a:buFont typeface="Arial" charset="0"/>
              <a:buNone/>
            </a:pPr>
            <a:r>
              <a:rPr sz="1600" dirty="0" smtClean="0">
                <a:solidFill>
                  <a:schemeClr val="tx1"/>
                </a:solidFill>
                <a:latin typeface="Courier New" pitchFamily="49" charset="0"/>
              </a:rPr>
              <a:t>&lt;/war&gt; </a:t>
            </a:r>
          </a:p>
          <a:p>
            <a:pPr lvl="1" eaLnBrk="1" hangingPunct="1">
              <a:buFont typeface="Arial" charset="0"/>
              <a:buNone/>
            </a:pPr>
            <a:r>
              <a:rPr sz="1600" dirty="0" smtClean="0">
                <a:solidFill>
                  <a:schemeClr val="tx1"/>
                </a:solidFill>
                <a:latin typeface="Courier New" pitchFamily="49" charset="0"/>
              </a:rPr>
              <a:t>&lt;/target&gt;</a:t>
            </a:r>
          </a:p>
        </p:txBody>
      </p:sp>
    </p:spTree>
  </p:cSld>
  <p:clrMapOvr>
    <a:masterClrMapping/>
  </p:clrMapOvr>
  <p:timing>
    <p:tnLst>
      <p:par>
        <p:cTn id="1" dur="indefinite" restart="never" nodeType="tmRoot"/>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3777" name="Rectangle 2"/>
          <p:cNvSpPr>
            <a:spLocks noGrp="1"/>
          </p:cNvSpPr>
          <p:nvPr>
            <p:ph type="title"/>
          </p:nvPr>
        </p:nvSpPr>
        <p:spPr>
          <a:xfrm>
            <a:off x="154598" y="132617"/>
            <a:ext cx="8229600" cy="549275"/>
          </a:xfrm>
        </p:spPr>
        <p:txBody>
          <a:bodyPr/>
          <a:lstStyle/>
          <a:p>
            <a:pPr eaLnBrk="1" hangingPunct="1"/>
            <a:r>
              <a:rPr dirty="0" smtClean="0">
                <a:solidFill>
                  <a:schemeClr val="tx1"/>
                </a:solidFill>
                <a:cs typeface="Arial" charset="0"/>
              </a:rPr>
              <a:t>Review Questions</a:t>
            </a:r>
          </a:p>
        </p:txBody>
      </p:sp>
      <p:sp>
        <p:nvSpPr>
          <p:cNvPr id="203778" name="Rectangle 3"/>
          <p:cNvSpPr>
            <a:spLocks noGrp="1"/>
          </p:cNvSpPr>
          <p:nvPr>
            <p:ph type="body" idx="1"/>
          </p:nvPr>
        </p:nvSpPr>
        <p:spPr>
          <a:xfrm>
            <a:off x="457200" y="1125538"/>
            <a:ext cx="8229600" cy="5126037"/>
          </a:xfrm>
        </p:spPr>
        <p:txBody>
          <a:bodyPr/>
          <a:lstStyle/>
          <a:p>
            <a:pPr eaLnBrk="1" hangingPunct="1">
              <a:buFont typeface="Arial" charset="0"/>
              <a:buNone/>
            </a:pPr>
            <a:r>
              <a:rPr sz="2400" dirty="0" smtClean="0">
                <a:solidFill>
                  <a:schemeClr val="tx1"/>
                </a:solidFill>
                <a:cs typeface="Arial" charset="0"/>
              </a:rPr>
              <a:t>1. Which of the following is a mandatory parameter for </a:t>
            </a:r>
            <a:r>
              <a:rPr sz="2400" dirty="0" err="1" smtClean="0">
                <a:solidFill>
                  <a:schemeClr val="tx1"/>
                </a:solidFill>
                <a:cs typeface="Arial" charset="0"/>
              </a:rPr>
              <a:t>javac</a:t>
            </a:r>
            <a:r>
              <a:rPr sz="2400" dirty="0" smtClean="0">
                <a:solidFill>
                  <a:schemeClr val="tx1"/>
                </a:solidFill>
                <a:cs typeface="Arial" charset="0"/>
              </a:rPr>
              <a:t> task?</a:t>
            </a:r>
          </a:p>
          <a:p>
            <a:pPr eaLnBrk="1" hangingPunct="1">
              <a:buFont typeface="Arial" charset="0"/>
              <a:buNone/>
            </a:pPr>
            <a:r>
              <a:rPr sz="2400" dirty="0" smtClean="0">
                <a:solidFill>
                  <a:schemeClr val="tx1"/>
                </a:solidFill>
                <a:cs typeface="Arial" charset="0"/>
              </a:rPr>
              <a:t>a. </a:t>
            </a:r>
            <a:r>
              <a:rPr sz="2400" dirty="0" err="1" smtClean="0">
                <a:solidFill>
                  <a:schemeClr val="tx1"/>
                </a:solidFill>
                <a:cs typeface="Arial" charset="0"/>
              </a:rPr>
              <a:t>classpath</a:t>
            </a:r>
            <a:endParaRPr sz="2400" dirty="0" smtClean="0">
              <a:solidFill>
                <a:schemeClr val="tx1"/>
              </a:solidFill>
              <a:cs typeface="Arial" charset="0"/>
            </a:endParaRPr>
          </a:p>
          <a:p>
            <a:pPr eaLnBrk="1" hangingPunct="1">
              <a:buFont typeface="Arial" charset="0"/>
              <a:buNone/>
            </a:pPr>
            <a:r>
              <a:rPr sz="2400" dirty="0" smtClean="0">
                <a:solidFill>
                  <a:schemeClr val="tx1"/>
                </a:solidFill>
                <a:cs typeface="Arial" charset="0"/>
              </a:rPr>
              <a:t>b. </a:t>
            </a:r>
            <a:r>
              <a:rPr sz="2400" dirty="0" err="1" smtClean="0">
                <a:solidFill>
                  <a:schemeClr val="tx1"/>
                </a:solidFill>
                <a:cs typeface="Arial" charset="0"/>
              </a:rPr>
              <a:t>srcdir</a:t>
            </a:r>
            <a:endParaRPr sz="2400" dirty="0" smtClean="0">
              <a:solidFill>
                <a:schemeClr val="tx1"/>
              </a:solidFill>
              <a:cs typeface="Arial" charset="0"/>
            </a:endParaRPr>
          </a:p>
          <a:p>
            <a:pPr eaLnBrk="1" hangingPunct="1">
              <a:buFont typeface="Arial" charset="0"/>
              <a:buNone/>
            </a:pPr>
            <a:r>
              <a:rPr sz="2400" dirty="0" smtClean="0">
                <a:solidFill>
                  <a:schemeClr val="tx1"/>
                </a:solidFill>
                <a:cs typeface="Arial" charset="0"/>
              </a:rPr>
              <a:t>c. </a:t>
            </a:r>
            <a:r>
              <a:rPr sz="2400" dirty="0" err="1" smtClean="0">
                <a:solidFill>
                  <a:schemeClr val="tx1"/>
                </a:solidFill>
                <a:cs typeface="Arial" charset="0"/>
              </a:rPr>
              <a:t>destdir</a:t>
            </a:r>
            <a:endParaRPr sz="2400" dirty="0" smtClean="0">
              <a:solidFill>
                <a:schemeClr val="tx1"/>
              </a:solidFill>
              <a:cs typeface="Arial" charset="0"/>
            </a:endParaRPr>
          </a:p>
          <a:p>
            <a:pPr eaLnBrk="1" hangingPunct="1">
              <a:buFont typeface="Arial" charset="0"/>
              <a:buNone/>
            </a:pPr>
            <a:r>
              <a:rPr sz="2400" dirty="0" smtClean="0">
                <a:solidFill>
                  <a:schemeClr val="tx1"/>
                </a:solidFill>
                <a:cs typeface="Arial" charset="0"/>
              </a:rPr>
              <a:t>d. debug</a:t>
            </a:r>
          </a:p>
          <a:p>
            <a:pPr eaLnBrk="1" hangingPunct="1">
              <a:buFont typeface="Arial" charset="0"/>
              <a:buNone/>
            </a:pPr>
            <a:endParaRPr sz="2400" dirty="0" smtClean="0">
              <a:solidFill>
                <a:schemeClr val="tx1"/>
              </a:solidFill>
              <a:cs typeface="Arial" charset="0"/>
            </a:endParaRPr>
          </a:p>
          <a:p>
            <a:pPr eaLnBrk="1" hangingPunct="1">
              <a:buFont typeface="Arial" charset="0"/>
              <a:buNone/>
            </a:pPr>
            <a:r>
              <a:rPr sz="2400" dirty="0" smtClean="0">
                <a:solidFill>
                  <a:schemeClr val="tx1"/>
                </a:solidFill>
                <a:cs typeface="Arial" charset="0"/>
              </a:rPr>
              <a:t>2. ant is  a --------</a:t>
            </a:r>
          </a:p>
          <a:p>
            <a:pPr eaLnBrk="1" hangingPunct="1">
              <a:buFont typeface="Arial" charset="0"/>
              <a:buNone/>
            </a:pPr>
            <a:r>
              <a:rPr sz="2400" dirty="0" smtClean="0">
                <a:solidFill>
                  <a:schemeClr val="tx1"/>
                </a:solidFill>
                <a:cs typeface="Arial" charset="0"/>
              </a:rPr>
              <a:t>a. target</a:t>
            </a:r>
          </a:p>
          <a:p>
            <a:pPr eaLnBrk="1" hangingPunct="1">
              <a:buFont typeface="Arial" charset="0"/>
              <a:buNone/>
            </a:pPr>
            <a:r>
              <a:rPr sz="2400" dirty="0" smtClean="0">
                <a:solidFill>
                  <a:schemeClr val="tx1"/>
                </a:solidFill>
                <a:cs typeface="Arial" charset="0"/>
              </a:rPr>
              <a:t>b. task</a:t>
            </a:r>
          </a:p>
          <a:p>
            <a:pPr eaLnBrk="1" hangingPunct="1">
              <a:buFont typeface="Arial" charset="0"/>
              <a:buNone/>
            </a:pPr>
            <a:r>
              <a:rPr sz="2400" dirty="0" smtClean="0">
                <a:solidFill>
                  <a:schemeClr val="tx1"/>
                </a:solidFill>
                <a:cs typeface="Arial" charset="0"/>
              </a:rPr>
              <a:t>c. build file</a:t>
            </a:r>
          </a:p>
        </p:txBody>
      </p:sp>
    </p:spTree>
  </p:cSld>
  <p:clrMapOvr>
    <a:masterClrMapping/>
  </p:clrMapOvr>
  <p:timing>
    <p:tnLst>
      <p:par>
        <p:cTn id="1" dur="indefinite" restart="never" nodeType="tmRoot"/>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 Placeholder 9"/>
          <p:cNvSpPr>
            <a:spLocks noGrp="1"/>
          </p:cNvSpPr>
          <p:nvPr>
            <p:ph type="body" sz="quarter" idx="11"/>
          </p:nvPr>
        </p:nvSpPr>
        <p:spPr>
          <a:xfrm>
            <a:off x="236538" y="144463"/>
            <a:ext cx="8453437" cy="554037"/>
          </a:xfrm>
        </p:spPr>
        <p:txBody>
          <a:bodyPr/>
          <a:lstStyle/>
          <a:p>
            <a:pPr fontAlgn="auto">
              <a:spcAft>
                <a:spcPts val="0"/>
              </a:spcAft>
              <a:buFont typeface="Arial"/>
              <a:buNone/>
              <a:defRPr/>
            </a:pPr>
            <a:r>
              <a:rPr>
                <a:solidFill>
                  <a:schemeClr val="tx1"/>
                </a:solidFill>
              </a:rPr>
              <a:t>Summary</a:t>
            </a:r>
          </a:p>
        </p:txBody>
      </p:sp>
      <p:sp>
        <p:nvSpPr>
          <p:cNvPr id="11" name="Text Placeholder 10"/>
          <p:cNvSpPr>
            <a:spLocks noGrp="1"/>
          </p:cNvSpPr>
          <p:nvPr>
            <p:ph type="body" sz="quarter" idx="4294967295"/>
          </p:nvPr>
        </p:nvSpPr>
        <p:spPr>
          <a:xfrm>
            <a:off x="379413" y="1001713"/>
            <a:ext cx="8340725" cy="5513387"/>
          </a:xfrm>
        </p:spPr>
        <p:txBody>
          <a:bodyPr>
            <a:normAutofit/>
          </a:bodyPr>
          <a:lstStyle/>
          <a:p>
            <a:pPr algn="just" eaLnBrk="1" fontAlgn="auto" hangingPunct="1">
              <a:spcAft>
                <a:spcPts val="0"/>
              </a:spcAft>
              <a:buFont typeface="Arial"/>
              <a:buNone/>
              <a:defRPr/>
            </a:pPr>
            <a:r>
              <a:rPr sz="2400" dirty="0">
                <a:solidFill>
                  <a:schemeClr val="tx1"/>
                </a:solidFill>
                <a:cs typeface="Arial" charset="0"/>
              </a:rPr>
              <a:t>In this module, we were able to:</a:t>
            </a:r>
          </a:p>
          <a:p>
            <a:pPr algn="just" eaLnBrk="1" fontAlgn="auto" hangingPunct="1">
              <a:spcAft>
                <a:spcPts val="0"/>
              </a:spcAft>
              <a:buFont typeface="Arial"/>
              <a:buNone/>
              <a:defRPr/>
            </a:pPr>
            <a:r>
              <a:rPr sz="2400" dirty="0">
                <a:solidFill>
                  <a:schemeClr val="tx1"/>
                </a:solidFill>
                <a:cs typeface="Arial" charset="0"/>
              </a:rPr>
              <a:t> </a:t>
            </a:r>
            <a:r>
              <a:rPr lang="en-GB" sz="2400" dirty="0" smtClean="0">
                <a:solidFill>
                  <a:schemeClr val="tx1"/>
                </a:solidFill>
                <a:cs typeface="Arial" charset="0"/>
              </a:rPr>
              <a:t>Outline </a:t>
            </a:r>
            <a:r>
              <a:rPr lang="en-GB" sz="2400" dirty="0">
                <a:solidFill>
                  <a:schemeClr val="tx1"/>
                </a:solidFill>
                <a:cs typeface="Arial" charset="0"/>
              </a:rPr>
              <a:t>the eclipse overview</a:t>
            </a:r>
          </a:p>
          <a:p>
            <a:pPr algn="just" eaLnBrk="1" fontAlgn="auto" hangingPunct="1">
              <a:spcAft>
                <a:spcPts val="0"/>
              </a:spcAft>
              <a:buFont typeface="Arial"/>
              <a:buChar char="•"/>
              <a:defRPr/>
            </a:pPr>
            <a:endParaRPr lang="en-GB" sz="1100" dirty="0">
              <a:solidFill>
                <a:schemeClr val="tx1"/>
              </a:solidFill>
              <a:cs typeface="Arial" charset="0"/>
            </a:endParaRPr>
          </a:p>
          <a:p>
            <a:pPr algn="just" eaLnBrk="1" fontAlgn="auto" hangingPunct="1">
              <a:spcAft>
                <a:spcPts val="0"/>
              </a:spcAft>
              <a:buFont typeface="Arial"/>
              <a:buChar char="•"/>
              <a:defRPr/>
            </a:pPr>
            <a:r>
              <a:rPr lang="en-GB" sz="2400" dirty="0">
                <a:solidFill>
                  <a:schemeClr val="tx1"/>
                </a:solidFill>
                <a:cs typeface="Arial" charset="0"/>
              </a:rPr>
              <a:t>Create packages using eclipse</a:t>
            </a:r>
          </a:p>
          <a:p>
            <a:pPr algn="just" eaLnBrk="1" fontAlgn="auto" hangingPunct="1">
              <a:spcAft>
                <a:spcPts val="0"/>
              </a:spcAft>
              <a:buFont typeface="Arial"/>
              <a:buChar char="•"/>
              <a:defRPr/>
            </a:pPr>
            <a:endParaRPr lang="en-GB" sz="1100" dirty="0">
              <a:solidFill>
                <a:schemeClr val="tx1"/>
              </a:solidFill>
              <a:cs typeface="Arial" charset="0"/>
            </a:endParaRPr>
          </a:p>
          <a:p>
            <a:pPr algn="just" eaLnBrk="1" fontAlgn="auto" hangingPunct="1">
              <a:spcAft>
                <a:spcPts val="0"/>
              </a:spcAft>
              <a:buFont typeface="Arial"/>
              <a:buChar char="•"/>
              <a:defRPr/>
            </a:pPr>
            <a:r>
              <a:rPr lang="en-GB" sz="2400" dirty="0">
                <a:solidFill>
                  <a:schemeClr val="tx1"/>
                </a:solidFill>
                <a:cs typeface="Arial" charset="0"/>
              </a:rPr>
              <a:t>Create jar files and running the project outside of the eclipse</a:t>
            </a:r>
          </a:p>
          <a:p>
            <a:pPr algn="just" eaLnBrk="1" fontAlgn="auto" hangingPunct="1">
              <a:spcAft>
                <a:spcPts val="0"/>
              </a:spcAft>
              <a:buFont typeface="Arial"/>
              <a:buChar char="•"/>
              <a:defRPr/>
            </a:pPr>
            <a:endParaRPr lang="en-GB" sz="1050" dirty="0">
              <a:solidFill>
                <a:schemeClr val="tx1"/>
              </a:solidFill>
              <a:cs typeface="Arial" charset="0"/>
            </a:endParaRPr>
          </a:p>
          <a:p>
            <a:pPr algn="just" eaLnBrk="1" fontAlgn="auto" hangingPunct="1">
              <a:spcAft>
                <a:spcPts val="0"/>
              </a:spcAft>
              <a:buFont typeface="Arial"/>
              <a:buChar char="•"/>
              <a:defRPr/>
            </a:pPr>
            <a:r>
              <a:rPr lang="en-GB" sz="2400" dirty="0">
                <a:solidFill>
                  <a:schemeClr val="tx1"/>
                </a:solidFill>
                <a:cs typeface="Arial" charset="0"/>
              </a:rPr>
              <a:t>Identify how to use refactoring in eclipse</a:t>
            </a:r>
          </a:p>
          <a:p>
            <a:pPr algn="just" eaLnBrk="1" fontAlgn="auto" hangingPunct="1">
              <a:spcAft>
                <a:spcPts val="0"/>
              </a:spcAft>
              <a:buFont typeface="Arial"/>
              <a:buChar char="•"/>
              <a:defRPr/>
            </a:pPr>
            <a:endParaRPr lang="en-GB" sz="1050" dirty="0">
              <a:solidFill>
                <a:schemeClr val="tx1"/>
              </a:solidFill>
              <a:cs typeface="Arial" charset="0"/>
            </a:endParaRPr>
          </a:p>
          <a:p>
            <a:pPr algn="just" eaLnBrk="1" fontAlgn="auto" hangingPunct="1">
              <a:spcAft>
                <a:spcPts val="0"/>
              </a:spcAft>
              <a:buFont typeface="Arial"/>
              <a:buChar char="•"/>
              <a:defRPr/>
            </a:pPr>
            <a:r>
              <a:rPr sz="2400" dirty="0">
                <a:solidFill>
                  <a:schemeClr val="tx1"/>
                </a:solidFill>
                <a:cs typeface="Arial" charset="0"/>
              </a:rPr>
              <a:t>Appreciate the advantages of using ANT</a:t>
            </a:r>
          </a:p>
          <a:p>
            <a:pPr algn="just" eaLnBrk="1" fontAlgn="auto" hangingPunct="1">
              <a:spcAft>
                <a:spcPts val="0"/>
              </a:spcAft>
              <a:buFont typeface="Arial"/>
              <a:buChar char="•"/>
              <a:defRPr/>
            </a:pPr>
            <a:endParaRPr sz="1050" dirty="0">
              <a:solidFill>
                <a:schemeClr val="tx1"/>
              </a:solidFill>
              <a:cs typeface="Arial" charset="0"/>
            </a:endParaRPr>
          </a:p>
          <a:p>
            <a:pPr algn="just" eaLnBrk="1" fontAlgn="auto" hangingPunct="1">
              <a:spcAft>
                <a:spcPts val="0"/>
              </a:spcAft>
              <a:buFont typeface="Arial"/>
              <a:buChar char="•"/>
              <a:defRPr/>
            </a:pPr>
            <a:r>
              <a:rPr sz="2400" dirty="0">
                <a:solidFill>
                  <a:schemeClr val="tx1"/>
                </a:solidFill>
                <a:cs typeface="Arial" charset="0"/>
              </a:rPr>
              <a:t>Explore various parts of the </a:t>
            </a:r>
            <a:r>
              <a:rPr sz="2400" dirty="0" err="1">
                <a:solidFill>
                  <a:schemeClr val="tx1"/>
                </a:solidFill>
                <a:cs typeface="Arial" charset="0"/>
              </a:rPr>
              <a:t>build.xml</a:t>
            </a:r>
            <a:r>
              <a:rPr sz="2400" dirty="0">
                <a:solidFill>
                  <a:schemeClr val="tx1"/>
                </a:solidFill>
                <a:cs typeface="Arial" charset="0"/>
              </a:rPr>
              <a:t> file</a:t>
            </a:r>
          </a:p>
          <a:p>
            <a:pPr algn="just" eaLnBrk="1" fontAlgn="auto" hangingPunct="1">
              <a:spcAft>
                <a:spcPts val="0"/>
              </a:spcAft>
              <a:buFont typeface="Arial"/>
              <a:buChar char="•"/>
              <a:defRPr/>
            </a:pPr>
            <a:endParaRPr sz="1050" dirty="0">
              <a:solidFill>
                <a:schemeClr val="tx1"/>
              </a:solidFill>
              <a:cs typeface="Arial" charset="0"/>
            </a:endParaRPr>
          </a:p>
          <a:p>
            <a:pPr algn="just" eaLnBrk="1" fontAlgn="auto" hangingPunct="1">
              <a:spcAft>
                <a:spcPts val="0"/>
              </a:spcAft>
              <a:buFont typeface="Arial"/>
              <a:buChar char="•"/>
              <a:defRPr/>
            </a:pPr>
            <a:r>
              <a:rPr sz="2400" dirty="0">
                <a:solidFill>
                  <a:schemeClr val="tx1"/>
                </a:solidFill>
                <a:cs typeface="Arial" charset="0"/>
              </a:rPr>
              <a:t>Learn about useful targets and useful </a:t>
            </a:r>
            <a:r>
              <a:rPr sz="2400" dirty="0" smtClean="0">
                <a:solidFill>
                  <a:schemeClr val="tx1"/>
                </a:solidFill>
                <a:cs typeface="Arial" charset="0"/>
              </a:rPr>
              <a:t>tasks</a:t>
            </a:r>
            <a:endParaRPr sz="1800" dirty="0">
              <a:solidFill>
                <a:schemeClr val="tx1"/>
              </a:solidFill>
            </a:endParaRPr>
          </a:p>
        </p:txBody>
      </p:sp>
    </p:spTree>
  </p:cSld>
  <p:clrMapOvr>
    <a:masterClrMapping/>
  </p:clrMapOvr>
  <p:timing>
    <p:tnLst>
      <p:par>
        <p:cTn id="1" dur="indefinite" restart="never" nodeType="tmRoot"/>
      </p:par>
    </p:tn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849" name="Rectangle 2"/>
          <p:cNvSpPr>
            <a:spLocks noGrp="1" noChangeArrowheads="1"/>
          </p:cNvSpPr>
          <p:nvPr>
            <p:ph type="title" idx="4294967295"/>
          </p:nvPr>
        </p:nvSpPr>
        <p:spPr>
          <a:xfrm>
            <a:off x="193431" y="158629"/>
            <a:ext cx="7696200" cy="554037"/>
          </a:xfrm>
        </p:spPr>
        <p:txBody>
          <a:bodyPr/>
          <a:lstStyle/>
          <a:p>
            <a:pPr eaLnBrk="1" hangingPunct="1"/>
            <a:r>
              <a:rPr lang="en-GB" dirty="0" smtClean="0">
                <a:solidFill>
                  <a:schemeClr val="tx1"/>
                </a:solidFill>
                <a:cs typeface="Arial" charset="0"/>
              </a:rPr>
              <a:t>References</a:t>
            </a:r>
          </a:p>
        </p:txBody>
      </p:sp>
      <p:sp>
        <p:nvSpPr>
          <p:cNvPr id="13315" name="Rectangle 3"/>
          <p:cNvSpPr>
            <a:spLocks noGrp="1" noChangeArrowheads="1"/>
          </p:cNvSpPr>
          <p:nvPr>
            <p:ph type="body" idx="4294967295"/>
          </p:nvPr>
        </p:nvSpPr>
        <p:spPr>
          <a:xfrm>
            <a:off x="134815" y="1014047"/>
            <a:ext cx="9325708" cy="4953000"/>
          </a:xfrm>
        </p:spPr>
        <p:txBody>
          <a:bodyPr>
            <a:normAutofit/>
          </a:bodyPr>
          <a:lstStyle/>
          <a:p>
            <a:pPr marL="381000" indent="-381000" eaLnBrk="1" fontAlgn="auto" hangingPunct="1">
              <a:spcAft>
                <a:spcPts val="0"/>
              </a:spcAft>
              <a:buFont typeface="Wingdings" pitchFamily="2" charset="2"/>
              <a:buAutoNum type="arabicPeriod"/>
              <a:defRPr/>
            </a:pPr>
            <a:r>
              <a:rPr sz="2400" dirty="0" smtClean="0">
                <a:solidFill>
                  <a:schemeClr val="tx1"/>
                </a:solidFill>
                <a:cs typeface="Arial" charset="0"/>
              </a:rPr>
              <a:t>Lars Vogel (2012). </a:t>
            </a:r>
            <a:r>
              <a:rPr lang="en-US" sz="2400" i="1" dirty="0" smtClean="0">
                <a:solidFill>
                  <a:schemeClr val="tx1"/>
                </a:solidFill>
                <a:cs typeface="Arial" charset="0"/>
              </a:rPr>
              <a:t>Eclipse IDE Tutorial</a:t>
            </a:r>
            <a:r>
              <a:rPr lang="en-US" sz="2400" dirty="0" smtClean="0">
                <a:solidFill>
                  <a:schemeClr val="tx1"/>
                </a:solidFill>
                <a:cs typeface="Arial" charset="0"/>
              </a:rPr>
              <a:t>. Retrieved on April 28, 2012, from, </a:t>
            </a:r>
            <a:r>
              <a:rPr sz="2400" dirty="0" smtClean="0">
                <a:solidFill>
                  <a:schemeClr val="tx1">
                    <a:lumMod val="65000"/>
                    <a:lumOff val="35000"/>
                  </a:schemeClr>
                </a:solidFill>
                <a:cs typeface="Arial" charset="0"/>
                <a:hlinkClick r:id="rId3"/>
              </a:rPr>
              <a:t>http</a:t>
            </a:r>
            <a:r>
              <a:rPr sz="2400" dirty="0">
                <a:solidFill>
                  <a:schemeClr val="tx1">
                    <a:lumMod val="65000"/>
                    <a:lumOff val="35000"/>
                  </a:schemeClr>
                </a:solidFill>
                <a:cs typeface="Arial" charset="0"/>
                <a:hlinkClick r:id="rId3"/>
              </a:rPr>
              <a:t>://www.Vogella.com/articles/Eclipse/article.html</a:t>
            </a:r>
            <a:endParaRPr sz="2400" dirty="0">
              <a:solidFill>
                <a:schemeClr val="tx1">
                  <a:lumMod val="65000"/>
                  <a:lumOff val="35000"/>
                </a:schemeClr>
              </a:solidFill>
              <a:cs typeface="Arial" charset="0"/>
            </a:endParaRPr>
          </a:p>
          <a:p>
            <a:pPr marL="381000" indent="-381000" eaLnBrk="1" fontAlgn="auto" hangingPunct="1">
              <a:spcAft>
                <a:spcPts val="0"/>
              </a:spcAft>
              <a:buFont typeface="Arial"/>
              <a:buNone/>
              <a:defRPr/>
            </a:pPr>
            <a:endParaRPr sz="2400" dirty="0">
              <a:solidFill>
                <a:schemeClr val="tx1">
                  <a:lumMod val="65000"/>
                  <a:lumOff val="35000"/>
                </a:schemeClr>
              </a:solidFill>
              <a:cs typeface="Arial" charset="0"/>
            </a:endParaRPr>
          </a:p>
          <a:p>
            <a:pPr marL="457200" indent="-457200" eaLnBrk="1" fontAlgn="auto" hangingPunct="1">
              <a:spcAft>
                <a:spcPts val="0"/>
              </a:spcAft>
              <a:buFont typeface="Arial"/>
              <a:buAutoNum type="arabicPeriod" startAt="2"/>
              <a:defRPr/>
            </a:pPr>
            <a:r>
              <a:rPr lang="en-US" sz="2400" dirty="0" smtClean="0">
                <a:solidFill>
                  <a:schemeClr val="tx1"/>
                </a:solidFill>
                <a:cs typeface="Arial" charset="0"/>
              </a:rPr>
              <a:t>Rajani </a:t>
            </a:r>
            <a:r>
              <a:rPr lang="en-US" sz="2400" dirty="0" err="1" smtClean="0">
                <a:solidFill>
                  <a:schemeClr val="tx1"/>
                </a:solidFill>
                <a:cs typeface="Arial" charset="0"/>
              </a:rPr>
              <a:t>Ramsagar</a:t>
            </a:r>
            <a:r>
              <a:rPr lang="en-US" sz="2400" dirty="0" smtClean="0">
                <a:solidFill>
                  <a:schemeClr val="tx1"/>
                </a:solidFill>
                <a:cs typeface="Arial" charset="0"/>
              </a:rPr>
              <a:t> and </a:t>
            </a:r>
            <a:r>
              <a:rPr lang="en-US" sz="2400" dirty="0" err="1" smtClean="0">
                <a:solidFill>
                  <a:schemeClr val="tx1"/>
                </a:solidFill>
                <a:cs typeface="Arial" charset="0"/>
              </a:rPr>
              <a:t>TecNoesis</a:t>
            </a:r>
            <a:r>
              <a:rPr lang="en-US" sz="2400" dirty="0" smtClean="0">
                <a:solidFill>
                  <a:schemeClr val="tx1"/>
                </a:solidFill>
                <a:cs typeface="Arial" charset="0"/>
              </a:rPr>
              <a:t> (2009). </a:t>
            </a:r>
            <a:r>
              <a:rPr lang="en-US" sz="2400" i="1" dirty="0" smtClean="0">
                <a:solidFill>
                  <a:schemeClr val="tx1"/>
                </a:solidFill>
                <a:cs typeface="Arial" charset="0"/>
              </a:rPr>
              <a:t>Eclipse IDE Primer</a:t>
            </a:r>
            <a:r>
              <a:rPr lang="en-US" sz="2400" dirty="0" smtClean="0">
                <a:solidFill>
                  <a:schemeClr val="tx1"/>
                </a:solidFill>
                <a:cs typeface="Arial" charset="0"/>
              </a:rPr>
              <a:t>. Retrieved </a:t>
            </a:r>
            <a:r>
              <a:rPr lang="en-US" sz="2400" dirty="0">
                <a:solidFill>
                  <a:schemeClr val="tx1"/>
                </a:solidFill>
                <a:cs typeface="Arial" charset="0"/>
              </a:rPr>
              <a:t>on April 28, 2012, </a:t>
            </a:r>
            <a:r>
              <a:rPr lang="en-US" sz="2400" dirty="0" smtClean="0">
                <a:solidFill>
                  <a:schemeClr val="tx1"/>
                </a:solidFill>
                <a:cs typeface="Arial" charset="0"/>
              </a:rPr>
              <a:t>from, </a:t>
            </a:r>
            <a:r>
              <a:rPr sz="2400" dirty="0" smtClean="0">
                <a:solidFill>
                  <a:schemeClr val="tx1">
                    <a:lumMod val="65000"/>
                    <a:lumOff val="35000"/>
                  </a:schemeClr>
                </a:solidFill>
                <a:cs typeface="Arial" charset="0"/>
                <a:hlinkClick r:id="rId4"/>
              </a:rPr>
              <a:t>http</a:t>
            </a:r>
            <a:r>
              <a:rPr sz="2400" dirty="0">
                <a:solidFill>
                  <a:schemeClr val="tx1">
                    <a:lumMod val="65000"/>
                    <a:lumOff val="35000"/>
                  </a:schemeClr>
                </a:solidFill>
                <a:cs typeface="Arial" charset="0"/>
                <a:hlinkClick r:id="rId4"/>
              </a:rPr>
              <a:t>://tecnoesis.wordpress.com/category/eclipse-ide-tools-ides-2/eclipse-ide-introduction/</a:t>
            </a:r>
          </a:p>
          <a:p>
            <a:pPr marL="381000" indent="-381000" eaLnBrk="1" fontAlgn="auto" hangingPunct="1">
              <a:spcAft>
                <a:spcPts val="0"/>
              </a:spcAft>
              <a:buFont typeface="Arial"/>
              <a:buNone/>
              <a:defRPr/>
            </a:pPr>
            <a:endParaRPr sz="2400" dirty="0">
              <a:solidFill>
                <a:schemeClr val="tx1">
                  <a:lumMod val="65000"/>
                  <a:lumOff val="35000"/>
                </a:schemeClr>
              </a:solidFill>
              <a:cs typeface="Arial" charset="0"/>
            </a:endParaRPr>
          </a:p>
          <a:p>
            <a:pPr marL="381000" indent="-381000" eaLnBrk="1" fontAlgn="auto" hangingPunct="1">
              <a:spcAft>
                <a:spcPts val="0"/>
              </a:spcAft>
              <a:buFont typeface="Arial"/>
              <a:buNone/>
              <a:defRPr/>
            </a:pPr>
            <a:endParaRPr sz="2400" dirty="0">
              <a:solidFill>
                <a:schemeClr val="tx1"/>
              </a:solidFill>
              <a:cs typeface="Arial" charset="0"/>
            </a:endParaRPr>
          </a:p>
          <a:p>
            <a:pPr marL="381000" indent="-381000" eaLnBrk="1" fontAlgn="auto" hangingPunct="1">
              <a:spcAft>
                <a:spcPts val="0"/>
              </a:spcAft>
              <a:buFont typeface="Arial"/>
              <a:buNone/>
              <a:defRPr/>
            </a:pPr>
            <a:endParaRPr sz="2400" dirty="0">
              <a:solidFill>
                <a:schemeClr val="tx1">
                  <a:lumMod val="65000"/>
                  <a:lumOff val="35000"/>
                </a:schemeClr>
              </a:solidFill>
              <a:cs typeface="Arial" charset="0"/>
              <a:hlinkClick r:id="rId4"/>
            </a:endParaRPr>
          </a:p>
          <a:p>
            <a:pPr marL="381000" indent="-381000" eaLnBrk="1" fontAlgn="auto" hangingPunct="1">
              <a:spcAft>
                <a:spcPts val="0"/>
              </a:spcAft>
              <a:buFont typeface="Arial"/>
              <a:buNone/>
              <a:defRPr/>
            </a:pPr>
            <a:endParaRPr sz="2400" dirty="0">
              <a:solidFill>
                <a:schemeClr val="tx1">
                  <a:lumMod val="65000"/>
                  <a:lumOff val="35000"/>
                </a:schemeClr>
              </a:solidFill>
              <a:cs typeface="Arial" charset="0"/>
              <a:hlinkClick r:id="rId4"/>
            </a:endParaRPr>
          </a:p>
          <a:p>
            <a:pPr marL="381000" indent="-381000" eaLnBrk="1" fontAlgn="auto" hangingPunct="1">
              <a:spcAft>
                <a:spcPts val="0"/>
              </a:spcAft>
              <a:buFont typeface="Wingdings" pitchFamily="2" charset="2"/>
              <a:buAutoNum type="arabicPeriod"/>
              <a:defRPr/>
            </a:pPr>
            <a:endParaRPr sz="2400" dirty="0">
              <a:solidFill>
                <a:schemeClr val="tx1">
                  <a:lumMod val="65000"/>
                  <a:lumOff val="35000"/>
                </a:schemeClr>
              </a:solidFill>
              <a:cs typeface="Arial" charset="0"/>
            </a:endParaRPr>
          </a:p>
          <a:p>
            <a:pPr marL="381000" indent="-381000" eaLnBrk="1" fontAlgn="auto" hangingPunct="1">
              <a:spcAft>
                <a:spcPts val="0"/>
              </a:spcAft>
              <a:buFont typeface="Wingdings" pitchFamily="2" charset="2"/>
              <a:buAutoNum type="arabicPeriod"/>
              <a:defRPr/>
            </a:pPr>
            <a:endParaRPr sz="1800" dirty="0">
              <a:solidFill>
                <a:schemeClr val="tx1">
                  <a:lumMod val="65000"/>
                  <a:lumOff val="35000"/>
                </a:schemeClr>
              </a:solidFill>
              <a:cs typeface="Arial" charset="0"/>
            </a:endParaRPr>
          </a:p>
        </p:txBody>
      </p:sp>
    </p:spTree>
  </p:cSld>
  <p:clrMapOvr>
    <a:masterClrMapping/>
  </p:clrMapOvr>
  <p:timing>
    <p:tnLst>
      <p:par>
        <p:cTn id="1" dur="indefinite" restart="never" nodeType="tmRoot"/>
      </p:par>
    </p:tn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8897" name="Title 1"/>
          <p:cNvSpPr>
            <a:spLocks noGrp="1"/>
          </p:cNvSpPr>
          <p:nvPr>
            <p:ph type="ctrTitle"/>
          </p:nvPr>
        </p:nvSpPr>
        <p:spPr>
          <a:xfrm>
            <a:off x="4800600" y="2743200"/>
            <a:ext cx="4203700" cy="554038"/>
          </a:xfrm>
        </p:spPr>
        <p:txBody>
          <a:bodyPr/>
          <a:lstStyle/>
          <a:p>
            <a:pPr algn="r" eaLnBrk="1" hangingPunct="1"/>
            <a:r>
              <a:rPr dirty="0" smtClean="0">
                <a:solidFill>
                  <a:schemeClr val="tx1"/>
                </a:solidFill>
                <a:cs typeface="Arial" charset="0"/>
              </a:rPr>
              <a:t>Thank You</a:t>
            </a:r>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Wipro Master Colors">
      <a:dk1>
        <a:sysClr val="windowText" lastClr="000000"/>
      </a:dk1>
      <a:lt1>
        <a:srgbClr val="FFFFFF"/>
      </a:lt1>
      <a:dk2>
        <a:srgbClr val="3C3D48"/>
      </a:dk2>
      <a:lt2>
        <a:srgbClr val="CFD0D7"/>
      </a:lt2>
      <a:accent1>
        <a:srgbClr val="03A2DF"/>
      </a:accent1>
      <a:accent2>
        <a:srgbClr val="81C240"/>
      </a:accent2>
      <a:accent3>
        <a:srgbClr val="A757A0"/>
      </a:accent3>
      <a:accent4>
        <a:srgbClr val="FECD07"/>
      </a:accent4>
      <a:accent5>
        <a:srgbClr val="EE2D30"/>
      </a:accent5>
      <a:accent6>
        <a:srgbClr val="A1A2B1"/>
      </a:accent6>
      <a:hlink>
        <a:srgbClr val="81C240"/>
      </a:hlink>
      <a:folHlink>
        <a:srgbClr val="68CFF4"/>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txDef>
      <a:spPr>
        <a:noFill/>
      </a:spPr>
      <a:bodyPr wrap="square" rtlCol="0">
        <a:spAutoFit/>
      </a:bodyPr>
      <a:lstStyle>
        <a:defPPr>
          <a:defRPr dirty="0" smtClean="0">
            <a:solidFill>
              <a:schemeClr val="tx1">
                <a:lumMod val="50000"/>
                <a:lumOff val="50000"/>
              </a:schemeClr>
            </a:solidFill>
          </a:defRPr>
        </a:defPPr>
      </a:lstStyle>
    </a:tx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BDAFC9CB99B7EC47A93DE0664EC40C26" ma:contentTypeVersion="0" ma:contentTypeDescription="Create a new document." ma:contentTypeScope="" ma:versionID="9a8d983cafb9cac16b33f31761ce2874">
  <xsd:schema xmlns:xsd="http://www.w3.org/2001/XMLSchema" xmlns:p="http://schemas.microsoft.com/office/2006/metadata/properties" targetNamespace="http://schemas.microsoft.com/office/2006/metadata/properties" ma:root="true" ma:fieldsID="4aeb20c0e3442673af7ee10786458764">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office/internal/2005/internalDocumentation"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ma:readOnly="tru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lastPrinted" minOccurs="0" maxOccurs="1" type="xsd:dateTime"/>
        <xsd:element name="contentStatus" minOccurs="0" maxOccurs="1" type="xsd:string"/>
      </xsd:all>
    </xsd:complexType>
  </xsd:schema>
</ct:contentTypeSchema>
</file>

<file path=customXml/itemProps1.xml><?xml version="1.0" encoding="utf-8"?>
<ds:datastoreItem xmlns:ds="http://schemas.openxmlformats.org/officeDocument/2006/customXml" ds:itemID="{56318F87-3A24-4C58-8D07-75DA8CC3F43A}">
  <ds:schemaRefs>
    <ds:schemaRef ds:uri="http://schemas.microsoft.com/office/2006/metadata/properties"/>
  </ds:schemaRefs>
</ds:datastoreItem>
</file>

<file path=customXml/itemProps2.xml><?xml version="1.0" encoding="utf-8"?>
<ds:datastoreItem xmlns:ds="http://schemas.openxmlformats.org/officeDocument/2006/customXml" ds:itemID="{2A4E2275-5B21-413D-8C0F-4BAAE09D4283}">
  <ds:schemaRefs>
    <ds:schemaRef ds:uri="http://schemas.microsoft.com/sharepoint/v3/contenttype/forms"/>
  </ds:schemaRefs>
</ds:datastoreItem>
</file>

<file path=customXml/itemProps3.xml><?xml version="1.0" encoding="utf-8"?>
<ds:datastoreItem xmlns:ds="http://schemas.openxmlformats.org/officeDocument/2006/customXml" ds:itemID="{1B23028C-1D0F-4D2B-A833-BAE50378E3F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openxmlformats.org/package/2006/metadata/core-properties"/>
    <ds:schemaRef ds:uri="http://purl.org/dc/elements/1.1/"/>
    <ds:schemaRef ds:uri="http://purl.org/dc/terms/"/>
    <ds:schemaRef ds:uri="http://schemas.microsoft.com/office/internal/2005/internalDocumentation"/>
  </ds:schemaRefs>
</ds:datastoreItem>
</file>

<file path=docProps/app.xml><?xml version="1.0" encoding="utf-8"?>
<Properties xmlns="http://schemas.openxmlformats.org/officeDocument/2006/extended-properties" xmlns:vt="http://schemas.openxmlformats.org/officeDocument/2006/docPropsVTypes">
  <TotalTime>14333</TotalTime>
  <Words>8013</Words>
  <Application>Microsoft Office PowerPoint</Application>
  <PresentationFormat>On-screen Show (4:3)</PresentationFormat>
  <Paragraphs>1099</Paragraphs>
  <Slides>97</Slides>
  <Notes>97</Notes>
  <HiddenSlides>3</HiddenSlides>
  <MMClips>0</MMClips>
  <ScaleCrop>false</ScaleCrop>
  <HeadingPairs>
    <vt:vector size="4" baseType="variant">
      <vt:variant>
        <vt:lpstr>Theme</vt:lpstr>
      </vt:variant>
      <vt:variant>
        <vt:i4>1</vt:i4>
      </vt:variant>
      <vt:variant>
        <vt:lpstr>Slide Titles</vt:lpstr>
      </vt:variant>
      <vt:variant>
        <vt:i4>97</vt:i4>
      </vt:variant>
    </vt:vector>
  </HeadingPairs>
  <TitlesOfParts>
    <vt:vector size="98" baseType="lpstr">
      <vt:lpstr>Office Theme</vt:lpstr>
      <vt:lpstr>Java Programming</vt:lpstr>
      <vt:lpstr>Agenda</vt:lpstr>
      <vt:lpstr>Objectives</vt:lpstr>
      <vt:lpstr>PowerPoint Presentation</vt:lpstr>
      <vt:lpstr>What is Eclipse?</vt:lpstr>
      <vt:lpstr>Getting started </vt:lpstr>
      <vt:lpstr>Install Eclipse</vt:lpstr>
      <vt:lpstr>Eclipse Platform</vt:lpstr>
      <vt:lpstr>Platform Components</vt:lpstr>
      <vt:lpstr>Licensing</vt:lpstr>
      <vt:lpstr>Versions</vt:lpstr>
      <vt:lpstr>PowerPoint Presentation</vt:lpstr>
      <vt:lpstr>Using Eclipse  </vt:lpstr>
      <vt:lpstr>What is the workspace?</vt:lpstr>
      <vt:lpstr>Start Eclipse</vt:lpstr>
      <vt:lpstr>Using Eclipse  </vt:lpstr>
      <vt:lpstr>Using Eclipse (Contd.).  </vt:lpstr>
      <vt:lpstr>Using Eclipse (Contd.).  </vt:lpstr>
      <vt:lpstr>Create package</vt:lpstr>
      <vt:lpstr>Adding new classes/ files to the project</vt:lpstr>
      <vt:lpstr>Adding new classes/ files to the project</vt:lpstr>
      <vt:lpstr>Java Perspective and Package Explorer</vt:lpstr>
      <vt:lpstr>Problems view</vt:lpstr>
      <vt:lpstr>Run your project in Eclipse </vt:lpstr>
      <vt:lpstr>PowerPoint Presentation</vt:lpstr>
      <vt:lpstr>Creating jar files</vt:lpstr>
      <vt:lpstr>Creating jar files (Contd.).</vt:lpstr>
      <vt:lpstr>Creating jar files (Contd.).</vt:lpstr>
      <vt:lpstr>Run your program outside Eclipse</vt:lpstr>
      <vt:lpstr>Content Assist</vt:lpstr>
      <vt:lpstr>Quick Fix</vt:lpstr>
      <vt:lpstr>Opening a class </vt:lpstr>
      <vt:lpstr>Generating code </vt:lpstr>
      <vt:lpstr>Refactoring</vt:lpstr>
      <vt:lpstr>Refactoring (Contd.).</vt:lpstr>
      <vt:lpstr>Refactoring (Contd.).</vt:lpstr>
      <vt:lpstr>Refactoring (Contd.).</vt:lpstr>
      <vt:lpstr>Eclipse Shortcuts</vt:lpstr>
      <vt:lpstr>Eclipse Shortcuts (Contd.).</vt:lpstr>
      <vt:lpstr>Using jars (libraries)</vt:lpstr>
      <vt:lpstr>Add the Javadoc for a jar</vt:lpstr>
      <vt:lpstr>Efficiency Settings</vt:lpstr>
      <vt:lpstr>Automatic placement of semicolon</vt:lpstr>
      <vt:lpstr>Quiz</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Running Ant from the command line</vt:lpstr>
      <vt:lpstr>Running Ant from the command line</vt:lpstr>
      <vt:lpstr>PowerPoint Presentation</vt:lpstr>
      <vt:lpstr>PowerPoint Presentation</vt:lpstr>
      <vt:lpstr>PowerPoint Presentation</vt:lpstr>
      <vt:lpstr>PowerPoint Presentation</vt:lpstr>
      <vt:lpstr>Review Questions</vt:lpstr>
      <vt:lpstr>PowerPoint Presentation</vt:lpstr>
      <vt:lpstr>Target - init</vt:lpstr>
      <vt:lpstr>Target - prepare</vt:lpstr>
      <vt:lpstr>Tatget - clean</vt:lpstr>
      <vt:lpstr>Target - compile</vt:lpstr>
      <vt:lpstr>Target - jar</vt:lpstr>
      <vt:lpstr>Built-In Tasks</vt:lpstr>
      <vt:lpstr>Working with Properties</vt:lpstr>
      <vt:lpstr>Setting properties in a build.xml</vt:lpstr>
      <vt:lpstr>Properties file</vt:lpstr>
      <vt:lpstr>&lt;javac&gt;</vt:lpstr>
      <vt:lpstr>&lt;javac&gt; (Contd.).</vt:lpstr>
      <vt:lpstr>&lt;javac&gt; (Contd.). </vt:lpstr>
      <vt:lpstr>&lt;javac&gt; (Contd.).</vt:lpstr>
      <vt:lpstr>&lt;jar&gt;</vt:lpstr>
      <vt:lpstr>&lt;jar&gt; (Contd.).</vt:lpstr>
      <vt:lpstr>&lt;ant&gt;</vt:lpstr>
      <vt:lpstr>&lt;antcall&gt;</vt:lpstr>
      <vt:lpstr>&lt;available&gt;</vt:lpstr>
      <vt:lpstr>&lt;available&gt; (Contd.).</vt:lpstr>
      <vt:lpstr>&lt;condition&gt;</vt:lpstr>
      <vt:lpstr>&lt;copy&gt;</vt:lpstr>
      <vt:lpstr>&lt;ear&gt;</vt:lpstr>
      <vt:lpstr>&lt;echo&gt;</vt:lpstr>
      <vt:lpstr>&lt;exec&gt;</vt:lpstr>
      <vt:lpstr>&lt;javadoc&gt;</vt:lpstr>
      <vt:lpstr>&lt;javadoc&gt; (Contd.).</vt:lpstr>
      <vt:lpstr>&lt;mail&gt;</vt:lpstr>
      <vt:lpstr>&lt;mail&gt; (Contd.).</vt:lpstr>
      <vt:lpstr>&lt;mkdir&gt;</vt:lpstr>
      <vt:lpstr>&lt;move&gt;</vt:lpstr>
      <vt:lpstr>&lt;parallel&gt;</vt:lpstr>
      <vt:lpstr>&lt;tstamp&gt;</vt:lpstr>
      <vt:lpstr>&lt;tstamp&gt; (Contd.).</vt:lpstr>
      <vt:lpstr>&lt;war&gt;</vt:lpstr>
      <vt:lpstr>Review Questions</vt:lpstr>
      <vt:lpstr>PowerPoint Presentation</vt:lpstr>
      <vt:lpstr>References</vt:lpstr>
      <vt:lpstr>Thank You</vt:lpstr>
    </vt:vector>
  </TitlesOfParts>
  <Company>kayleigh ryley graphic design</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kayleigh ryley</dc:creator>
  <cp:lastModifiedBy>Windows User</cp:lastModifiedBy>
  <cp:revision>933</cp:revision>
  <cp:lastPrinted>2011-09-27T16:59:14Z</cp:lastPrinted>
  <dcterms:created xsi:type="dcterms:W3CDTF">2012-01-09T21:59:21Z</dcterms:created>
  <dcterms:modified xsi:type="dcterms:W3CDTF">2018-11-25T04:35:44Z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XPowerLiteLastOptimized">
    <vt:lpwstr>891055</vt:lpwstr>
  </property>
  <property fmtid="{D5CDD505-2E9C-101B-9397-08002B2CF9AE}" pid="3" name="NXPowerLiteSettings">
    <vt:lpwstr>F7000400038000</vt:lpwstr>
  </property>
  <property fmtid="{D5CDD505-2E9C-101B-9397-08002B2CF9AE}" pid="4" name="NXPowerLiteVersion">
    <vt:lpwstr>D5.0.6</vt:lpwstr>
  </property>
  <property fmtid="{D5CDD505-2E9C-101B-9397-08002B2CF9AE}" pid="5" name="ContentTypeId">
    <vt:lpwstr>0x010100BDAFC9CB99B7EC47A93DE0664EC40C26</vt:lpwstr>
  </property>
</Properties>
</file>